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40443" y="5061656"/>
            <a:ext cx="2531533" cy="880533"/>
          </a:xfrm>
          <a:custGeom>
            <a:avLst/>
            <a:gdLst/>
            <a:ahLst/>
            <a:cxnLst/>
            <a:rect l="0" t="0" r="0" b="0"/>
            <a:pathLst>
              <a:path w="2531533" h="880533">
                <a:moveTo>
                  <a:pt x="2531533" y="880533"/>
                </a:moveTo>
                <a:lnTo>
                  <a:pt x="2531533" y="0"/>
                </a:lnTo>
                <a:lnTo>
                  <a:pt x="440266" y="0"/>
                </a:lnTo>
                <a:cubicBezTo>
                  <a:pt x="197111" y="0"/>
                  <a:pt x="0" y="197111"/>
                  <a:pt x="0" y="440266"/>
                </a:cubicBezTo>
                <a:cubicBezTo>
                  <a:pt x="0" y="683422"/>
                  <a:pt x="197111" y="880533"/>
                  <a:pt x="440266" y="880533"/>
                </a:cubicBezTo>
                <a:lnTo>
                  <a:pt x="2531533" y="880533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40443" y="5061656"/>
            <a:ext cx="2531533" cy="880533"/>
          </a:xfrm>
          <a:custGeom>
            <a:avLst/>
            <a:gdLst/>
            <a:ahLst/>
            <a:cxnLst/>
            <a:rect l="0" t="0" r="0" b="0"/>
            <a:pathLst>
              <a:path w="2531533" h="880533">
                <a:moveTo>
                  <a:pt x="2531533" y="880533"/>
                </a:moveTo>
                <a:lnTo>
                  <a:pt x="2531533" y="0"/>
                </a:lnTo>
                <a:lnTo>
                  <a:pt x="440266" y="0"/>
                </a:lnTo>
                <a:cubicBezTo>
                  <a:pt x="197113" y="0"/>
                  <a:pt x="0" y="197113"/>
                  <a:pt x="0" y="440266"/>
                </a:cubicBezTo>
                <a:cubicBezTo>
                  <a:pt x="0" y="683419"/>
                  <a:pt x="197113" y="880533"/>
                  <a:pt x="440266" y="880533"/>
                </a:cubicBezTo>
                <a:lnTo>
                  <a:pt x="2531533" y="880533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32377" y="4327878"/>
            <a:ext cx="1646413" cy="146755"/>
          </a:xfrm>
          <a:custGeom>
            <a:avLst/>
            <a:gdLst/>
            <a:ahLst/>
            <a:cxnLst/>
            <a:rect l="0" t="0" r="0" b="0"/>
            <a:pathLst>
              <a:path w="1646413" h="146755">
                <a:moveTo>
                  <a:pt x="0" y="146755"/>
                </a:moveTo>
                <a:lnTo>
                  <a:pt x="0" y="0"/>
                </a:lnTo>
                <a:lnTo>
                  <a:pt x="1575329" y="0"/>
                </a:lnTo>
                <a:cubicBezTo>
                  <a:pt x="1614586" y="0"/>
                  <a:pt x="1646413" y="32854"/>
                  <a:pt x="1646413" y="73377"/>
                </a:cubicBezTo>
                <a:cubicBezTo>
                  <a:pt x="1646413" y="113900"/>
                  <a:pt x="1614586" y="146755"/>
                  <a:pt x="1575329" y="146755"/>
                </a:cubicBezTo>
                <a:lnTo>
                  <a:pt x="0" y="146755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32377" y="4327878"/>
            <a:ext cx="1646413" cy="146755"/>
          </a:xfrm>
          <a:custGeom>
            <a:avLst/>
            <a:gdLst/>
            <a:ahLst/>
            <a:cxnLst/>
            <a:rect l="0" t="0" r="0" b="0"/>
            <a:pathLst>
              <a:path w="1646413" h="146755">
                <a:moveTo>
                  <a:pt x="0" y="146755"/>
                </a:moveTo>
                <a:lnTo>
                  <a:pt x="0" y="0"/>
                </a:lnTo>
                <a:lnTo>
                  <a:pt x="1575329" y="0"/>
                </a:lnTo>
                <a:cubicBezTo>
                  <a:pt x="1614588" y="0"/>
                  <a:pt x="1646413" y="32852"/>
                  <a:pt x="1646413" y="73377"/>
                </a:cubicBezTo>
                <a:cubicBezTo>
                  <a:pt x="1646413" y="113903"/>
                  <a:pt x="1614588" y="146755"/>
                  <a:pt x="1575329" y="146755"/>
                </a:cubicBezTo>
                <a:lnTo>
                  <a:pt x="0" y="146755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1977" y="4327878"/>
            <a:ext cx="660400" cy="1614311"/>
          </a:xfrm>
          <a:custGeom>
            <a:avLst/>
            <a:gdLst/>
            <a:ahLst/>
            <a:cxnLst/>
            <a:rect l="0" t="0" r="0" b="0"/>
            <a:pathLst>
              <a:path w="660400" h="1614311">
                <a:moveTo>
                  <a:pt x="0" y="1614311"/>
                </a:moveTo>
                <a:lnTo>
                  <a:pt x="0" y="733777"/>
                </a:lnTo>
                <a:lnTo>
                  <a:pt x="660400" y="0"/>
                </a:lnTo>
                <a:lnTo>
                  <a:pt x="660400" y="146755"/>
                </a:lnTo>
                <a:lnTo>
                  <a:pt x="0" y="1614311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1977" y="4327878"/>
            <a:ext cx="660400" cy="1614311"/>
          </a:xfrm>
          <a:custGeom>
            <a:avLst/>
            <a:gdLst/>
            <a:ahLst/>
            <a:cxnLst/>
            <a:rect l="0" t="0" r="0" b="0"/>
            <a:pathLst>
              <a:path w="660400" h="1614311">
                <a:moveTo>
                  <a:pt x="0" y="1614311"/>
                </a:moveTo>
                <a:lnTo>
                  <a:pt x="0" y="733777"/>
                </a:lnTo>
                <a:lnTo>
                  <a:pt x="660400" y="0"/>
                </a:lnTo>
                <a:lnTo>
                  <a:pt x="660400" y="146755"/>
                </a:lnTo>
                <a:lnTo>
                  <a:pt x="0" y="1614311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1977" y="4181120"/>
            <a:ext cx="660400" cy="880533"/>
          </a:xfrm>
          <a:custGeom>
            <a:avLst/>
            <a:gdLst/>
            <a:ahLst/>
            <a:cxnLst/>
            <a:rect l="0" t="0" r="0" b="0"/>
            <a:pathLst>
              <a:path w="660400" h="880533">
                <a:moveTo>
                  <a:pt x="660400" y="0"/>
                </a:moveTo>
                <a:lnTo>
                  <a:pt x="0" y="0"/>
                </a:lnTo>
                <a:lnTo>
                  <a:pt x="0" y="880533"/>
                </a:lnTo>
                <a:lnTo>
                  <a:pt x="660400" y="151341"/>
                </a:lnTo>
                <a:lnTo>
                  <a:pt x="660400" y="0"/>
                </a:lnTo>
              </a:path>
            </a:pathLst>
          </a:custGeom>
          <a:solidFill>
            <a:srgbClr val="E9F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1977" y="4181120"/>
            <a:ext cx="660402" cy="880533"/>
          </a:xfrm>
          <a:custGeom>
            <a:avLst/>
            <a:gdLst/>
            <a:ahLst/>
            <a:cxnLst/>
            <a:rect l="0" t="0" r="0" b="0"/>
            <a:pathLst>
              <a:path w="660402" h="880533">
                <a:moveTo>
                  <a:pt x="660402" y="0"/>
                </a:moveTo>
                <a:lnTo>
                  <a:pt x="0" y="0"/>
                </a:lnTo>
                <a:lnTo>
                  <a:pt x="0" y="880533"/>
                </a:lnTo>
                <a:lnTo>
                  <a:pt x="660402" y="151341"/>
                </a:lnTo>
                <a:lnTo>
                  <a:pt x="660402" y="0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10243" y="4181120"/>
            <a:ext cx="2861733" cy="880533"/>
          </a:xfrm>
          <a:custGeom>
            <a:avLst/>
            <a:gdLst/>
            <a:ahLst/>
            <a:cxnLst/>
            <a:rect l="0" t="0" r="0" b="0"/>
            <a:pathLst>
              <a:path w="2861733" h="880533">
                <a:moveTo>
                  <a:pt x="2861733" y="880533"/>
                </a:moveTo>
                <a:lnTo>
                  <a:pt x="2861733" y="0"/>
                </a:lnTo>
                <a:lnTo>
                  <a:pt x="440266" y="0"/>
                </a:lnTo>
                <a:cubicBezTo>
                  <a:pt x="197111" y="0"/>
                  <a:pt x="0" y="197111"/>
                  <a:pt x="0" y="440266"/>
                </a:cubicBezTo>
                <a:cubicBezTo>
                  <a:pt x="0" y="683422"/>
                  <a:pt x="197111" y="880533"/>
                  <a:pt x="440266" y="880533"/>
                </a:cubicBezTo>
                <a:lnTo>
                  <a:pt x="2861733" y="880533"/>
                </a:lnTo>
              </a:path>
            </a:pathLst>
          </a:custGeom>
          <a:solidFill>
            <a:srgbClr val="E9F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10243" y="4181120"/>
            <a:ext cx="2861733" cy="880533"/>
          </a:xfrm>
          <a:custGeom>
            <a:avLst/>
            <a:gdLst/>
            <a:ahLst/>
            <a:cxnLst/>
            <a:rect l="0" t="0" r="0" b="0"/>
            <a:pathLst>
              <a:path w="2861733" h="880533">
                <a:moveTo>
                  <a:pt x="2861733" y="880533"/>
                </a:moveTo>
                <a:lnTo>
                  <a:pt x="2861733" y="0"/>
                </a:lnTo>
                <a:lnTo>
                  <a:pt x="440266" y="0"/>
                </a:lnTo>
                <a:cubicBezTo>
                  <a:pt x="197113" y="0"/>
                  <a:pt x="0" y="197113"/>
                  <a:pt x="0" y="440266"/>
                </a:cubicBezTo>
                <a:cubicBezTo>
                  <a:pt x="0" y="683419"/>
                  <a:pt x="197113" y="880533"/>
                  <a:pt x="440266" y="880533"/>
                </a:cubicBezTo>
                <a:lnTo>
                  <a:pt x="2861733" y="880533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32377" y="4181120"/>
            <a:ext cx="1646413" cy="146755"/>
          </a:xfrm>
          <a:custGeom>
            <a:avLst/>
            <a:gdLst/>
            <a:ahLst/>
            <a:cxnLst/>
            <a:rect l="0" t="0" r="0" b="0"/>
            <a:pathLst>
              <a:path w="1646413" h="146755">
                <a:moveTo>
                  <a:pt x="0" y="146755"/>
                </a:moveTo>
                <a:lnTo>
                  <a:pt x="0" y="0"/>
                </a:lnTo>
                <a:lnTo>
                  <a:pt x="1573036" y="0"/>
                </a:lnTo>
                <a:cubicBezTo>
                  <a:pt x="1613558" y="0"/>
                  <a:pt x="1646413" y="32854"/>
                  <a:pt x="1646413" y="73377"/>
                </a:cubicBezTo>
                <a:cubicBezTo>
                  <a:pt x="1646413" y="113900"/>
                  <a:pt x="1613558" y="146755"/>
                  <a:pt x="1573036" y="146755"/>
                </a:cubicBezTo>
                <a:lnTo>
                  <a:pt x="0" y="146755"/>
                </a:lnTo>
              </a:path>
            </a:pathLst>
          </a:custGeom>
          <a:solidFill>
            <a:srgbClr val="E9F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32377" y="4181120"/>
            <a:ext cx="1646413" cy="146755"/>
          </a:xfrm>
          <a:custGeom>
            <a:avLst/>
            <a:gdLst/>
            <a:ahLst/>
            <a:cxnLst/>
            <a:rect l="0" t="0" r="0" b="0"/>
            <a:pathLst>
              <a:path w="1646413" h="146755">
                <a:moveTo>
                  <a:pt x="0" y="146755"/>
                </a:moveTo>
                <a:lnTo>
                  <a:pt x="0" y="0"/>
                </a:lnTo>
                <a:lnTo>
                  <a:pt x="1573036" y="0"/>
                </a:lnTo>
                <a:cubicBezTo>
                  <a:pt x="1613561" y="0"/>
                  <a:pt x="1646413" y="32852"/>
                  <a:pt x="1646413" y="73377"/>
                </a:cubicBezTo>
                <a:cubicBezTo>
                  <a:pt x="1646413" y="113903"/>
                  <a:pt x="1613561" y="146755"/>
                  <a:pt x="1573036" y="146755"/>
                </a:cubicBezTo>
                <a:lnTo>
                  <a:pt x="0" y="146755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1977" y="3300589"/>
            <a:ext cx="660400" cy="880533"/>
          </a:xfrm>
          <a:custGeom>
            <a:avLst/>
            <a:gdLst/>
            <a:ahLst/>
            <a:cxnLst/>
            <a:rect l="0" t="0" r="0" b="0"/>
            <a:pathLst>
              <a:path w="660400" h="880533">
                <a:moveTo>
                  <a:pt x="660400" y="733777"/>
                </a:moveTo>
                <a:lnTo>
                  <a:pt x="0" y="0"/>
                </a:lnTo>
                <a:lnTo>
                  <a:pt x="0" y="880533"/>
                </a:lnTo>
                <a:lnTo>
                  <a:pt x="660400" y="880533"/>
                </a:lnTo>
                <a:lnTo>
                  <a:pt x="660400" y="733777"/>
                </a:ln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1977" y="3300589"/>
            <a:ext cx="660400" cy="880533"/>
          </a:xfrm>
          <a:custGeom>
            <a:avLst/>
            <a:gdLst/>
            <a:ahLst/>
            <a:cxnLst/>
            <a:rect l="0" t="0" r="0" b="0"/>
            <a:pathLst>
              <a:path w="660400" h="880533">
                <a:moveTo>
                  <a:pt x="660400" y="733777"/>
                </a:moveTo>
                <a:lnTo>
                  <a:pt x="0" y="0"/>
                </a:lnTo>
                <a:lnTo>
                  <a:pt x="0" y="880533"/>
                </a:lnTo>
                <a:lnTo>
                  <a:pt x="660400" y="880533"/>
                </a:lnTo>
                <a:lnTo>
                  <a:pt x="660400" y="733777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10243" y="3300589"/>
            <a:ext cx="2861733" cy="880533"/>
          </a:xfrm>
          <a:custGeom>
            <a:avLst/>
            <a:gdLst/>
            <a:ahLst/>
            <a:cxnLst/>
            <a:rect l="0" t="0" r="0" b="0"/>
            <a:pathLst>
              <a:path w="2861733" h="880533">
                <a:moveTo>
                  <a:pt x="2861733" y="880533"/>
                </a:moveTo>
                <a:lnTo>
                  <a:pt x="2861733" y="0"/>
                </a:lnTo>
                <a:lnTo>
                  <a:pt x="440266" y="0"/>
                </a:lnTo>
                <a:cubicBezTo>
                  <a:pt x="197111" y="0"/>
                  <a:pt x="0" y="197111"/>
                  <a:pt x="0" y="440266"/>
                </a:cubicBezTo>
                <a:cubicBezTo>
                  <a:pt x="0" y="683422"/>
                  <a:pt x="197111" y="880533"/>
                  <a:pt x="440266" y="880533"/>
                </a:cubicBezTo>
                <a:lnTo>
                  <a:pt x="2861733" y="880533"/>
                </a:ln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10243" y="3300589"/>
            <a:ext cx="2861733" cy="880533"/>
          </a:xfrm>
          <a:custGeom>
            <a:avLst/>
            <a:gdLst/>
            <a:ahLst/>
            <a:cxnLst/>
            <a:rect l="0" t="0" r="0" b="0"/>
            <a:pathLst>
              <a:path w="2861733" h="880533">
                <a:moveTo>
                  <a:pt x="2861733" y="880533"/>
                </a:moveTo>
                <a:lnTo>
                  <a:pt x="2861733" y="0"/>
                </a:lnTo>
                <a:lnTo>
                  <a:pt x="440266" y="0"/>
                </a:lnTo>
                <a:cubicBezTo>
                  <a:pt x="197113" y="0"/>
                  <a:pt x="0" y="197113"/>
                  <a:pt x="0" y="440266"/>
                </a:cubicBezTo>
                <a:cubicBezTo>
                  <a:pt x="0" y="683419"/>
                  <a:pt x="197113" y="880533"/>
                  <a:pt x="440266" y="880533"/>
                </a:cubicBezTo>
                <a:lnTo>
                  <a:pt x="2861733" y="880533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32377" y="4034367"/>
            <a:ext cx="1646413" cy="146755"/>
          </a:xfrm>
          <a:custGeom>
            <a:avLst/>
            <a:gdLst/>
            <a:ahLst/>
            <a:cxnLst/>
            <a:rect l="0" t="0" r="0" b="0"/>
            <a:pathLst>
              <a:path w="1646413" h="146755">
                <a:moveTo>
                  <a:pt x="0" y="0"/>
                </a:moveTo>
                <a:lnTo>
                  <a:pt x="0" y="146755"/>
                </a:lnTo>
                <a:lnTo>
                  <a:pt x="1575329" y="146755"/>
                </a:lnTo>
                <a:cubicBezTo>
                  <a:pt x="1614586" y="146755"/>
                  <a:pt x="1646413" y="113900"/>
                  <a:pt x="1646413" y="73377"/>
                </a:cubicBezTo>
                <a:cubicBezTo>
                  <a:pt x="1646413" y="32854"/>
                  <a:pt x="1614586" y="0"/>
                  <a:pt x="1575329" y="0"/>
                </a:cubicBezTo>
                <a:lnTo>
                  <a:pt x="0" y="0"/>
                </a:ln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32377" y="4034367"/>
            <a:ext cx="1646413" cy="146755"/>
          </a:xfrm>
          <a:custGeom>
            <a:avLst/>
            <a:gdLst/>
            <a:ahLst/>
            <a:cxnLst/>
            <a:rect l="0" t="0" r="0" b="0"/>
            <a:pathLst>
              <a:path w="1646413" h="146755">
                <a:moveTo>
                  <a:pt x="0" y="0"/>
                </a:moveTo>
                <a:lnTo>
                  <a:pt x="0" y="146755"/>
                </a:lnTo>
                <a:lnTo>
                  <a:pt x="1575329" y="146755"/>
                </a:lnTo>
                <a:cubicBezTo>
                  <a:pt x="1614588" y="146755"/>
                  <a:pt x="1646413" y="113903"/>
                  <a:pt x="1646413" y="73377"/>
                </a:cubicBezTo>
                <a:cubicBezTo>
                  <a:pt x="1646413" y="32852"/>
                  <a:pt x="1614588" y="0"/>
                  <a:pt x="1575329" y="0"/>
                </a:cubicBezTo>
                <a:lnTo>
                  <a:pt x="0" y="0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040443" y="2420056"/>
            <a:ext cx="2531533" cy="880533"/>
          </a:xfrm>
          <a:custGeom>
            <a:avLst/>
            <a:gdLst/>
            <a:ahLst/>
            <a:cxnLst/>
            <a:rect l="0" t="0" r="0" b="0"/>
            <a:pathLst>
              <a:path w="2531533" h="880533">
                <a:moveTo>
                  <a:pt x="2531533" y="880533"/>
                </a:moveTo>
                <a:lnTo>
                  <a:pt x="2531533" y="0"/>
                </a:lnTo>
                <a:lnTo>
                  <a:pt x="440266" y="0"/>
                </a:lnTo>
                <a:cubicBezTo>
                  <a:pt x="197111" y="0"/>
                  <a:pt x="0" y="197111"/>
                  <a:pt x="0" y="440266"/>
                </a:cubicBezTo>
                <a:cubicBezTo>
                  <a:pt x="0" y="683422"/>
                  <a:pt x="197111" y="880533"/>
                  <a:pt x="440266" y="880533"/>
                </a:cubicBezTo>
                <a:lnTo>
                  <a:pt x="2531533" y="880533"/>
                </a:ln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40443" y="2420056"/>
            <a:ext cx="2531533" cy="880533"/>
          </a:xfrm>
          <a:custGeom>
            <a:avLst/>
            <a:gdLst/>
            <a:ahLst/>
            <a:cxnLst/>
            <a:rect l="0" t="0" r="0" b="0"/>
            <a:pathLst>
              <a:path w="2531533" h="880533">
                <a:moveTo>
                  <a:pt x="2531533" y="880533"/>
                </a:moveTo>
                <a:lnTo>
                  <a:pt x="2531533" y="0"/>
                </a:lnTo>
                <a:lnTo>
                  <a:pt x="440266" y="0"/>
                </a:lnTo>
                <a:cubicBezTo>
                  <a:pt x="197113" y="0"/>
                  <a:pt x="0" y="197113"/>
                  <a:pt x="0" y="440266"/>
                </a:cubicBezTo>
                <a:cubicBezTo>
                  <a:pt x="0" y="683419"/>
                  <a:pt x="197113" y="880533"/>
                  <a:pt x="440266" y="880533"/>
                </a:cubicBezTo>
                <a:lnTo>
                  <a:pt x="2531533" y="880533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1977" y="2420056"/>
            <a:ext cx="660400" cy="1614311"/>
          </a:xfrm>
          <a:custGeom>
            <a:avLst/>
            <a:gdLst/>
            <a:ahLst/>
            <a:cxnLst/>
            <a:rect l="0" t="0" r="0" b="0"/>
            <a:pathLst>
              <a:path w="660400" h="1614311">
                <a:moveTo>
                  <a:pt x="660400" y="1467555"/>
                </a:moveTo>
                <a:lnTo>
                  <a:pt x="0" y="0"/>
                </a:lnTo>
                <a:lnTo>
                  <a:pt x="0" y="880533"/>
                </a:lnTo>
                <a:lnTo>
                  <a:pt x="660400" y="1614311"/>
                </a:lnTo>
                <a:lnTo>
                  <a:pt x="660400" y="1467555"/>
                </a:ln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1977" y="2420056"/>
            <a:ext cx="660400" cy="1614311"/>
          </a:xfrm>
          <a:custGeom>
            <a:avLst/>
            <a:gdLst/>
            <a:ahLst/>
            <a:cxnLst/>
            <a:rect l="0" t="0" r="0" b="0"/>
            <a:pathLst>
              <a:path w="660400" h="1614311">
                <a:moveTo>
                  <a:pt x="660400" y="1467555"/>
                </a:moveTo>
                <a:lnTo>
                  <a:pt x="0" y="0"/>
                </a:lnTo>
                <a:lnTo>
                  <a:pt x="0" y="880533"/>
                </a:lnTo>
                <a:lnTo>
                  <a:pt x="660400" y="1614311"/>
                </a:lnTo>
                <a:lnTo>
                  <a:pt x="660400" y="1467555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2377" y="3887611"/>
            <a:ext cx="1646413" cy="146755"/>
          </a:xfrm>
          <a:custGeom>
            <a:avLst/>
            <a:gdLst/>
            <a:ahLst/>
            <a:cxnLst/>
            <a:rect l="0" t="0" r="0" b="0"/>
            <a:pathLst>
              <a:path w="1646413" h="146755">
                <a:moveTo>
                  <a:pt x="1579915" y="0"/>
                </a:moveTo>
                <a:lnTo>
                  <a:pt x="0" y="0"/>
                </a:lnTo>
                <a:lnTo>
                  <a:pt x="0" y="146755"/>
                </a:lnTo>
                <a:lnTo>
                  <a:pt x="1579915" y="146755"/>
                </a:lnTo>
                <a:cubicBezTo>
                  <a:pt x="1616640" y="146755"/>
                  <a:pt x="1646413" y="113900"/>
                  <a:pt x="1646413" y="73377"/>
                </a:cubicBezTo>
                <a:cubicBezTo>
                  <a:pt x="1646413" y="32854"/>
                  <a:pt x="1616640" y="0"/>
                  <a:pt x="1579915" y="0"/>
                </a:cubicBez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32377" y="3887611"/>
            <a:ext cx="1646413" cy="146755"/>
          </a:xfrm>
          <a:custGeom>
            <a:avLst/>
            <a:gdLst/>
            <a:ahLst/>
            <a:cxnLst/>
            <a:rect l="0" t="0" r="0" b="0"/>
            <a:pathLst>
              <a:path w="1646413" h="146755">
                <a:moveTo>
                  <a:pt x="1579915" y="0"/>
                </a:moveTo>
                <a:lnTo>
                  <a:pt x="0" y="0"/>
                </a:lnTo>
                <a:lnTo>
                  <a:pt x="0" y="146755"/>
                </a:lnTo>
                <a:lnTo>
                  <a:pt x="1579915" y="146755"/>
                </a:lnTo>
                <a:cubicBezTo>
                  <a:pt x="1616641" y="146755"/>
                  <a:pt x="1646413" y="113903"/>
                  <a:pt x="1646413" y="73377"/>
                </a:cubicBezTo>
                <a:cubicBezTo>
                  <a:pt x="1646413" y="32852"/>
                  <a:pt x="1616641" y="0"/>
                  <a:pt x="1579915" y="0"/>
                </a:cubicBez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12614" y="3904961"/>
            <a:ext cx="501858" cy="556643"/>
          </a:xfrm>
          <a:custGeom>
            <a:avLst/>
            <a:gdLst/>
            <a:ahLst/>
            <a:cxnLst/>
            <a:rect l="0" t="0" r="0" b="0"/>
            <a:pathLst>
              <a:path w="501858" h="556643">
                <a:moveTo>
                  <a:pt x="321" y="129309"/>
                </a:moveTo>
                <a:cubicBezTo>
                  <a:pt x="39413" y="129309"/>
                  <a:pt x="66177" y="92052"/>
                  <a:pt x="66177" y="58298"/>
                </a:cubicBezTo>
                <a:cubicBezTo>
                  <a:pt x="66177" y="35331"/>
                  <a:pt x="58252" y="12400"/>
                  <a:pt x="41357" y="0"/>
                </a:cubicBezTo>
                <a:lnTo>
                  <a:pt x="501858" y="211951"/>
                </a:lnTo>
                <a:lnTo>
                  <a:pt x="455997" y="243898"/>
                </a:lnTo>
                <a:lnTo>
                  <a:pt x="492685" y="281633"/>
                </a:lnTo>
                <a:lnTo>
                  <a:pt x="455997" y="314643"/>
                </a:lnTo>
                <a:lnTo>
                  <a:pt x="501858" y="351158"/>
                </a:lnTo>
                <a:cubicBezTo>
                  <a:pt x="501858" y="351158"/>
                  <a:pt x="230296" y="468407"/>
                  <a:pt x="35478" y="556643"/>
                </a:cubicBezTo>
                <a:cubicBezTo>
                  <a:pt x="54024" y="543454"/>
                  <a:pt x="66177" y="521789"/>
                  <a:pt x="66177" y="498840"/>
                </a:cubicBezTo>
                <a:cubicBezTo>
                  <a:pt x="66177" y="464141"/>
                  <a:pt x="45925" y="427985"/>
                  <a:pt x="0" y="423096"/>
                </a:cubicBezTo>
                <a:cubicBezTo>
                  <a:pt x="39734" y="418216"/>
                  <a:pt x="66177" y="385435"/>
                  <a:pt x="66177" y="350277"/>
                </a:cubicBezTo>
                <a:cubicBezTo>
                  <a:pt x="66177" y="315111"/>
                  <a:pt x="43320" y="282715"/>
                  <a:pt x="321" y="276203"/>
                </a:cubicBezTo>
                <a:cubicBezTo>
                  <a:pt x="42338" y="272295"/>
                  <a:pt x="66177" y="236414"/>
                  <a:pt x="66177" y="201715"/>
                </a:cubicBezTo>
                <a:cubicBezTo>
                  <a:pt x="66177" y="167016"/>
                  <a:pt x="41366" y="134189"/>
                  <a:pt x="321" y="129309"/>
                </a:cubicBez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12614" y="3904961"/>
            <a:ext cx="501856" cy="556641"/>
          </a:xfrm>
          <a:custGeom>
            <a:avLst/>
            <a:gdLst/>
            <a:ahLst/>
            <a:cxnLst/>
            <a:rect l="0" t="0" r="0" b="0"/>
            <a:pathLst>
              <a:path w="501856" h="556641">
                <a:moveTo>
                  <a:pt x="322" y="129306"/>
                </a:moveTo>
                <a:cubicBezTo>
                  <a:pt x="39408" y="129306"/>
                  <a:pt x="66178" y="92050"/>
                  <a:pt x="66178" y="58302"/>
                </a:cubicBezTo>
                <a:cubicBezTo>
                  <a:pt x="66178" y="35335"/>
                  <a:pt x="58250" y="12401"/>
                  <a:pt x="41362" y="0"/>
                </a:cubicBezTo>
                <a:lnTo>
                  <a:pt x="501856" y="211955"/>
                </a:lnTo>
                <a:lnTo>
                  <a:pt x="455995" y="243899"/>
                </a:lnTo>
                <a:lnTo>
                  <a:pt x="492684" y="281630"/>
                </a:lnTo>
                <a:lnTo>
                  <a:pt x="455995" y="314643"/>
                </a:lnTo>
                <a:lnTo>
                  <a:pt x="501856" y="351160"/>
                </a:lnTo>
                <a:cubicBezTo>
                  <a:pt x="501856" y="351160"/>
                  <a:pt x="230294" y="468403"/>
                  <a:pt x="35477" y="556641"/>
                </a:cubicBezTo>
                <a:cubicBezTo>
                  <a:pt x="54026" y="543450"/>
                  <a:pt x="66178" y="521791"/>
                  <a:pt x="66178" y="498840"/>
                </a:cubicBezTo>
                <a:cubicBezTo>
                  <a:pt x="66178" y="464143"/>
                  <a:pt x="45922" y="427985"/>
                  <a:pt x="0" y="423099"/>
                </a:cubicBezTo>
                <a:cubicBezTo>
                  <a:pt x="39734" y="418213"/>
                  <a:pt x="66178" y="385438"/>
                  <a:pt x="66178" y="350277"/>
                </a:cubicBezTo>
                <a:cubicBezTo>
                  <a:pt x="66178" y="315115"/>
                  <a:pt x="43316" y="282717"/>
                  <a:pt x="322" y="276203"/>
                </a:cubicBezTo>
                <a:cubicBezTo>
                  <a:pt x="42339" y="272294"/>
                  <a:pt x="66178" y="236410"/>
                  <a:pt x="66178" y="201713"/>
                </a:cubicBezTo>
                <a:cubicBezTo>
                  <a:pt x="66178" y="167016"/>
                  <a:pt x="41364" y="134192"/>
                  <a:pt x="322" y="129306"/>
                </a:cubicBez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68001" y="4116917"/>
            <a:ext cx="215547" cy="141490"/>
          </a:xfrm>
          <a:custGeom>
            <a:avLst/>
            <a:gdLst/>
            <a:ahLst/>
            <a:cxnLst/>
            <a:rect l="0" t="0" r="0" b="0"/>
            <a:pathLst>
              <a:path w="215547" h="141490">
                <a:moveTo>
                  <a:pt x="0" y="103756"/>
                </a:moveTo>
                <a:lnTo>
                  <a:pt x="45861" y="141490"/>
                </a:lnTo>
                <a:lnTo>
                  <a:pt x="215547" y="66030"/>
                </a:lnTo>
                <a:lnTo>
                  <a:pt x="45861" y="0"/>
                </a:lnTo>
                <a:lnTo>
                  <a:pt x="0" y="33010"/>
                </a:lnTo>
                <a:lnTo>
                  <a:pt x="36688" y="70745"/>
                </a:lnTo>
                <a:lnTo>
                  <a:pt x="0" y="103756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68001" y="4116917"/>
            <a:ext cx="215547" cy="141488"/>
          </a:xfrm>
          <a:custGeom>
            <a:avLst/>
            <a:gdLst/>
            <a:ahLst/>
            <a:cxnLst/>
            <a:rect l="0" t="0" r="0" b="0"/>
            <a:pathLst>
              <a:path w="215547" h="141488">
                <a:moveTo>
                  <a:pt x="0" y="103758"/>
                </a:moveTo>
                <a:lnTo>
                  <a:pt x="45861" y="141488"/>
                </a:lnTo>
                <a:lnTo>
                  <a:pt x="215547" y="66028"/>
                </a:lnTo>
                <a:lnTo>
                  <a:pt x="45861" y="0"/>
                </a:lnTo>
                <a:lnTo>
                  <a:pt x="0" y="33014"/>
                </a:lnTo>
                <a:lnTo>
                  <a:pt x="36688" y="70744"/>
                </a:lnTo>
                <a:lnTo>
                  <a:pt x="0" y="103758"/>
                </a:lnTo>
                <a:close/>
              </a:path>
            </a:pathLst>
          </a:custGeom>
          <a:noFill/>
          <a:ln w="137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937989" y="3526326"/>
            <a:ext cx="425224" cy="428535"/>
          </a:xfrm>
          <a:custGeom>
            <a:avLst/>
            <a:gdLst/>
            <a:ahLst/>
            <a:cxnLst/>
            <a:rect l="0" t="0" r="0" b="0"/>
            <a:pathLst>
              <a:path w="425224" h="428535">
                <a:moveTo>
                  <a:pt x="247594" y="2357"/>
                </a:moveTo>
                <a:cubicBezTo>
                  <a:pt x="244843" y="330"/>
                  <a:pt x="241201" y="0"/>
                  <a:pt x="238129" y="1495"/>
                </a:cubicBezTo>
                <a:cubicBezTo>
                  <a:pt x="213786" y="13363"/>
                  <a:pt x="182582" y="40091"/>
                  <a:pt x="171245" y="80192"/>
                </a:cubicBezTo>
                <a:cubicBezTo>
                  <a:pt x="133419" y="114423"/>
                  <a:pt x="45494" y="197101"/>
                  <a:pt x="2659" y="240321"/>
                </a:cubicBezTo>
                <a:cubicBezTo>
                  <a:pt x="953" y="242036"/>
                  <a:pt x="0" y="244357"/>
                  <a:pt x="0" y="246778"/>
                </a:cubicBezTo>
                <a:lnTo>
                  <a:pt x="0" y="419363"/>
                </a:lnTo>
                <a:cubicBezTo>
                  <a:pt x="0" y="424426"/>
                  <a:pt x="4109" y="428535"/>
                  <a:pt x="9172" y="428535"/>
                </a:cubicBezTo>
                <a:lnTo>
                  <a:pt x="173813" y="428535"/>
                </a:lnTo>
                <a:cubicBezTo>
                  <a:pt x="177757" y="428535"/>
                  <a:pt x="181261" y="426003"/>
                  <a:pt x="182508" y="422261"/>
                </a:cubicBezTo>
                <a:cubicBezTo>
                  <a:pt x="188012" y="405824"/>
                  <a:pt x="190855" y="394378"/>
                  <a:pt x="192800" y="386563"/>
                </a:cubicBezTo>
                <a:cubicBezTo>
                  <a:pt x="193607" y="383353"/>
                  <a:pt x="194267" y="380748"/>
                  <a:pt x="194873" y="378675"/>
                </a:cubicBezTo>
                <a:cubicBezTo>
                  <a:pt x="196890" y="371887"/>
                  <a:pt x="199092" y="367448"/>
                  <a:pt x="208649" y="356294"/>
                </a:cubicBezTo>
                <a:cubicBezTo>
                  <a:pt x="209273" y="355579"/>
                  <a:pt x="209878" y="354900"/>
                  <a:pt x="210484" y="354277"/>
                </a:cubicBezTo>
                <a:cubicBezTo>
                  <a:pt x="194616" y="340518"/>
                  <a:pt x="183077" y="321972"/>
                  <a:pt x="177060" y="300142"/>
                </a:cubicBezTo>
                <a:cubicBezTo>
                  <a:pt x="175042" y="292814"/>
                  <a:pt x="179353" y="285237"/>
                  <a:pt x="186682" y="283219"/>
                </a:cubicBezTo>
                <a:cubicBezTo>
                  <a:pt x="194010" y="281211"/>
                  <a:pt x="201587" y="285512"/>
                  <a:pt x="203604" y="292841"/>
                </a:cubicBezTo>
                <a:cubicBezTo>
                  <a:pt x="210740" y="318798"/>
                  <a:pt x="227599" y="337748"/>
                  <a:pt x="250658" y="346810"/>
                </a:cubicBezTo>
                <a:cubicBezTo>
                  <a:pt x="252988" y="347251"/>
                  <a:pt x="255464" y="347764"/>
                  <a:pt x="258087" y="348333"/>
                </a:cubicBezTo>
                <a:cubicBezTo>
                  <a:pt x="262894" y="349360"/>
                  <a:pt x="267700" y="350479"/>
                  <a:pt x="272946" y="351690"/>
                </a:cubicBezTo>
                <a:cubicBezTo>
                  <a:pt x="278230" y="352919"/>
                  <a:pt x="283953" y="354258"/>
                  <a:pt x="290557" y="355707"/>
                </a:cubicBezTo>
                <a:cubicBezTo>
                  <a:pt x="317835" y="361706"/>
                  <a:pt x="342032" y="359743"/>
                  <a:pt x="360908" y="350589"/>
                </a:cubicBezTo>
                <a:cubicBezTo>
                  <a:pt x="367439" y="347434"/>
                  <a:pt x="373236" y="343453"/>
                  <a:pt x="378262" y="338757"/>
                </a:cubicBezTo>
                <a:cubicBezTo>
                  <a:pt x="366118" y="340371"/>
                  <a:pt x="354543" y="340371"/>
                  <a:pt x="346251" y="340371"/>
                </a:cubicBezTo>
                <a:cubicBezTo>
                  <a:pt x="338161" y="340371"/>
                  <a:pt x="331997" y="334208"/>
                  <a:pt x="331997" y="326613"/>
                </a:cubicBezTo>
                <a:cubicBezTo>
                  <a:pt x="331997" y="319019"/>
                  <a:pt x="338161" y="312855"/>
                  <a:pt x="345756" y="312855"/>
                </a:cubicBezTo>
                <a:cubicBezTo>
                  <a:pt x="357569" y="312855"/>
                  <a:pt x="372080" y="312800"/>
                  <a:pt x="385214" y="309498"/>
                </a:cubicBezTo>
                <a:cubicBezTo>
                  <a:pt x="392864" y="307590"/>
                  <a:pt x="399230" y="304802"/>
                  <a:pt x="404128" y="300821"/>
                </a:cubicBezTo>
                <a:cubicBezTo>
                  <a:pt x="414988" y="288163"/>
                  <a:pt x="420161" y="270351"/>
                  <a:pt x="422692" y="254263"/>
                </a:cubicBezTo>
                <a:cubicBezTo>
                  <a:pt x="424765" y="240963"/>
                  <a:pt x="425224" y="227608"/>
                  <a:pt x="425040" y="216693"/>
                </a:cubicBezTo>
                <a:cubicBezTo>
                  <a:pt x="409521" y="226801"/>
                  <a:pt x="397047" y="228324"/>
                  <a:pt x="388443" y="228324"/>
                </a:cubicBezTo>
                <a:cubicBezTo>
                  <a:pt x="380849" y="228314"/>
                  <a:pt x="374694" y="222142"/>
                  <a:pt x="374703" y="214547"/>
                </a:cubicBezTo>
                <a:cubicBezTo>
                  <a:pt x="374712" y="206952"/>
                  <a:pt x="380885" y="200798"/>
                  <a:pt x="388480" y="200807"/>
                </a:cubicBezTo>
                <a:cubicBezTo>
                  <a:pt x="392993" y="200807"/>
                  <a:pt x="401248" y="200330"/>
                  <a:pt x="413685" y="191084"/>
                </a:cubicBezTo>
                <a:lnTo>
                  <a:pt x="408879" y="189488"/>
                </a:lnTo>
                <a:cubicBezTo>
                  <a:pt x="402825" y="187507"/>
                  <a:pt x="397744" y="185838"/>
                  <a:pt x="392369" y="183068"/>
                </a:cubicBezTo>
                <a:cubicBezTo>
                  <a:pt x="385141" y="179326"/>
                  <a:pt x="377785" y="173602"/>
                  <a:pt x="369622" y="162210"/>
                </a:cubicBezTo>
                <a:cubicBezTo>
                  <a:pt x="367109" y="158642"/>
                  <a:pt x="364632" y="155047"/>
                  <a:pt x="362192" y="151424"/>
                </a:cubicBezTo>
                <a:cubicBezTo>
                  <a:pt x="353717" y="138949"/>
                  <a:pt x="344288" y="125044"/>
                  <a:pt x="332272" y="113818"/>
                </a:cubicBezTo>
                <a:cubicBezTo>
                  <a:pt x="317845" y="100059"/>
                  <a:pt x="299372" y="91300"/>
                  <a:pt x="279587" y="88832"/>
                </a:cubicBezTo>
                <a:cubicBezTo>
                  <a:pt x="284027" y="80541"/>
                  <a:pt x="287163" y="70708"/>
                  <a:pt x="286503" y="59591"/>
                </a:cubicBezTo>
                <a:cubicBezTo>
                  <a:pt x="285402" y="41064"/>
                  <a:pt x="273992" y="21802"/>
                  <a:pt x="247594" y="2338"/>
                </a:cubicBezTo>
                <a:moveTo>
                  <a:pt x="253446" y="141279"/>
                </a:moveTo>
                <a:cubicBezTo>
                  <a:pt x="254006" y="137675"/>
                  <a:pt x="255978" y="134437"/>
                  <a:pt x="258922" y="132281"/>
                </a:cubicBezTo>
                <a:cubicBezTo>
                  <a:pt x="261876" y="130126"/>
                  <a:pt x="265563" y="129227"/>
                  <a:pt x="269168" y="129796"/>
                </a:cubicBezTo>
                <a:cubicBezTo>
                  <a:pt x="274377" y="130603"/>
                  <a:pt x="283916" y="133409"/>
                  <a:pt x="293951" y="137996"/>
                </a:cubicBezTo>
                <a:cubicBezTo>
                  <a:pt x="304040" y="142618"/>
                  <a:pt x="316074" y="149699"/>
                  <a:pt x="325136" y="159807"/>
                </a:cubicBezTo>
                <a:cubicBezTo>
                  <a:pt x="329686" y="164852"/>
                  <a:pt x="329878" y="172456"/>
                  <a:pt x="325586" y="177720"/>
                </a:cubicBezTo>
                <a:cubicBezTo>
                  <a:pt x="321293" y="182985"/>
                  <a:pt x="313800" y="184324"/>
                  <a:pt x="307948" y="180885"/>
                </a:cubicBezTo>
                <a:cubicBezTo>
                  <a:pt x="301701" y="189984"/>
                  <a:pt x="289411" y="192579"/>
                  <a:pt x="280027" y="186773"/>
                </a:cubicBezTo>
                <a:cubicBezTo>
                  <a:pt x="270635" y="180967"/>
                  <a:pt x="267462" y="168814"/>
                  <a:pt x="272818" y="159165"/>
                </a:cubicBezTo>
                <a:cubicBezTo>
                  <a:pt x="269002" y="157863"/>
                  <a:pt x="266141" y="157166"/>
                  <a:pt x="264930" y="156982"/>
                </a:cubicBezTo>
                <a:cubicBezTo>
                  <a:pt x="257427" y="155808"/>
                  <a:pt x="252300" y="148782"/>
                  <a:pt x="253465" y="141279"/>
                </a:cubicBezTo>
                <a:moveTo>
                  <a:pt x="271039" y="259968"/>
                </a:moveTo>
                <a:cubicBezTo>
                  <a:pt x="266058" y="259619"/>
                  <a:pt x="261646" y="256602"/>
                  <a:pt x="259528" y="252080"/>
                </a:cubicBezTo>
                <a:cubicBezTo>
                  <a:pt x="257409" y="247558"/>
                  <a:pt x="257904" y="242238"/>
                  <a:pt x="260830" y="238193"/>
                </a:cubicBezTo>
                <a:cubicBezTo>
                  <a:pt x="263756" y="234139"/>
                  <a:pt x="268645" y="231993"/>
                  <a:pt x="273607" y="232580"/>
                </a:cubicBezTo>
                <a:lnTo>
                  <a:pt x="305068" y="235515"/>
                </a:lnTo>
                <a:cubicBezTo>
                  <a:pt x="310057" y="235845"/>
                  <a:pt x="314478" y="238863"/>
                  <a:pt x="316606" y="243384"/>
                </a:cubicBezTo>
                <a:cubicBezTo>
                  <a:pt x="318743" y="247915"/>
                  <a:pt x="318248" y="253245"/>
                  <a:pt x="315313" y="257299"/>
                </a:cubicBezTo>
                <a:cubicBezTo>
                  <a:pt x="312387" y="261353"/>
                  <a:pt x="307489" y="263499"/>
                  <a:pt x="302518" y="262903"/>
                </a:cubicBezTo>
                <a:lnTo>
                  <a:pt x="271039" y="259968"/>
                </a:lnTo>
                <a:moveTo>
                  <a:pt x="301967" y="274717"/>
                </a:moveTo>
                <a:cubicBezTo>
                  <a:pt x="309498" y="273708"/>
                  <a:pt x="316423" y="279000"/>
                  <a:pt x="317432" y="286531"/>
                </a:cubicBezTo>
                <a:cubicBezTo>
                  <a:pt x="318441" y="294061"/>
                  <a:pt x="313148" y="300986"/>
                  <a:pt x="305618" y="301995"/>
                </a:cubicBezTo>
                <a:lnTo>
                  <a:pt x="274139" y="306214"/>
                </a:lnTo>
                <a:cubicBezTo>
                  <a:pt x="266599" y="307223"/>
                  <a:pt x="259674" y="301931"/>
                  <a:pt x="258665" y="294391"/>
                </a:cubicBezTo>
                <a:cubicBezTo>
                  <a:pt x="257656" y="286852"/>
                  <a:pt x="262949" y="279927"/>
                  <a:pt x="270488" y="278918"/>
                </a:cubicBezTo>
                <a:lnTo>
                  <a:pt x="301967" y="274717"/>
                </a:lnTo>
                <a:moveTo>
                  <a:pt x="207512" y="102994"/>
                </a:moveTo>
                <a:cubicBezTo>
                  <a:pt x="213281" y="107947"/>
                  <a:pt x="213932" y="116643"/>
                  <a:pt x="208979" y="122403"/>
                </a:cubicBezTo>
                <a:lnTo>
                  <a:pt x="202871" y="129484"/>
                </a:lnTo>
                <a:cubicBezTo>
                  <a:pt x="197881" y="135079"/>
                  <a:pt x="189323" y="135647"/>
                  <a:pt x="183637" y="130750"/>
                </a:cubicBezTo>
                <a:cubicBezTo>
                  <a:pt x="177950" y="125861"/>
                  <a:pt x="177225" y="117321"/>
                  <a:pt x="182013" y="111543"/>
                </a:cubicBezTo>
                <a:lnTo>
                  <a:pt x="188122" y="104444"/>
                </a:lnTo>
                <a:cubicBezTo>
                  <a:pt x="193084" y="98683"/>
                  <a:pt x="201770" y="98032"/>
                  <a:pt x="207530" y="102994"/>
                </a:cubicBezTo>
                <a:moveTo>
                  <a:pt x="139546" y="223976"/>
                </a:moveTo>
                <a:cubicBezTo>
                  <a:pt x="142692" y="220041"/>
                  <a:pt x="147727" y="218142"/>
                  <a:pt x="152689" y="219014"/>
                </a:cubicBezTo>
                <a:cubicBezTo>
                  <a:pt x="157652" y="219894"/>
                  <a:pt x="161733" y="223407"/>
                  <a:pt x="163338" y="228186"/>
                </a:cubicBezTo>
                <a:cubicBezTo>
                  <a:pt x="164944" y="232956"/>
                  <a:pt x="163806" y="238220"/>
                  <a:pt x="160385" y="241917"/>
                </a:cubicBezTo>
                <a:lnTo>
                  <a:pt x="154276" y="249016"/>
                </a:lnTo>
                <a:cubicBezTo>
                  <a:pt x="149268" y="254575"/>
                  <a:pt x="140738" y="255116"/>
                  <a:pt x="135070" y="250236"/>
                </a:cubicBezTo>
                <a:cubicBezTo>
                  <a:pt x="129401" y="245347"/>
                  <a:pt x="128677" y="236826"/>
                  <a:pt x="133437" y="231057"/>
                </a:cubicBezTo>
                <a:lnTo>
                  <a:pt x="139546" y="223976"/>
                </a:lnTo>
                <a:moveTo>
                  <a:pt x="213621" y="179307"/>
                </a:moveTo>
                <a:cubicBezTo>
                  <a:pt x="219390" y="184260"/>
                  <a:pt x="220041" y="192956"/>
                  <a:pt x="215088" y="198716"/>
                </a:cubicBezTo>
                <a:lnTo>
                  <a:pt x="208979" y="205815"/>
                </a:lnTo>
                <a:cubicBezTo>
                  <a:pt x="204017" y="211575"/>
                  <a:pt x="195331" y="212226"/>
                  <a:pt x="189571" y="207264"/>
                </a:cubicBezTo>
                <a:cubicBezTo>
                  <a:pt x="183811" y="202311"/>
                  <a:pt x="183160" y="193616"/>
                  <a:pt x="188122" y="187856"/>
                </a:cubicBezTo>
                <a:lnTo>
                  <a:pt x="194230" y="180756"/>
                </a:lnTo>
                <a:cubicBezTo>
                  <a:pt x="199193" y="174996"/>
                  <a:pt x="207879" y="174345"/>
                  <a:pt x="213639" y="179307"/>
                </a:cubicBezTo>
                <a:moveTo>
                  <a:pt x="31570" y="265233"/>
                </a:moveTo>
                <a:cubicBezTo>
                  <a:pt x="36532" y="259472"/>
                  <a:pt x="45228" y="258830"/>
                  <a:pt x="50979" y="263802"/>
                </a:cubicBezTo>
                <a:cubicBezTo>
                  <a:pt x="56739" y="268764"/>
                  <a:pt x="57372" y="277459"/>
                  <a:pt x="52410" y="283210"/>
                </a:cubicBezTo>
                <a:lnTo>
                  <a:pt x="46301" y="290291"/>
                </a:lnTo>
                <a:cubicBezTo>
                  <a:pt x="41293" y="295850"/>
                  <a:pt x="32763" y="296391"/>
                  <a:pt x="27094" y="291511"/>
                </a:cubicBezTo>
                <a:cubicBezTo>
                  <a:pt x="21426" y="286622"/>
                  <a:pt x="20701" y="278101"/>
                  <a:pt x="25462" y="272332"/>
                </a:cubicBezTo>
                <a:lnTo>
                  <a:pt x="31570" y="265251"/>
                </a:lnTo>
                <a:moveTo>
                  <a:pt x="169612" y="347214"/>
                </a:moveTo>
                <a:cubicBezTo>
                  <a:pt x="175363" y="352167"/>
                  <a:pt x="176014" y="360844"/>
                  <a:pt x="171061" y="366604"/>
                </a:cubicBezTo>
                <a:lnTo>
                  <a:pt x="164953" y="373703"/>
                </a:lnTo>
                <a:cubicBezTo>
                  <a:pt x="159945" y="379262"/>
                  <a:pt x="151415" y="379803"/>
                  <a:pt x="145746" y="374923"/>
                </a:cubicBezTo>
                <a:cubicBezTo>
                  <a:pt x="140078" y="370034"/>
                  <a:pt x="139353" y="361513"/>
                  <a:pt x="144113" y="355744"/>
                </a:cubicBezTo>
                <a:lnTo>
                  <a:pt x="150222" y="348645"/>
                </a:lnTo>
                <a:cubicBezTo>
                  <a:pt x="155184" y="342903"/>
                  <a:pt x="163861" y="342261"/>
                  <a:pt x="169612" y="347214"/>
                </a:cubicBezTo>
                <a:moveTo>
                  <a:pt x="25462" y="367283"/>
                </a:moveTo>
                <a:cubicBezTo>
                  <a:pt x="28635" y="363440"/>
                  <a:pt x="33643" y="361605"/>
                  <a:pt x="38550" y="362504"/>
                </a:cubicBezTo>
                <a:cubicBezTo>
                  <a:pt x="43448" y="363394"/>
                  <a:pt x="47493" y="366879"/>
                  <a:pt x="49098" y="371594"/>
                </a:cubicBezTo>
                <a:cubicBezTo>
                  <a:pt x="50704" y="376317"/>
                  <a:pt x="49640" y="381536"/>
                  <a:pt x="46301" y="385242"/>
                </a:cubicBezTo>
                <a:lnTo>
                  <a:pt x="40192" y="392323"/>
                </a:lnTo>
                <a:cubicBezTo>
                  <a:pt x="35157" y="397753"/>
                  <a:pt x="26737" y="398230"/>
                  <a:pt x="21123" y="393396"/>
                </a:cubicBezTo>
                <a:cubicBezTo>
                  <a:pt x="15519" y="388572"/>
                  <a:pt x="14730" y="380161"/>
                  <a:pt x="19353" y="374382"/>
                </a:cubicBezTo>
                <a:lnTo>
                  <a:pt x="25462" y="367283"/>
                </a:lnTo>
                <a:moveTo>
                  <a:pt x="134868" y="151497"/>
                </a:moveTo>
                <a:cubicBezTo>
                  <a:pt x="140628" y="146544"/>
                  <a:pt x="149323" y="147195"/>
                  <a:pt x="154276" y="152965"/>
                </a:cubicBezTo>
                <a:lnTo>
                  <a:pt x="160385" y="160046"/>
                </a:lnTo>
                <a:cubicBezTo>
                  <a:pt x="165145" y="165815"/>
                  <a:pt x="164421" y="174336"/>
                  <a:pt x="158752" y="179225"/>
                </a:cubicBezTo>
                <a:cubicBezTo>
                  <a:pt x="153084" y="184104"/>
                  <a:pt x="144554" y="183563"/>
                  <a:pt x="139546" y="178005"/>
                </a:cubicBezTo>
                <a:lnTo>
                  <a:pt x="133437" y="170906"/>
                </a:lnTo>
                <a:cubicBezTo>
                  <a:pt x="128475" y="165155"/>
                  <a:pt x="129108" y="156459"/>
                  <a:pt x="134868" y="151497"/>
                </a:cubicBezTo>
                <a:moveTo>
                  <a:pt x="88328" y="216877"/>
                </a:moveTo>
                <a:lnTo>
                  <a:pt x="94437" y="223958"/>
                </a:lnTo>
                <a:cubicBezTo>
                  <a:pt x="97775" y="227663"/>
                  <a:pt x="98839" y="232882"/>
                  <a:pt x="97234" y="237606"/>
                </a:cubicBezTo>
                <a:cubicBezTo>
                  <a:pt x="95629" y="242320"/>
                  <a:pt x="91584" y="245806"/>
                  <a:pt x="86686" y="246696"/>
                </a:cubicBezTo>
                <a:cubicBezTo>
                  <a:pt x="81779" y="247594"/>
                  <a:pt x="76771" y="245760"/>
                  <a:pt x="73597" y="241917"/>
                </a:cubicBezTo>
                <a:lnTo>
                  <a:pt x="67489" y="234836"/>
                </a:lnTo>
                <a:cubicBezTo>
                  <a:pt x="64150" y="231130"/>
                  <a:pt x="63086" y="225911"/>
                  <a:pt x="64691" y="221188"/>
                </a:cubicBezTo>
                <a:cubicBezTo>
                  <a:pt x="66296" y="216473"/>
                  <a:pt x="70341" y="212988"/>
                  <a:pt x="75239" y="212098"/>
                </a:cubicBezTo>
                <a:cubicBezTo>
                  <a:pt x="80146" y="211199"/>
                  <a:pt x="85154" y="213034"/>
                  <a:pt x="88328" y="216877"/>
                </a:cubicBezTo>
                <a:moveTo>
                  <a:pt x="89557" y="369411"/>
                </a:moveTo>
                <a:cubicBezTo>
                  <a:pt x="95317" y="364467"/>
                  <a:pt x="103994" y="365127"/>
                  <a:pt x="108947" y="370878"/>
                </a:cubicBezTo>
                <a:lnTo>
                  <a:pt x="115056" y="377959"/>
                </a:lnTo>
                <a:cubicBezTo>
                  <a:pt x="119816" y="383729"/>
                  <a:pt x="119092" y="392250"/>
                  <a:pt x="113423" y="397138"/>
                </a:cubicBezTo>
                <a:cubicBezTo>
                  <a:pt x="107755" y="402018"/>
                  <a:pt x="99225" y="401477"/>
                  <a:pt x="94217" y="395918"/>
                </a:cubicBezTo>
                <a:lnTo>
                  <a:pt x="88108" y="388819"/>
                </a:lnTo>
                <a:cubicBezTo>
                  <a:pt x="83146" y="383059"/>
                  <a:pt x="83797" y="374373"/>
                  <a:pt x="89557" y="369411"/>
                </a:cubicBezTo>
                <a:moveTo>
                  <a:pt x="72368" y="314121"/>
                </a:moveTo>
                <a:lnTo>
                  <a:pt x="78477" y="321202"/>
                </a:lnTo>
                <a:cubicBezTo>
                  <a:pt x="81816" y="324907"/>
                  <a:pt x="82880" y="330126"/>
                  <a:pt x="81275" y="334850"/>
                </a:cubicBezTo>
                <a:cubicBezTo>
                  <a:pt x="79669" y="339564"/>
                  <a:pt x="75624" y="343050"/>
                  <a:pt x="70727" y="343939"/>
                </a:cubicBezTo>
                <a:cubicBezTo>
                  <a:pt x="65819" y="344838"/>
                  <a:pt x="60811" y="343004"/>
                  <a:pt x="57638" y="339161"/>
                </a:cubicBezTo>
                <a:lnTo>
                  <a:pt x="51529" y="332061"/>
                </a:lnTo>
                <a:cubicBezTo>
                  <a:pt x="46906" y="326283"/>
                  <a:pt x="47695" y="317872"/>
                  <a:pt x="53299" y="313047"/>
                </a:cubicBezTo>
                <a:cubicBezTo>
                  <a:pt x="58913" y="308214"/>
                  <a:pt x="67333" y="308691"/>
                  <a:pt x="72368" y="314121"/>
                </a:cubicBezTo>
                <a:moveTo>
                  <a:pt x="117367" y="286072"/>
                </a:moveTo>
                <a:cubicBezTo>
                  <a:pt x="123127" y="281119"/>
                  <a:pt x="131823" y="281770"/>
                  <a:pt x="136776" y="287539"/>
                </a:cubicBezTo>
                <a:lnTo>
                  <a:pt x="142884" y="294620"/>
                </a:lnTo>
                <a:cubicBezTo>
                  <a:pt x="147837" y="300381"/>
                  <a:pt x="147195" y="309067"/>
                  <a:pt x="141435" y="314029"/>
                </a:cubicBezTo>
                <a:cubicBezTo>
                  <a:pt x="135675" y="318982"/>
                  <a:pt x="126989" y="318340"/>
                  <a:pt x="122027" y="312580"/>
                </a:cubicBezTo>
                <a:lnTo>
                  <a:pt x="115918" y="305480"/>
                </a:lnTo>
                <a:cubicBezTo>
                  <a:pt x="110965" y="299720"/>
                  <a:pt x="111616" y="291025"/>
                  <a:pt x="117386" y="286072"/>
                </a:cubicBezTo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60577" y="2672292"/>
            <a:ext cx="440266" cy="376061"/>
          </a:xfrm>
          <a:custGeom>
            <a:avLst/>
            <a:gdLst/>
            <a:ahLst/>
            <a:cxnLst/>
            <a:rect l="0" t="0" r="0" b="0"/>
            <a:pathLst>
              <a:path w="440266" h="376061">
                <a:moveTo>
                  <a:pt x="146755" y="169686"/>
                </a:moveTo>
                <a:lnTo>
                  <a:pt x="146755" y="151341"/>
                </a:lnTo>
                <a:cubicBezTo>
                  <a:pt x="146755" y="141206"/>
                  <a:pt x="138546" y="132997"/>
                  <a:pt x="128411" y="132997"/>
                </a:cubicBezTo>
                <a:cubicBezTo>
                  <a:pt x="118275" y="132997"/>
                  <a:pt x="110066" y="141206"/>
                  <a:pt x="110066" y="151341"/>
                </a:cubicBezTo>
                <a:lnTo>
                  <a:pt x="110066" y="169686"/>
                </a:lnTo>
                <a:cubicBezTo>
                  <a:pt x="110066" y="179821"/>
                  <a:pt x="118275" y="188030"/>
                  <a:pt x="128411" y="188030"/>
                </a:cubicBezTo>
                <a:cubicBezTo>
                  <a:pt x="138546" y="188030"/>
                  <a:pt x="146755" y="179821"/>
                  <a:pt x="146755" y="169686"/>
                </a:cubicBezTo>
                <a:moveTo>
                  <a:pt x="311855" y="132997"/>
                </a:moveTo>
                <a:cubicBezTo>
                  <a:pt x="301720" y="132997"/>
                  <a:pt x="293511" y="141206"/>
                  <a:pt x="293511" y="151341"/>
                </a:cubicBezTo>
                <a:lnTo>
                  <a:pt x="293511" y="169686"/>
                </a:lnTo>
                <a:cubicBezTo>
                  <a:pt x="293511" y="179821"/>
                  <a:pt x="301720" y="188030"/>
                  <a:pt x="311855" y="188030"/>
                </a:cubicBezTo>
                <a:cubicBezTo>
                  <a:pt x="321990" y="188030"/>
                  <a:pt x="330200" y="179821"/>
                  <a:pt x="330200" y="169686"/>
                </a:cubicBezTo>
                <a:lnTo>
                  <a:pt x="330200" y="151341"/>
                </a:lnTo>
                <a:cubicBezTo>
                  <a:pt x="330200" y="141206"/>
                  <a:pt x="321990" y="132997"/>
                  <a:pt x="311855" y="132997"/>
                </a:cubicBezTo>
                <a:moveTo>
                  <a:pt x="311855" y="222151"/>
                </a:moveTo>
                <a:cubicBezTo>
                  <a:pt x="302839" y="217620"/>
                  <a:pt x="291850" y="221224"/>
                  <a:pt x="287273" y="230222"/>
                </a:cubicBezTo>
                <a:cubicBezTo>
                  <a:pt x="271983" y="251759"/>
                  <a:pt x="246457" y="263618"/>
                  <a:pt x="220133" y="261408"/>
                </a:cubicBezTo>
                <a:cubicBezTo>
                  <a:pt x="194130" y="263288"/>
                  <a:pt x="169025" y="251465"/>
                  <a:pt x="153909" y="230222"/>
                </a:cubicBezTo>
                <a:cubicBezTo>
                  <a:pt x="148956" y="221986"/>
                  <a:pt x="138491" y="218977"/>
                  <a:pt x="129915" y="223306"/>
                </a:cubicBezTo>
                <a:cubicBezTo>
                  <a:pt x="121339" y="227645"/>
                  <a:pt x="117560" y="237863"/>
                  <a:pt x="121256" y="246732"/>
                </a:cubicBezTo>
                <a:cubicBezTo>
                  <a:pt x="142224" y="280780"/>
                  <a:pt x="180224" y="300518"/>
                  <a:pt x="220133" y="298097"/>
                </a:cubicBezTo>
                <a:cubicBezTo>
                  <a:pt x="260041" y="300518"/>
                  <a:pt x="298042" y="280780"/>
                  <a:pt x="319009" y="246732"/>
                </a:cubicBezTo>
                <a:cubicBezTo>
                  <a:pt x="323678" y="237954"/>
                  <a:pt x="320504" y="227049"/>
                  <a:pt x="311855" y="222151"/>
                </a:cubicBezTo>
                <a:moveTo>
                  <a:pt x="440266" y="55033"/>
                </a:moveTo>
                <a:cubicBezTo>
                  <a:pt x="440266" y="24636"/>
                  <a:pt x="415630" y="0"/>
                  <a:pt x="385233" y="0"/>
                </a:cubicBezTo>
                <a:lnTo>
                  <a:pt x="55033" y="0"/>
                </a:lnTo>
                <a:cubicBezTo>
                  <a:pt x="24636" y="0"/>
                  <a:pt x="0" y="24636"/>
                  <a:pt x="0" y="55033"/>
                </a:cubicBezTo>
                <a:lnTo>
                  <a:pt x="0" y="321027"/>
                </a:lnTo>
                <a:cubicBezTo>
                  <a:pt x="0" y="351424"/>
                  <a:pt x="24636" y="376061"/>
                  <a:pt x="55033" y="376061"/>
                </a:cubicBezTo>
                <a:lnTo>
                  <a:pt x="385233" y="376061"/>
                </a:lnTo>
                <a:cubicBezTo>
                  <a:pt x="415630" y="376061"/>
                  <a:pt x="440266" y="351424"/>
                  <a:pt x="440266" y="321027"/>
                </a:cubicBezTo>
                <a:lnTo>
                  <a:pt x="440266" y="55033"/>
                </a:lnTo>
                <a:moveTo>
                  <a:pt x="192616" y="27516"/>
                </a:moveTo>
                <a:cubicBezTo>
                  <a:pt x="202751" y="27516"/>
                  <a:pt x="210961" y="35725"/>
                  <a:pt x="210961" y="45861"/>
                </a:cubicBezTo>
                <a:cubicBezTo>
                  <a:pt x="210961" y="55996"/>
                  <a:pt x="202751" y="64205"/>
                  <a:pt x="192616" y="64205"/>
                </a:cubicBezTo>
                <a:cubicBezTo>
                  <a:pt x="182481" y="64205"/>
                  <a:pt x="174272" y="55996"/>
                  <a:pt x="174272" y="45861"/>
                </a:cubicBezTo>
                <a:cubicBezTo>
                  <a:pt x="174272" y="35725"/>
                  <a:pt x="182481" y="27516"/>
                  <a:pt x="192616" y="27516"/>
                </a:cubicBezTo>
                <a:moveTo>
                  <a:pt x="128411" y="27516"/>
                </a:moveTo>
                <a:cubicBezTo>
                  <a:pt x="138546" y="27516"/>
                  <a:pt x="146755" y="35725"/>
                  <a:pt x="146755" y="45861"/>
                </a:cubicBezTo>
                <a:cubicBezTo>
                  <a:pt x="146755" y="55996"/>
                  <a:pt x="138546" y="64205"/>
                  <a:pt x="128411" y="64205"/>
                </a:cubicBezTo>
                <a:cubicBezTo>
                  <a:pt x="118275" y="64205"/>
                  <a:pt x="110066" y="55996"/>
                  <a:pt x="110066" y="45861"/>
                </a:cubicBezTo>
                <a:cubicBezTo>
                  <a:pt x="110066" y="35725"/>
                  <a:pt x="118275" y="27516"/>
                  <a:pt x="128411" y="27516"/>
                </a:cubicBezTo>
                <a:moveTo>
                  <a:pt x="64205" y="27516"/>
                </a:moveTo>
                <a:cubicBezTo>
                  <a:pt x="74340" y="27516"/>
                  <a:pt x="82550" y="35725"/>
                  <a:pt x="82550" y="45861"/>
                </a:cubicBezTo>
                <a:cubicBezTo>
                  <a:pt x="82550" y="55996"/>
                  <a:pt x="74340" y="64205"/>
                  <a:pt x="64205" y="64205"/>
                </a:cubicBezTo>
                <a:cubicBezTo>
                  <a:pt x="54070" y="64205"/>
                  <a:pt x="45861" y="55996"/>
                  <a:pt x="45861" y="45861"/>
                </a:cubicBezTo>
                <a:cubicBezTo>
                  <a:pt x="45861" y="35725"/>
                  <a:pt x="54070" y="27516"/>
                  <a:pt x="64205" y="27516"/>
                </a:cubicBezTo>
                <a:moveTo>
                  <a:pt x="403577" y="321027"/>
                </a:moveTo>
                <a:cubicBezTo>
                  <a:pt x="403577" y="331163"/>
                  <a:pt x="395368" y="339372"/>
                  <a:pt x="385233" y="339372"/>
                </a:cubicBezTo>
                <a:lnTo>
                  <a:pt x="55033" y="339372"/>
                </a:lnTo>
                <a:cubicBezTo>
                  <a:pt x="44898" y="339372"/>
                  <a:pt x="36688" y="331163"/>
                  <a:pt x="36688" y="321027"/>
                </a:cubicBezTo>
                <a:lnTo>
                  <a:pt x="36688" y="96308"/>
                </a:lnTo>
                <a:cubicBezTo>
                  <a:pt x="36688" y="93776"/>
                  <a:pt x="38743" y="91722"/>
                  <a:pt x="41275" y="91722"/>
                </a:cubicBezTo>
                <a:lnTo>
                  <a:pt x="398991" y="91722"/>
                </a:lnTo>
                <a:cubicBezTo>
                  <a:pt x="401523" y="91722"/>
                  <a:pt x="403577" y="93776"/>
                  <a:pt x="403577" y="96308"/>
                </a:cubicBezTo>
                <a:lnTo>
                  <a:pt x="403577" y="321027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929927" y="4401090"/>
            <a:ext cx="441165" cy="440431"/>
          </a:xfrm>
          <a:custGeom>
            <a:avLst/>
            <a:gdLst/>
            <a:ahLst/>
            <a:cxnLst/>
            <a:rect l="0" t="0" r="0" b="0"/>
            <a:pathLst>
              <a:path w="441165" h="440431">
                <a:moveTo>
                  <a:pt x="394854" y="174437"/>
                </a:moveTo>
                <a:cubicBezTo>
                  <a:pt x="384719" y="174437"/>
                  <a:pt x="376510" y="182646"/>
                  <a:pt x="376510" y="192781"/>
                </a:cubicBezTo>
                <a:lnTo>
                  <a:pt x="376510" y="394570"/>
                </a:lnTo>
                <a:cubicBezTo>
                  <a:pt x="376510" y="399633"/>
                  <a:pt x="372401" y="403742"/>
                  <a:pt x="367338" y="403742"/>
                </a:cubicBezTo>
                <a:lnTo>
                  <a:pt x="73827" y="403742"/>
                </a:lnTo>
                <a:cubicBezTo>
                  <a:pt x="68764" y="403742"/>
                  <a:pt x="64654" y="399633"/>
                  <a:pt x="64654" y="394570"/>
                </a:cubicBezTo>
                <a:lnTo>
                  <a:pt x="64654" y="192781"/>
                </a:lnTo>
                <a:cubicBezTo>
                  <a:pt x="64654" y="182646"/>
                  <a:pt x="56445" y="174437"/>
                  <a:pt x="46310" y="174437"/>
                </a:cubicBezTo>
                <a:cubicBezTo>
                  <a:pt x="36175" y="174437"/>
                  <a:pt x="27966" y="182646"/>
                  <a:pt x="27966" y="192781"/>
                </a:cubicBezTo>
                <a:lnTo>
                  <a:pt x="27966" y="403742"/>
                </a:lnTo>
                <a:cubicBezTo>
                  <a:pt x="27966" y="424004"/>
                  <a:pt x="44393" y="440431"/>
                  <a:pt x="64654" y="440431"/>
                </a:cubicBezTo>
                <a:lnTo>
                  <a:pt x="376510" y="440431"/>
                </a:lnTo>
                <a:cubicBezTo>
                  <a:pt x="396771" y="440431"/>
                  <a:pt x="413199" y="424004"/>
                  <a:pt x="413199" y="403742"/>
                </a:cubicBezTo>
                <a:lnTo>
                  <a:pt x="413199" y="192781"/>
                </a:lnTo>
                <a:cubicBezTo>
                  <a:pt x="413199" y="182646"/>
                  <a:pt x="404990" y="174437"/>
                  <a:pt x="394854" y="174437"/>
                </a:cubicBezTo>
                <a:moveTo>
                  <a:pt x="202238" y="161779"/>
                </a:moveTo>
                <a:cubicBezTo>
                  <a:pt x="204962" y="160082"/>
                  <a:pt x="206622" y="157101"/>
                  <a:pt x="206640" y="153891"/>
                </a:cubicBezTo>
                <a:lnTo>
                  <a:pt x="206640" y="9337"/>
                </a:lnTo>
                <a:cubicBezTo>
                  <a:pt x="206640" y="4274"/>
                  <a:pt x="202531" y="165"/>
                  <a:pt x="197468" y="165"/>
                </a:cubicBezTo>
                <a:lnTo>
                  <a:pt x="136748" y="165"/>
                </a:lnTo>
                <a:cubicBezTo>
                  <a:pt x="132520" y="192"/>
                  <a:pt x="128833" y="3045"/>
                  <a:pt x="127759" y="7135"/>
                </a:cubicBezTo>
                <a:lnTo>
                  <a:pt x="110516" y="73542"/>
                </a:lnTo>
                <a:cubicBezTo>
                  <a:pt x="110112" y="76707"/>
                  <a:pt x="110112" y="79917"/>
                  <a:pt x="110516" y="83081"/>
                </a:cubicBezTo>
                <a:lnTo>
                  <a:pt x="110516" y="146920"/>
                </a:lnTo>
                <a:cubicBezTo>
                  <a:pt x="110488" y="149681"/>
                  <a:pt x="111699" y="152304"/>
                  <a:pt x="113818" y="154074"/>
                </a:cubicBezTo>
                <a:cubicBezTo>
                  <a:pt x="138729" y="175015"/>
                  <a:pt x="174088" y="178097"/>
                  <a:pt x="202238" y="161779"/>
                </a:cubicBezTo>
                <a:moveTo>
                  <a:pt x="77129" y="147837"/>
                </a:moveTo>
                <a:cubicBezTo>
                  <a:pt x="80385" y="146379"/>
                  <a:pt x="82467" y="143141"/>
                  <a:pt x="82449" y="139582"/>
                </a:cubicBezTo>
                <a:lnTo>
                  <a:pt x="82449" y="75193"/>
                </a:lnTo>
                <a:lnTo>
                  <a:pt x="98225" y="11538"/>
                </a:lnTo>
                <a:cubicBezTo>
                  <a:pt x="98977" y="8796"/>
                  <a:pt x="98362" y="5861"/>
                  <a:pt x="96574" y="3650"/>
                </a:cubicBezTo>
                <a:cubicBezTo>
                  <a:pt x="94859" y="1440"/>
                  <a:pt x="92217" y="146"/>
                  <a:pt x="89419" y="165"/>
                </a:cubicBezTo>
                <a:lnTo>
                  <a:pt x="50529" y="165"/>
                </a:lnTo>
                <a:cubicBezTo>
                  <a:pt x="43228" y="0"/>
                  <a:pt x="36532" y="4182"/>
                  <a:pt x="33469" y="10804"/>
                </a:cubicBezTo>
                <a:lnTo>
                  <a:pt x="2467" y="73542"/>
                </a:lnTo>
                <a:cubicBezTo>
                  <a:pt x="1265" y="75872"/>
                  <a:pt x="577" y="78440"/>
                  <a:pt x="449" y="81064"/>
                </a:cubicBezTo>
                <a:lnTo>
                  <a:pt x="449" y="95923"/>
                </a:lnTo>
                <a:cubicBezTo>
                  <a:pt x="0" y="114652"/>
                  <a:pt x="9098" y="132318"/>
                  <a:pt x="24609" y="142820"/>
                </a:cubicBezTo>
                <a:cubicBezTo>
                  <a:pt x="40128" y="153322"/>
                  <a:pt x="59912" y="155212"/>
                  <a:pt x="77129" y="147837"/>
                </a:cubicBezTo>
                <a:moveTo>
                  <a:pt x="438698" y="73542"/>
                </a:moveTo>
                <a:lnTo>
                  <a:pt x="407696" y="10804"/>
                </a:lnTo>
                <a:cubicBezTo>
                  <a:pt x="404632" y="4182"/>
                  <a:pt x="397936" y="0"/>
                  <a:pt x="390635" y="165"/>
                </a:cubicBezTo>
                <a:lnTo>
                  <a:pt x="351745" y="165"/>
                </a:lnTo>
                <a:cubicBezTo>
                  <a:pt x="348948" y="146"/>
                  <a:pt x="346306" y="1440"/>
                  <a:pt x="344591" y="3650"/>
                </a:cubicBezTo>
                <a:cubicBezTo>
                  <a:pt x="342802" y="5861"/>
                  <a:pt x="342188" y="8796"/>
                  <a:pt x="342940" y="11538"/>
                </a:cubicBezTo>
                <a:lnTo>
                  <a:pt x="358716" y="75193"/>
                </a:lnTo>
                <a:lnTo>
                  <a:pt x="358716" y="139582"/>
                </a:lnTo>
                <a:cubicBezTo>
                  <a:pt x="358698" y="143141"/>
                  <a:pt x="360780" y="146379"/>
                  <a:pt x="364036" y="147837"/>
                </a:cubicBezTo>
                <a:cubicBezTo>
                  <a:pt x="381252" y="155212"/>
                  <a:pt x="401037" y="153322"/>
                  <a:pt x="416556" y="142820"/>
                </a:cubicBezTo>
                <a:cubicBezTo>
                  <a:pt x="432066" y="132318"/>
                  <a:pt x="441165" y="114652"/>
                  <a:pt x="440716" y="95923"/>
                </a:cubicBezTo>
                <a:lnTo>
                  <a:pt x="440716" y="81064"/>
                </a:lnTo>
                <a:cubicBezTo>
                  <a:pt x="440587" y="78440"/>
                  <a:pt x="439899" y="75872"/>
                  <a:pt x="438698" y="73542"/>
                </a:cubicBezTo>
                <a:moveTo>
                  <a:pt x="327897" y="153708"/>
                </a:moveTo>
                <a:cubicBezTo>
                  <a:pt x="329759" y="151956"/>
                  <a:pt x="330759" y="149479"/>
                  <a:pt x="330649" y="146920"/>
                </a:cubicBezTo>
                <a:lnTo>
                  <a:pt x="330649" y="83081"/>
                </a:lnTo>
                <a:cubicBezTo>
                  <a:pt x="331053" y="79917"/>
                  <a:pt x="331053" y="76707"/>
                  <a:pt x="330649" y="73542"/>
                </a:cubicBezTo>
                <a:lnTo>
                  <a:pt x="313405" y="7135"/>
                </a:lnTo>
                <a:cubicBezTo>
                  <a:pt x="312332" y="3045"/>
                  <a:pt x="308645" y="192"/>
                  <a:pt x="304416" y="165"/>
                </a:cubicBezTo>
                <a:lnTo>
                  <a:pt x="243513" y="165"/>
                </a:lnTo>
                <a:cubicBezTo>
                  <a:pt x="238450" y="165"/>
                  <a:pt x="234341" y="4274"/>
                  <a:pt x="234341" y="9337"/>
                </a:cubicBezTo>
                <a:lnTo>
                  <a:pt x="234341" y="153891"/>
                </a:lnTo>
                <a:cubicBezTo>
                  <a:pt x="234386" y="157092"/>
                  <a:pt x="236138" y="160027"/>
                  <a:pt x="238927" y="161596"/>
                </a:cubicBezTo>
                <a:cubicBezTo>
                  <a:pt x="267223" y="178234"/>
                  <a:pt x="302967" y="175070"/>
                  <a:pt x="327897" y="153708"/>
                </a:cubicBezTo>
                <a:moveTo>
                  <a:pt x="197468" y="240293"/>
                </a:moveTo>
                <a:cubicBezTo>
                  <a:pt x="202064" y="241504"/>
                  <a:pt x="206796" y="238936"/>
                  <a:pt x="208291" y="234423"/>
                </a:cubicBezTo>
                <a:cubicBezTo>
                  <a:pt x="216244" y="210942"/>
                  <a:pt x="236093" y="193469"/>
                  <a:pt x="260390" y="188562"/>
                </a:cubicBezTo>
                <a:cubicBezTo>
                  <a:pt x="270259" y="186645"/>
                  <a:pt x="279826" y="193029"/>
                  <a:pt x="281853" y="202871"/>
                </a:cubicBezTo>
                <a:cubicBezTo>
                  <a:pt x="283880" y="212804"/>
                  <a:pt x="277478" y="222490"/>
                  <a:pt x="267544" y="224517"/>
                </a:cubicBezTo>
                <a:cubicBezTo>
                  <a:pt x="262747" y="225416"/>
                  <a:pt x="258216" y="227425"/>
                  <a:pt x="254336" y="230387"/>
                </a:cubicBezTo>
                <a:cubicBezTo>
                  <a:pt x="252859" y="231727"/>
                  <a:pt x="252281" y="233799"/>
                  <a:pt x="252868" y="235707"/>
                </a:cubicBezTo>
                <a:cubicBezTo>
                  <a:pt x="253611" y="237487"/>
                  <a:pt x="255345" y="238642"/>
                  <a:pt x="257271" y="238642"/>
                </a:cubicBezTo>
                <a:cubicBezTo>
                  <a:pt x="270984" y="237404"/>
                  <a:pt x="284559" y="242155"/>
                  <a:pt x="294510" y="251667"/>
                </a:cubicBezTo>
                <a:cubicBezTo>
                  <a:pt x="309736" y="267627"/>
                  <a:pt x="311204" y="295877"/>
                  <a:pt x="298179" y="327246"/>
                </a:cubicBezTo>
                <a:cubicBezTo>
                  <a:pt x="289007" y="349626"/>
                  <a:pt x="270296" y="376226"/>
                  <a:pt x="248466" y="376226"/>
                </a:cubicBezTo>
                <a:cubicBezTo>
                  <a:pt x="240486" y="376116"/>
                  <a:pt x="232754" y="373419"/>
                  <a:pt x="226452" y="368521"/>
                </a:cubicBezTo>
                <a:cubicBezTo>
                  <a:pt x="223150" y="365980"/>
                  <a:pt x="218564" y="365980"/>
                  <a:pt x="215262" y="368521"/>
                </a:cubicBezTo>
                <a:cubicBezTo>
                  <a:pt x="209007" y="373382"/>
                  <a:pt x="201348" y="376079"/>
                  <a:pt x="193432" y="376226"/>
                </a:cubicBezTo>
                <a:cubicBezTo>
                  <a:pt x="171236" y="375859"/>
                  <a:pt x="152708" y="349626"/>
                  <a:pt x="143352" y="327246"/>
                </a:cubicBezTo>
                <a:cubicBezTo>
                  <a:pt x="130328" y="295877"/>
                  <a:pt x="131795" y="267627"/>
                  <a:pt x="147204" y="251667"/>
                </a:cubicBezTo>
                <a:cubicBezTo>
                  <a:pt x="160935" y="239569"/>
                  <a:pt x="179867" y="235285"/>
                  <a:pt x="197468" y="240293"/>
                </a:cubicBez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60577" y="5281972"/>
            <a:ext cx="440266" cy="440083"/>
          </a:xfrm>
          <a:custGeom>
            <a:avLst/>
            <a:gdLst/>
            <a:ahLst/>
            <a:cxnLst/>
            <a:rect l="0" t="0" r="0" b="0"/>
            <a:pathLst>
              <a:path w="440266" h="440083">
                <a:moveTo>
                  <a:pt x="155927" y="36505"/>
                </a:moveTo>
                <a:lnTo>
                  <a:pt x="36688" y="36505"/>
                </a:lnTo>
                <a:cubicBezTo>
                  <a:pt x="16427" y="36505"/>
                  <a:pt x="0" y="52932"/>
                  <a:pt x="0" y="73194"/>
                </a:cubicBezTo>
                <a:lnTo>
                  <a:pt x="0" y="403394"/>
                </a:lnTo>
                <a:cubicBezTo>
                  <a:pt x="0" y="423655"/>
                  <a:pt x="16427" y="440083"/>
                  <a:pt x="36688" y="440083"/>
                </a:cubicBezTo>
                <a:lnTo>
                  <a:pt x="165100" y="440083"/>
                </a:lnTo>
                <a:cubicBezTo>
                  <a:pt x="175235" y="440083"/>
                  <a:pt x="183444" y="431874"/>
                  <a:pt x="183444" y="421738"/>
                </a:cubicBezTo>
                <a:cubicBezTo>
                  <a:pt x="183444" y="411603"/>
                  <a:pt x="175235" y="403394"/>
                  <a:pt x="165100" y="403394"/>
                </a:cubicBezTo>
                <a:lnTo>
                  <a:pt x="105480" y="403394"/>
                </a:lnTo>
                <a:cubicBezTo>
                  <a:pt x="102949" y="403394"/>
                  <a:pt x="100894" y="401339"/>
                  <a:pt x="100894" y="398808"/>
                </a:cubicBezTo>
                <a:lnTo>
                  <a:pt x="100894" y="357533"/>
                </a:lnTo>
                <a:cubicBezTo>
                  <a:pt x="100894" y="347397"/>
                  <a:pt x="92685" y="339188"/>
                  <a:pt x="82550" y="339188"/>
                </a:cubicBezTo>
                <a:cubicBezTo>
                  <a:pt x="72414" y="339188"/>
                  <a:pt x="64205" y="347397"/>
                  <a:pt x="64205" y="357533"/>
                </a:cubicBezTo>
                <a:lnTo>
                  <a:pt x="64205" y="398808"/>
                </a:lnTo>
                <a:cubicBezTo>
                  <a:pt x="64205" y="401339"/>
                  <a:pt x="62150" y="403394"/>
                  <a:pt x="59619" y="403394"/>
                </a:cubicBezTo>
                <a:lnTo>
                  <a:pt x="41275" y="403394"/>
                </a:lnTo>
                <a:cubicBezTo>
                  <a:pt x="38743" y="403394"/>
                  <a:pt x="36688" y="401339"/>
                  <a:pt x="36688" y="398808"/>
                </a:cubicBezTo>
                <a:lnTo>
                  <a:pt x="36688" y="224536"/>
                </a:lnTo>
                <a:cubicBezTo>
                  <a:pt x="36688" y="222004"/>
                  <a:pt x="38743" y="219949"/>
                  <a:pt x="41275" y="219949"/>
                </a:cubicBezTo>
                <a:lnTo>
                  <a:pt x="87136" y="219949"/>
                </a:lnTo>
                <a:cubicBezTo>
                  <a:pt x="89667" y="219949"/>
                  <a:pt x="91722" y="222004"/>
                  <a:pt x="91722" y="224536"/>
                </a:cubicBezTo>
                <a:lnTo>
                  <a:pt x="91722" y="293327"/>
                </a:lnTo>
                <a:cubicBezTo>
                  <a:pt x="91722" y="303462"/>
                  <a:pt x="99931" y="311672"/>
                  <a:pt x="110066" y="311672"/>
                </a:cubicBezTo>
                <a:cubicBezTo>
                  <a:pt x="120201" y="311672"/>
                  <a:pt x="128411" y="303462"/>
                  <a:pt x="128411" y="293327"/>
                </a:cubicBezTo>
                <a:lnTo>
                  <a:pt x="128411" y="201605"/>
                </a:lnTo>
                <a:cubicBezTo>
                  <a:pt x="128411" y="191470"/>
                  <a:pt x="120201" y="183261"/>
                  <a:pt x="110066" y="183261"/>
                </a:cubicBezTo>
                <a:lnTo>
                  <a:pt x="41275" y="183261"/>
                </a:lnTo>
                <a:cubicBezTo>
                  <a:pt x="38743" y="183261"/>
                  <a:pt x="36688" y="181206"/>
                  <a:pt x="36688" y="178674"/>
                </a:cubicBezTo>
                <a:lnTo>
                  <a:pt x="36688" y="77780"/>
                </a:lnTo>
                <a:cubicBezTo>
                  <a:pt x="36688" y="75248"/>
                  <a:pt x="38743" y="73194"/>
                  <a:pt x="41275" y="73194"/>
                </a:cubicBezTo>
                <a:lnTo>
                  <a:pt x="96308" y="73194"/>
                </a:lnTo>
                <a:cubicBezTo>
                  <a:pt x="98839" y="73194"/>
                  <a:pt x="100894" y="75248"/>
                  <a:pt x="100894" y="77780"/>
                </a:cubicBezTo>
                <a:lnTo>
                  <a:pt x="100894" y="105297"/>
                </a:lnTo>
                <a:cubicBezTo>
                  <a:pt x="100894" y="107828"/>
                  <a:pt x="98839" y="109883"/>
                  <a:pt x="96308" y="109883"/>
                </a:cubicBezTo>
                <a:lnTo>
                  <a:pt x="82550" y="109883"/>
                </a:lnTo>
                <a:cubicBezTo>
                  <a:pt x="72414" y="109883"/>
                  <a:pt x="64205" y="118092"/>
                  <a:pt x="64205" y="128227"/>
                </a:cubicBezTo>
                <a:cubicBezTo>
                  <a:pt x="64205" y="138362"/>
                  <a:pt x="72414" y="146572"/>
                  <a:pt x="82550" y="146572"/>
                </a:cubicBezTo>
                <a:lnTo>
                  <a:pt x="119238" y="146572"/>
                </a:lnTo>
                <a:cubicBezTo>
                  <a:pt x="129374" y="146572"/>
                  <a:pt x="137583" y="138362"/>
                  <a:pt x="137583" y="128227"/>
                </a:cubicBezTo>
                <a:lnTo>
                  <a:pt x="137583" y="77780"/>
                </a:lnTo>
                <a:cubicBezTo>
                  <a:pt x="137583" y="75248"/>
                  <a:pt x="139637" y="73194"/>
                  <a:pt x="142169" y="73194"/>
                </a:cubicBezTo>
                <a:lnTo>
                  <a:pt x="155927" y="73194"/>
                </a:lnTo>
                <a:cubicBezTo>
                  <a:pt x="166063" y="73194"/>
                  <a:pt x="174272" y="64985"/>
                  <a:pt x="174272" y="54849"/>
                </a:cubicBezTo>
                <a:cubicBezTo>
                  <a:pt x="174272" y="44714"/>
                  <a:pt x="166063" y="36505"/>
                  <a:pt x="155927" y="36505"/>
                </a:cubicBezTo>
                <a:moveTo>
                  <a:pt x="440266" y="73194"/>
                </a:moveTo>
                <a:cubicBezTo>
                  <a:pt x="440266" y="52932"/>
                  <a:pt x="423839" y="36505"/>
                  <a:pt x="403577" y="36505"/>
                </a:cubicBezTo>
                <a:lnTo>
                  <a:pt x="348544" y="36505"/>
                </a:lnTo>
                <a:cubicBezTo>
                  <a:pt x="338409" y="36505"/>
                  <a:pt x="330200" y="44714"/>
                  <a:pt x="330200" y="54849"/>
                </a:cubicBezTo>
                <a:cubicBezTo>
                  <a:pt x="330200" y="64985"/>
                  <a:pt x="338409" y="73194"/>
                  <a:pt x="348544" y="73194"/>
                </a:cubicBezTo>
                <a:lnTo>
                  <a:pt x="398991" y="73194"/>
                </a:lnTo>
                <a:cubicBezTo>
                  <a:pt x="401523" y="73194"/>
                  <a:pt x="403577" y="75248"/>
                  <a:pt x="403577" y="77780"/>
                </a:cubicBezTo>
                <a:lnTo>
                  <a:pt x="403577" y="105297"/>
                </a:lnTo>
                <a:cubicBezTo>
                  <a:pt x="403577" y="107828"/>
                  <a:pt x="401523" y="109883"/>
                  <a:pt x="398991" y="109883"/>
                </a:cubicBezTo>
                <a:lnTo>
                  <a:pt x="330200" y="109883"/>
                </a:lnTo>
                <a:cubicBezTo>
                  <a:pt x="320064" y="109883"/>
                  <a:pt x="311855" y="118092"/>
                  <a:pt x="311855" y="128227"/>
                </a:cubicBezTo>
                <a:cubicBezTo>
                  <a:pt x="311855" y="138362"/>
                  <a:pt x="320064" y="146572"/>
                  <a:pt x="330200" y="146572"/>
                </a:cubicBezTo>
                <a:lnTo>
                  <a:pt x="398991" y="146572"/>
                </a:lnTo>
                <a:cubicBezTo>
                  <a:pt x="401523" y="146572"/>
                  <a:pt x="403577" y="148626"/>
                  <a:pt x="403577" y="151158"/>
                </a:cubicBezTo>
                <a:lnTo>
                  <a:pt x="403577" y="187847"/>
                </a:lnTo>
                <a:cubicBezTo>
                  <a:pt x="403577" y="190378"/>
                  <a:pt x="401523" y="192433"/>
                  <a:pt x="398991" y="192433"/>
                </a:cubicBezTo>
                <a:lnTo>
                  <a:pt x="238477" y="192433"/>
                </a:lnTo>
                <a:cubicBezTo>
                  <a:pt x="228342" y="192433"/>
                  <a:pt x="220133" y="200642"/>
                  <a:pt x="220133" y="210777"/>
                </a:cubicBezTo>
                <a:cubicBezTo>
                  <a:pt x="220133" y="220912"/>
                  <a:pt x="228342" y="229122"/>
                  <a:pt x="238477" y="229122"/>
                </a:cubicBezTo>
                <a:lnTo>
                  <a:pt x="270580" y="229122"/>
                </a:lnTo>
                <a:cubicBezTo>
                  <a:pt x="273112" y="229122"/>
                  <a:pt x="275166" y="231176"/>
                  <a:pt x="275166" y="233708"/>
                </a:cubicBezTo>
                <a:lnTo>
                  <a:pt x="275166" y="270397"/>
                </a:lnTo>
                <a:cubicBezTo>
                  <a:pt x="275166" y="272928"/>
                  <a:pt x="273112" y="274983"/>
                  <a:pt x="270580" y="274983"/>
                </a:cubicBezTo>
                <a:lnTo>
                  <a:pt x="247650" y="274983"/>
                </a:lnTo>
                <a:cubicBezTo>
                  <a:pt x="237514" y="274983"/>
                  <a:pt x="229305" y="283192"/>
                  <a:pt x="229305" y="293327"/>
                </a:cubicBezTo>
                <a:cubicBezTo>
                  <a:pt x="229305" y="303462"/>
                  <a:pt x="237514" y="311672"/>
                  <a:pt x="247650" y="311672"/>
                </a:cubicBezTo>
                <a:lnTo>
                  <a:pt x="293511" y="311672"/>
                </a:lnTo>
                <a:cubicBezTo>
                  <a:pt x="303646" y="311672"/>
                  <a:pt x="311855" y="303462"/>
                  <a:pt x="311855" y="293327"/>
                </a:cubicBezTo>
                <a:lnTo>
                  <a:pt x="311855" y="233708"/>
                </a:lnTo>
                <a:cubicBezTo>
                  <a:pt x="311855" y="231176"/>
                  <a:pt x="313910" y="229122"/>
                  <a:pt x="316441" y="229122"/>
                </a:cubicBezTo>
                <a:lnTo>
                  <a:pt x="398991" y="229122"/>
                </a:lnTo>
                <a:cubicBezTo>
                  <a:pt x="401523" y="229122"/>
                  <a:pt x="403577" y="231176"/>
                  <a:pt x="403577" y="233708"/>
                </a:cubicBezTo>
                <a:lnTo>
                  <a:pt x="403577" y="398808"/>
                </a:lnTo>
                <a:cubicBezTo>
                  <a:pt x="403577" y="401339"/>
                  <a:pt x="401523" y="403394"/>
                  <a:pt x="398991" y="403394"/>
                </a:cubicBezTo>
                <a:lnTo>
                  <a:pt x="380647" y="403394"/>
                </a:lnTo>
                <a:cubicBezTo>
                  <a:pt x="378115" y="403394"/>
                  <a:pt x="376061" y="401339"/>
                  <a:pt x="376061" y="398808"/>
                </a:cubicBezTo>
                <a:lnTo>
                  <a:pt x="376061" y="274983"/>
                </a:lnTo>
                <a:cubicBezTo>
                  <a:pt x="376061" y="264847"/>
                  <a:pt x="367851" y="256638"/>
                  <a:pt x="357716" y="256638"/>
                </a:cubicBezTo>
                <a:cubicBezTo>
                  <a:pt x="347581" y="256638"/>
                  <a:pt x="339372" y="264847"/>
                  <a:pt x="339372" y="274983"/>
                </a:cubicBezTo>
                <a:lnTo>
                  <a:pt x="339372" y="398808"/>
                </a:lnTo>
                <a:cubicBezTo>
                  <a:pt x="339372" y="401339"/>
                  <a:pt x="337317" y="403394"/>
                  <a:pt x="334786" y="403394"/>
                </a:cubicBezTo>
                <a:lnTo>
                  <a:pt x="293511" y="403394"/>
                </a:lnTo>
                <a:cubicBezTo>
                  <a:pt x="283375" y="403394"/>
                  <a:pt x="275166" y="411603"/>
                  <a:pt x="275166" y="421738"/>
                </a:cubicBezTo>
                <a:cubicBezTo>
                  <a:pt x="275166" y="431874"/>
                  <a:pt x="283375" y="440083"/>
                  <a:pt x="293511" y="440083"/>
                </a:cubicBezTo>
                <a:lnTo>
                  <a:pt x="403577" y="440083"/>
                </a:lnTo>
                <a:cubicBezTo>
                  <a:pt x="423839" y="440083"/>
                  <a:pt x="440266" y="423655"/>
                  <a:pt x="440266" y="403394"/>
                </a:cubicBezTo>
                <a:lnTo>
                  <a:pt x="440266" y="73194"/>
                </a:lnTo>
                <a:moveTo>
                  <a:pt x="224719" y="128227"/>
                </a:moveTo>
                <a:lnTo>
                  <a:pt x="174272" y="128227"/>
                </a:lnTo>
                <a:cubicBezTo>
                  <a:pt x="164136" y="128227"/>
                  <a:pt x="155927" y="136436"/>
                  <a:pt x="155927" y="146572"/>
                </a:cubicBezTo>
                <a:lnTo>
                  <a:pt x="155927" y="348361"/>
                </a:lnTo>
                <a:cubicBezTo>
                  <a:pt x="155927" y="358496"/>
                  <a:pt x="164136" y="366705"/>
                  <a:pt x="174272" y="366705"/>
                </a:cubicBezTo>
                <a:lnTo>
                  <a:pt x="206375" y="366705"/>
                </a:lnTo>
                <a:cubicBezTo>
                  <a:pt x="208906" y="366705"/>
                  <a:pt x="210961" y="368760"/>
                  <a:pt x="210961" y="371291"/>
                </a:cubicBezTo>
                <a:lnTo>
                  <a:pt x="210961" y="421738"/>
                </a:lnTo>
                <a:cubicBezTo>
                  <a:pt x="210961" y="431874"/>
                  <a:pt x="219170" y="440083"/>
                  <a:pt x="229305" y="440083"/>
                </a:cubicBezTo>
                <a:cubicBezTo>
                  <a:pt x="239440" y="440083"/>
                  <a:pt x="247650" y="431874"/>
                  <a:pt x="247650" y="421738"/>
                </a:cubicBezTo>
                <a:lnTo>
                  <a:pt x="247650" y="348361"/>
                </a:lnTo>
                <a:cubicBezTo>
                  <a:pt x="247650" y="338225"/>
                  <a:pt x="239440" y="330016"/>
                  <a:pt x="229305" y="330016"/>
                </a:cubicBezTo>
                <a:lnTo>
                  <a:pt x="197202" y="330016"/>
                </a:lnTo>
                <a:cubicBezTo>
                  <a:pt x="194671" y="330016"/>
                  <a:pt x="192616" y="327961"/>
                  <a:pt x="192616" y="325430"/>
                </a:cubicBezTo>
                <a:lnTo>
                  <a:pt x="192616" y="169502"/>
                </a:lnTo>
                <a:cubicBezTo>
                  <a:pt x="192616" y="166971"/>
                  <a:pt x="194671" y="164916"/>
                  <a:pt x="197202" y="164916"/>
                </a:cubicBezTo>
                <a:lnTo>
                  <a:pt x="247650" y="164916"/>
                </a:lnTo>
                <a:cubicBezTo>
                  <a:pt x="257785" y="164916"/>
                  <a:pt x="265994" y="156707"/>
                  <a:pt x="265994" y="146572"/>
                </a:cubicBezTo>
                <a:lnTo>
                  <a:pt x="265994" y="77597"/>
                </a:lnTo>
                <a:cubicBezTo>
                  <a:pt x="266095" y="75138"/>
                  <a:pt x="268113" y="73194"/>
                  <a:pt x="270580" y="73194"/>
                </a:cubicBezTo>
                <a:lnTo>
                  <a:pt x="284338" y="73194"/>
                </a:lnTo>
                <a:cubicBezTo>
                  <a:pt x="289658" y="73157"/>
                  <a:pt x="294501" y="70103"/>
                  <a:pt x="296813" y="65306"/>
                </a:cubicBezTo>
                <a:cubicBezTo>
                  <a:pt x="299078" y="60555"/>
                  <a:pt x="298436" y="54932"/>
                  <a:pt x="295162" y="50814"/>
                </a:cubicBezTo>
                <a:lnTo>
                  <a:pt x="258473" y="4952"/>
                </a:lnTo>
                <a:cubicBezTo>
                  <a:pt x="255758" y="1806"/>
                  <a:pt x="251805" y="0"/>
                  <a:pt x="247650" y="0"/>
                </a:cubicBezTo>
                <a:cubicBezTo>
                  <a:pt x="243494" y="0"/>
                  <a:pt x="239541" y="1806"/>
                  <a:pt x="236826" y="4952"/>
                </a:cubicBezTo>
                <a:lnTo>
                  <a:pt x="200137" y="50814"/>
                </a:lnTo>
                <a:cubicBezTo>
                  <a:pt x="196863" y="54932"/>
                  <a:pt x="196221" y="60555"/>
                  <a:pt x="198486" y="65306"/>
                </a:cubicBezTo>
                <a:cubicBezTo>
                  <a:pt x="200798" y="70103"/>
                  <a:pt x="205641" y="73157"/>
                  <a:pt x="210961" y="73194"/>
                </a:cubicBezTo>
                <a:lnTo>
                  <a:pt x="224719" y="73194"/>
                </a:lnTo>
                <a:cubicBezTo>
                  <a:pt x="227250" y="73194"/>
                  <a:pt x="229305" y="75248"/>
                  <a:pt x="229305" y="77780"/>
                </a:cubicBezTo>
                <a:lnTo>
                  <a:pt x="229305" y="123641"/>
                </a:lnTo>
                <a:cubicBezTo>
                  <a:pt x="229305" y="126173"/>
                  <a:pt x="227250" y="128227"/>
                  <a:pt x="224719" y="128227"/>
                </a:cubicBez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9054" y="3552825"/>
            <a:ext cx="1262684" cy="53932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84848"/>
                </a:solidFill>
                <a:latin typeface="Shantell Sans"/>
              </a:rPr>
              <a:t>Rendimiento
óptimo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29254" y="2672292"/>
            <a:ext cx="878597" cy="53932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84848"/>
                </a:solidFill>
                <a:latin typeface="Shantell Sans"/>
              </a:rPr>
              <a:t>Interfaz
intuitiva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29254" y="5313892"/>
            <a:ext cx="1177199" cy="53932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84848"/>
                </a:solidFill>
                <a:latin typeface="Shantell Sans"/>
              </a:rPr>
              <a:t>Navegación
sencilla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99054" y="4543425"/>
            <a:ext cx="1588729" cy="26966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84848"/>
                </a:solidFill>
                <a:latin typeface="Shantell Sans"/>
              </a:rPr>
              <a:t>Diseño atractivo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781" y="915811"/>
            <a:ext cx="6094437" cy="6420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Construyendo una experiencia de compra en línea
excepcional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78251" y="2021681"/>
            <a:ext cx="1371600" cy="1371600"/>
          </a:xfrm>
          <a:custGeom>
            <a:avLst/>
            <a:gdLst/>
            <a:ahLst/>
            <a:cxnLst/>
            <a:rect l="0" t="0" r="0" b="0"/>
            <a:pathLst>
              <a:path w="1371600" h="1371600">
                <a:moveTo>
                  <a:pt x="1371600" y="685800"/>
                </a:moveTo>
                <a:cubicBezTo>
                  <a:pt x="1371600" y="1064561"/>
                  <a:pt x="1064561" y="1371600"/>
                  <a:pt x="685800" y="1371600"/>
                </a:cubicBezTo>
                <a:cubicBezTo>
                  <a:pt x="307047" y="1371600"/>
                  <a:pt x="0" y="1064561"/>
                  <a:pt x="0" y="685800"/>
                </a:cubicBezTo>
                <a:cubicBezTo>
                  <a:pt x="0" y="307047"/>
                  <a:pt x="307047" y="0"/>
                  <a:pt x="685800" y="0"/>
                </a:cubicBezTo>
                <a:cubicBezTo>
                  <a:pt x="1064561" y="0"/>
                  <a:pt x="1371600" y="307047"/>
                  <a:pt x="1371600" y="685800"/>
                </a:cubicBez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78251" y="2021681"/>
            <a:ext cx="1371600" cy="1371600"/>
          </a:xfrm>
          <a:custGeom>
            <a:avLst/>
            <a:gdLst/>
            <a:ahLst/>
            <a:cxnLst/>
            <a:rect l="0" t="0" r="0" b="0"/>
            <a:pathLst>
              <a:path w="1371600" h="1371600">
                <a:moveTo>
                  <a:pt x="1371600" y="685800"/>
                </a:moveTo>
                <a:cubicBezTo>
                  <a:pt x="1371600" y="1064556"/>
                  <a:pt x="1064556" y="1371600"/>
                  <a:pt x="685800" y="1371600"/>
                </a:cubicBezTo>
                <a:cubicBezTo>
                  <a:pt x="307043" y="1371600"/>
                  <a:pt x="0" y="1064556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ubicBezTo>
                  <a:pt x="1064556" y="0"/>
                  <a:pt x="1371600" y="307043"/>
                  <a:pt x="1371600" y="685800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63951" y="1891882"/>
            <a:ext cx="1615698" cy="1968123"/>
          </a:xfrm>
          <a:custGeom>
            <a:avLst/>
            <a:gdLst/>
            <a:ahLst/>
            <a:cxnLst/>
            <a:rect l="0" t="0" r="0" b="0"/>
            <a:pathLst>
              <a:path w="1615698" h="1968123">
                <a:moveTo>
                  <a:pt x="0" y="815598"/>
                </a:moveTo>
                <a:cubicBezTo>
                  <a:pt x="0" y="657353"/>
                  <a:pt x="46924" y="502662"/>
                  <a:pt x="134841" y="371086"/>
                </a:cubicBezTo>
                <a:cubicBezTo>
                  <a:pt x="222757" y="239510"/>
                  <a:pt x="347715" y="136959"/>
                  <a:pt x="493915" y="76402"/>
                </a:cubicBezTo>
                <a:cubicBezTo>
                  <a:pt x="640114" y="15844"/>
                  <a:pt x="800987" y="0"/>
                  <a:pt x="956191" y="30872"/>
                </a:cubicBezTo>
                <a:cubicBezTo>
                  <a:pt x="1111396" y="61743"/>
                  <a:pt x="1253960" y="137946"/>
                  <a:pt x="1365856" y="249842"/>
                </a:cubicBezTo>
                <a:cubicBezTo>
                  <a:pt x="1477752" y="361738"/>
                  <a:pt x="1553954" y="504303"/>
                  <a:pt x="1584826" y="659507"/>
                </a:cubicBezTo>
                <a:cubicBezTo>
                  <a:pt x="1615698" y="814711"/>
                  <a:pt x="1599853" y="975584"/>
                  <a:pt x="1539296" y="1121784"/>
                </a:cubicBezTo>
                <a:cubicBezTo>
                  <a:pt x="1478738" y="1267983"/>
                  <a:pt x="1376187" y="1392940"/>
                  <a:pt x="1244611" y="1480857"/>
                </a:cubicBezTo>
                <a:cubicBezTo>
                  <a:pt x="1113035" y="1568773"/>
                  <a:pt x="963107" y="1615698"/>
                  <a:pt x="804862" y="1615698"/>
                </a:cubicBezTo>
                <a:lnTo>
                  <a:pt x="804863" y="1968123"/>
                </a:lnTo>
                <a:moveTo>
                  <a:pt x="664887" y="1828649"/>
                </a:moveTo>
                <a:lnTo>
                  <a:pt x="804863" y="1968123"/>
                </a:lnTo>
                <a:moveTo>
                  <a:pt x="804863" y="1968123"/>
                </a:moveTo>
                <a:lnTo>
                  <a:pt x="944839" y="1828649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78451" y="2021681"/>
            <a:ext cx="1371600" cy="1371600"/>
          </a:xfrm>
          <a:custGeom>
            <a:avLst/>
            <a:gdLst/>
            <a:ahLst/>
            <a:cxnLst/>
            <a:rect l="0" t="0" r="0" b="0"/>
            <a:pathLst>
              <a:path w="1371600" h="1371600">
                <a:moveTo>
                  <a:pt x="1371600" y="685800"/>
                </a:moveTo>
                <a:cubicBezTo>
                  <a:pt x="1371600" y="1064561"/>
                  <a:pt x="1064561" y="1371600"/>
                  <a:pt x="685800" y="1371600"/>
                </a:cubicBezTo>
                <a:cubicBezTo>
                  <a:pt x="307047" y="1371600"/>
                  <a:pt x="0" y="1064561"/>
                  <a:pt x="0" y="685800"/>
                </a:cubicBezTo>
                <a:cubicBezTo>
                  <a:pt x="0" y="307047"/>
                  <a:pt x="307047" y="0"/>
                  <a:pt x="685800" y="0"/>
                </a:cubicBezTo>
                <a:cubicBezTo>
                  <a:pt x="1064561" y="0"/>
                  <a:pt x="1371600" y="307047"/>
                  <a:pt x="1371600" y="685800"/>
                </a:cubicBez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78451" y="2021681"/>
            <a:ext cx="1371600" cy="1371600"/>
          </a:xfrm>
          <a:custGeom>
            <a:avLst/>
            <a:gdLst/>
            <a:ahLst/>
            <a:cxnLst/>
            <a:rect l="0" t="0" r="0" b="0"/>
            <a:pathLst>
              <a:path w="1371600" h="1371600">
                <a:moveTo>
                  <a:pt x="1371600" y="685800"/>
                </a:moveTo>
                <a:cubicBezTo>
                  <a:pt x="1371600" y="1064556"/>
                  <a:pt x="1064556" y="1371600"/>
                  <a:pt x="685800" y="1371600"/>
                </a:cubicBezTo>
                <a:cubicBezTo>
                  <a:pt x="307043" y="1371600"/>
                  <a:pt x="0" y="1064556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ubicBezTo>
                  <a:pt x="1064556" y="0"/>
                  <a:pt x="1371600" y="307043"/>
                  <a:pt x="1371600" y="685800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64151" y="1891882"/>
            <a:ext cx="1615698" cy="1968123"/>
          </a:xfrm>
          <a:custGeom>
            <a:avLst/>
            <a:gdLst/>
            <a:ahLst/>
            <a:cxnLst/>
            <a:rect l="0" t="0" r="0" b="0"/>
            <a:pathLst>
              <a:path w="1615698" h="1968123">
                <a:moveTo>
                  <a:pt x="0" y="815598"/>
                </a:moveTo>
                <a:cubicBezTo>
                  <a:pt x="0" y="657353"/>
                  <a:pt x="46924" y="502662"/>
                  <a:pt x="134841" y="371086"/>
                </a:cubicBezTo>
                <a:cubicBezTo>
                  <a:pt x="222757" y="239510"/>
                  <a:pt x="347715" y="136959"/>
                  <a:pt x="493915" y="76402"/>
                </a:cubicBezTo>
                <a:cubicBezTo>
                  <a:pt x="640114" y="15844"/>
                  <a:pt x="800987" y="0"/>
                  <a:pt x="956191" y="30872"/>
                </a:cubicBezTo>
                <a:cubicBezTo>
                  <a:pt x="1111396" y="61743"/>
                  <a:pt x="1253960" y="137946"/>
                  <a:pt x="1365856" y="249842"/>
                </a:cubicBezTo>
                <a:cubicBezTo>
                  <a:pt x="1477752" y="361738"/>
                  <a:pt x="1553954" y="504303"/>
                  <a:pt x="1584826" y="659507"/>
                </a:cubicBezTo>
                <a:cubicBezTo>
                  <a:pt x="1615698" y="814711"/>
                  <a:pt x="1599853" y="975584"/>
                  <a:pt x="1539296" y="1121784"/>
                </a:cubicBezTo>
                <a:cubicBezTo>
                  <a:pt x="1478738" y="1267983"/>
                  <a:pt x="1376187" y="1392940"/>
                  <a:pt x="1244611" y="1480857"/>
                </a:cubicBezTo>
                <a:cubicBezTo>
                  <a:pt x="1113035" y="1568773"/>
                  <a:pt x="963107" y="1615698"/>
                  <a:pt x="804862" y="1615698"/>
                </a:cubicBezTo>
                <a:lnTo>
                  <a:pt x="804863" y="1968123"/>
                </a:lnTo>
                <a:moveTo>
                  <a:pt x="664887" y="1828649"/>
                </a:moveTo>
                <a:lnTo>
                  <a:pt x="804863" y="1968123"/>
                </a:lnTo>
                <a:moveTo>
                  <a:pt x="804863" y="1968123"/>
                </a:moveTo>
                <a:lnTo>
                  <a:pt x="944839" y="1828649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78651" y="2021681"/>
            <a:ext cx="1371600" cy="1371600"/>
          </a:xfrm>
          <a:custGeom>
            <a:avLst/>
            <a:gdLst/>
            <a:ahLst/>
            <a:cxnLst/>
            <a:rect l="0" t="0" r="0" b="0"/>
            <a:pathLst>
              <a:path w="1371600" h="1371600">
                <a:moveTo>
                  <a:pt x="1371600" y="685800"/>
                </a:moveTo>
                <a:cubicBezTo>
                  <a:pt x="1371600" y="1064561"/>
                  <a:pt x="1064561" y="1371600"/>
                  <a:pt x="685800" y="1371600"/>
                </a:cubicBezTo>
                <a:cubicBezTo>
                  <a:pt x="307047" y="1371600"/>
                  <a:pt x="0" y="1064561"/>
                  <a:pt x="0" y="685800"/>
                </a:cubicBezTo>
                <a:cubicBezTo>
                  <a:pt x="0" y="307047"/>
                  <a:pt x="307047" y="0"/>
                  <a:pt x="685800" y="0"/>
                </a:cubicBezTo>
                <a:cubicBezTo>
                  <a:pt x="1064561" y="0"/>
                  <a:pt x="1371600" y="307047"/>
                  <a:pt x="1371600" y="685800"/>
                </a:cubicBez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78651" y="2021681"/>
            <a:ext cx="1371600" cy="1371600"/>
          </a:xfrm>
          <a:custGeom>
            <a:avLst/>
            <a:gdLst/>
            <a:ahLst/>
            <a:cxnLst/>
            <a:rect l="0" t="0" r="0" b="0"/>
            <a:pathLst>
              <a:path w="1371600" h="1371600">
                <a:moveTo>
                  <a:pt x="1371600" y="685800"/>
                </a:moveTo>
                <a:cubicBezTo>
                  <a:pt x="1371600" y="1064556"/>
                  <a:pt x="1064556" y="1371600"/>
                  <a:pt x="685800" y="1371600"/>
                </a:cubicBezTo>
                <a:cubicBezTo>
                  <a:pt x="307043" y="1371600"/>
                  <a:pt x="0" y="1064556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ubicBezTo>
                  <a:pt x="1064556" y="0"/>
                  <a:pt x="1371600" y="307043"/>
                  <a:pt x="1371600" y="685800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64351" y="1891882"/>
            <a:ext cx="1615698" cy="1968123"/>
          </a:xfrm>
          <a:custGeom>
            <a:avLst/>
            <a:gdLst/>
            <a:ahLst/>
            <a:cxnLst/>
            <a:rect l="0" t="0" r="0" b="0"/>
            <a:pathLst>
              <a:path w="1615698" h="1968123">
                <a:moveTo>
                  <a:pt x="0" y="815598"/>
                </a:moveTo>
                <a:cubicBezTo>
                  <a:pt x="0" y="657353"/>
                  <a:pt x="46924" y="502662"/>
                  <a:pt x="134841" y="371086"/>
                </a:cubicBezTo>
                <a:cubicBezTo>
                  <a:pt x="222757" y="239510"/>
                  <a:pt x="347715" y="136959"/>
                  <a:pt x="493915" y="76402"/>
                </a:cubicBezTo>
                <a:cubicBezTo>
                  <a:pt x="640114" y="15844"/>
                  <a:pt x="800987" y="0"/>
                  <a:pt x="956191" y="30872"/>
                </a:cubicBezTo>
                <a:cubicBezTo>
                  <a:pt x="1111396" y="61743"/>
                  <a:pt x="1253960" y="137946"/>
                  <a:pt x="1365856" y="249842"/>
                </a:cubicBezTo>
                <a:cubicBezTo>
                  <a:pt x="1477752" y="361738"/>
                  <a:pt x="1553954" y="504303"/>
                  <a:pt x="1584826" y="659507"/>
                </a:cubicBezTo>
                <a:cubicBezTo>
                  <a:pt x="1615698" y="814711"/>
                  <a:pt x="1599853" y="975584"/>
                  <a:pt x="1539296" y="1121784"/>
                </a:cubicBezTo>
                <a:cubicBezTo>
                  <a:pt x="1478738" y="1267983"/>
                  <a:pt x="1376187" y="1392940"/>
                  <a:pt x="1244611" y="1480857"/>
                </a:cubicBezTo>
                <a:cubicBezTo>
                  <a:pt x="1113035" y="1568773"/>
                  <a:pt x="963107" y="1615698"/>
                  <a:pt x="804862" y="1615698"/>
                </a:cubicBezTo>
                <a:lnTo>
                  <a:pt x="804863" y="1968123"/>
                </a:lnTo>
                <a:moveTo>
                  <a:pt x="664887" y="1828649"/>
                </a:moveTo>
                <a:lnTo>
                  <a:pt x="804863" y="1968123"/>
                </a:lnTo>
                <a:moveTo>
                  <a:pt x="804863" y="1968123"/>
                </a:moveTo>
                <a:lnTo>
                  <a:pt x="944839" y="1828649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21151" y="2355056"/>
            <a:ext cx="685800" cy="685800"/>
          </a:xfrm>
          <a:custGeom>
            <a:avLst/>
            <a:gdLst/>
            <a:ahLst/>
            <a:cxnLst/>
            <a:rect l="0" t="0" r="0" b="0"/>
            <a:pathLst>
              <a:path w="685800" h="685800">
                <a:moveTo>
                  <a:pt x="628650" y="485775"/>
                </a:moveTo>
                <a:cubicBezTo>
                  <a:pt x="628650" y="493661"/>
                  <a:pt x="622249" y="500062"/>
                  <a:pt x="614362" y="500062"/>
                </a:cubicBezTo>
                <a:lnTo>
                  <a:pt x="71437" y="500062"/>
                </a:lnTo>
                <a:cubicBezTo>
                  <a:pt x="63550" y="500062"/>
                  <a:pt x="57150" y="493661"/>
                  <a:pt x="57150" y="485775"/>
                </a:cubicBezTo>
                <a:lnTo>
                  <a:pt x="57150" y="157162"/>
                </a:lnTo>
                <a:cubicBezTo>
                  <a:pt x="26022" y="158200"/>
                  <a:pt x="1038" y="183184"/>
                  <a:pt x="0" y="214312"/>
                </a:cubicBezTo>
                <a:lnTo>
                  <a:pt x="0" y="471487"/>
                </a:lnTo>
                <a:cubicBezTo>
                  <a:pt x="0" y="518836"/>
                  <a:pt x="38376" y="557212"/>
                  <a:pt x="85725" y="557212"/>
                </a:cubicBezTo>
                <a:lnTo>
                  <a:pt x="292893" y="557212"/>
                </a:lnTo>
                <a:cubicBezTo>
                  <a:pt x="296837" y="557212"/>
                  <a:pt x="300037" y="560412"/>
                  <a:pt x="300037" y="564356"/>
                </a:cubicBezTo>
                <a:lnTo>
                  <a:pt x="300037" y="621506"/>
                </a:lnTo>
                <a:cubicBezTo>
                  <a:pt x="300037" y="625449"/>
                  <a:pt x="296837" y="628650"/>
                  <a:pt x="292893" y="628650"/>
                </a:cubicBezTo>
                <a:lnTo>
                  <a:pt x="142875" y="628650"/>
                </a:lnTo>
                <a:cubicBezTo>
                  <a:pt x="127092" y="628650"/>
                  <a:pt x="114300" y="641442"/>
                  <a:pt x="114300" y="657225"/>
                </a:cubicBezTo>
                <a:cubicBezTo>
                  <a:pt x="114300" y="673007"/>
                  <a:pt x="127092" y="685800"/>
                  <a:pt x="142875" y="685800"/>
                </a:cubicBezTo>
                <a:lnTo>
                  <a:pt x="542925" y="685800"/>
                </a:lnTo>
                <a:cubicBezTo>
                  <a:pt x="558707" y="685800"/>
                  <a:pt x="571500" y="673007"/>
                  <a:pt x="571500" y="657225"/>
                </a:cubicBezTo>
                <a:cubicBezTo>
                  <a:pt x="571500" y="641442"/>
                  <a:pt x="558707" y="628650"/>
                  <a:pt x="542925" y="628650"/>
                </a:cubicBezTo>
                <a:lnTo>
                  <a:pt x="364331" y="628650"/>
                </a:lnTo>
                <a:cubicBezTo>
                  <a:pt x="360387" y="628650"/>
                  <a:pt x="357187" y="625449"/>
                  <a:pt x="357187" y="621506"/>
                </a:cubicBezTo>
                <a:lnTo>
                  <a:pt x="357187" y="564356"/>
                </a:lnTo>
                <a:cubicBezTo>
                  <a:pt x="357187" y="560412"/>
                  <a:pt x="360387" y="557212"/>
                  <a:pt x="364331" y="557212"/>
                </a:cubicBezTo>
                <a:lnTo>
                  <a:pt x="600075" y="557212"/>
                </a:lnTo>
                <a:cubicBezTo>
                  <a:pt x="647423" y="557212"/>
                  <a:pt x="685800" y="518836"/>
                  <a:pt x="685800" y="471487"/>
                </a:cubicBezTo>
                <a:lnTo>
                  <a:pt x="685800" y="214312"/>
                </a:lnTo>
                <a:cubicBezTo>
                  <a:pt x="684761" y="183184"/>
                  <a:pt x="659777" y="158200"/>
                  <a:pt x="628650" y="157162"/>
                </a:cubicBezTo>
                <a:lnTo>
                  <a:pt x="628650" y="485775"/>
                </a:lnTo>
                <a:moveTo>
                  <a:pt x="157162" y="400050"/>
                </a:moveTo>
                <a:lnTo>
                  <a:pt x="157162" y="150018"/>
                </a:lnTo>
                <a:cubicBezTo>
                  <a:pt x="157162" y="146075"/>
                  <a:pt x="160362" y="142875"/>
                  <a:pt x="164306" y="142875"/>
                </a:cubicBezTo>
                <a:lnTo>
                  <a:pt x="521493" y="142875"/>
                </a:lnTo>
                <a:cubicBezTo>
                  <a:pt x="525437" y="142875"/>
                  <a:pt x="528637" y="146075"/>
                  <a:pt x="528637" y="150018"/>
                </a:cubicBezTo>
                <a:lnTo>
                  <a:pt x="528637" y="400050"/>
                </a:lnTo>
                <a:cubicBezTo>
                  <a:pt x="528637" y="415832"/>
                  <a:pt x="541429" y="428625"/>
                  <a:pt x="557212" y="428625"/>
                </a:cubicBezTo>
                <a:cubicBezTo>
                  <a:pt x="572995" y="428625"/>
                  <a:pt x="585787" y="415832"/>
                  <a:pt x="585787" y="400050"/>
                </a:cubicBezTo>
                <a:lnTo>
                  <a:pt x="585787" y="57150"/>
                </a:lnTo>
                <a:cubicBezTo>
                  <a:pt x="585787" y="25584"/>
                  <a:pt x="560203" y="0"/>
                  <a:pt x="528637" y="0"/>
                </a:cubicBezTo>
                <a:lnTo>
                  <a:pt x="157162" y="0"/>
                </a:lnTo>
                <a:cubicBezTo>
                  <a:pt x="125596" y="0"/>
                  <a:pt x="100012" y="25584"/>
                  <a:pt x="100012" y="57150"/>
                </a:cubicBezTo>
                <a:lnTo>
                  <a:pt x="100012" y="400050"/>
                </a:lnTo>
                <a:cubicBezTo>
                  <a:pt x="100012" y="415832"/>
                  <a:pt x="112804" y="428625"/>
                  <a:pt x="128587" y="428625"/>
                </a:cubicBezTo>
                <a:cubicBezTo>
                  <a:pt x="144370" y="428625"/>
                  <a:pt x="157162" y="415832"/>
                  <a:pt x="157162" y="400050"/>
                </a:cubicBezTo>
                <a:moveTo>
                  <a:pt x="375761" y="57150"/>
                </a:moveTo>
                <a:cubicBezTo>
                  <a:pt x="380971" y="48739"/>
                  <a:pt x="390163" y="43624"/>
                  <a:pt x="400050" y="43624"/>
                </a:cubicBezTo>
                <a:cubicBezTo>
                  <a:pt x="409936" y="43624"/>
                  <a:pt x="419128" y="48739"/>
                  <a:pt x="424338" y="57150"/>
                </a:cubicBezTo>
                <a:cubicBezTo>
                  <a:pt x="427005" y="61445"/>
                  <a:pt x="428482" y="66379"/>
                  <a:pt x="428625" y="71437"/>
                </a:cubicBezTo>
                <a:cubicBezTo>
                  <a:pt x="428482" y="76495"/>
                  <a:pt x="427005" y="81429"/>
                  <a:pt x="424338" y="85725"/>
                </a:cubicBezTo>
                <a:cubicBezTo>
                  <a:pt x="419128" y="94135"/>
                  <a:pt x="409936" y="99250"/>
                  <a:pt x="400050" y="99250"/>
                </a:cubicBezTo>
                <a:cubicBezTo>
                  <a:pt x="390163" y="99250"/>
                  <a:pt x="380971" y="94135"/>
                  <a:pt x="375761" y="85725"/>
                </a:cubicBezTo>
                <a:cubicBezTo>
                  <a:pt x="373094" y="81429"/>
                  <a:pt x="371617" y="76495"/>
                  <a:pt x="371475" y="71437"/>
                </a:cubicBezTo>
                <a:cubicBezTo>
                  <a:pt x="371617" y="66379"/>
                  <a:pt x="373094" y="61445"/>
                  <a:pt x="375761" y="57150"/>
                </a:cubicBezTo>
                <a:moveTo>
                  <a:pt x="275748" y="57150"/>
                </a:moveTo>
                <a:cubicBezTo>
                  <a:pt x="280958" y="48739"/>
                  <a:pt x="290150" y="43624"/>
                  <a:pt x="300037" y="43624"/>
                </a:cubicBezTo>
                <a:cubicBezTo>
                  <a:pt x="309924" y="43624"/>
                  <a:pt x="319116" y="48739"/>
                  <a:pt x="324326" y="57150"/>
                </a:cubicBezTo>
                <a:cubicBezTo>
                  <a:pt x="326993" y="61445"/>
                  <a:pt x="328469" y="66379"/>
                  <a:pt x="328612" y="71437"/>
                </a:cubicBezTo>
                <a:cubicBezTo>
                  <a:pt x="328469" y="76495"/>
                  <a:pt x="326993" y="81429"/>
                  <a:pt x="324326" y="85725"/>
                </a:cubicBezTo>
                <a:cubicBezTo>
                  <a:pt x="319116" y="94135"/>
                  <a:pt x="309924" y="99250"/>
                  <a:pt x="300037" y="99250"/>
                </a:cubicBezTo>
                <a:cubicBezTo>
                  <a:pt x="290150" y="99250"/>
                  <a:pt x="280958" y="94135"/>
                  <a:pt x="275748" y="85725"/>
                </a:cubicBezTo>
                <a:cubicBezTo>
                  <a:pt x="273081" y="81429"/>
                  <a:pt x="271605" y="76495"/>
                  <a:pt x="271462" y="71437"/>
                </a:cubicBezTo>
                <a:cubicBezTo>
                  <a:pt x="271605" y="66379"/>
                  <a:pt x="273081" y="61445"/>
                  <a:pt x="275748" y="57150"/>
                </a:cubicBezTo>
                <a:moveTo>
                  <a:pt x="174021" y="59721"/>
                </a:moveTo>
                <a:cubicBezTo>
                  <a:pt x="178622" y="49482"/>
                  <a:pt x="188795" y="42881"/>
                  <a:pt x="200025" y="42862"/>
                </a:cubicBezTo>
                <a:cubicBezTo>
                  <a:pt x="210073" y="43024"/>
                  <a:pt x="219294" y="48453"/>
                  <a:pt x="224313" y="57150"/>
                </a:cubicBezTo>
                <a:cubicBezTo>
                  <a:pt x="226980" y="61445"/>
                  <a:pt x="228457" y="66379"/>
                  <a:pt x="228600" y="71437"/>
                </a:cubicBezTo>
                <a:cubicBezTo>
                  <a:pt x="228457" y="76495"/>
                  <a:pt x="226980" y="81429"/>
                  <a:pt x="224313" y="85725"/>
                </a:cubicBezTo>
                <a:cubicBezTo>
                  <a:pt x="219103" y="94135"/>
                  <a:pt x="209911" y="99250"/>
                  <a:pt x="200025" y="99250"/>
                </a:cubicBezTo>
                <a:cubicBezTo>
                  <a:pt x="190138" y="99250"/>
                  <a:pt x="180946" y="94135"/>
                  <a:pt x="175736" y="85725"/>
                </a:cubicBezTo>
                <a:cubicBezTo>
                  <a:pt x="173069" y="81429"/>
                  <a:pt x="171592" y="76495"/>
                  <a:pt x="171450" y="71437"/>
                </a:cubicBezTo>
                <a:cubicBezTo>
                  <a:pt x="171526" y="67398"/>
                  <a:pt x="172402" y="63417"/>
                  <a:pt x="174021" y="59721"/>
                </a:cubicBezTo>
                <a:moveTo>
                  <a:pt x="464343" y="185737"/>
                </a:moveTo>
                <a:cubicBezTo>
                  <a:pt x="476183" y="185737"/>
                  <a:pt x="485775" y="195329"/>
                  <a:pt x="485775" y="207168"/>
                </a:cubicBezTo>
                <a:cubicBezTo>
                  <a:pt x="485775" y="219008"/>
                  <a:pt x="476183" y="228600"/>
                  <a:pt x="464343" y="228600"/>
                </a:cubicBezTo>
                <a:lnTo>
                  <a:pt x="350043" y="228600"/>
                </a:lnTo>
                <a:cubicBezTo>
                  <a:pt x="338204" y="228600"/>
                  <a:pt x="328612" y="219008"/>
                  <a:pt x="328612" y="207168"/>
                </a:cubicBezTo>
                <a:cubicBezTo>
                  <a:pt x="328612" y="195329"/>
                  <a:pt x="338204" y="185737"/>
                  <a:pt x="350043" y="185737"/>
                </a:cubicBezTo>
                <a:lnTo>
                  <a:pt x="464343" y="185737"/>
                </a:lnTo>
                <a:moveTo>
                  <a:pt x="464343" y="285750"/>
                </a:moveTo>
                <a:cubicBezTo>
                  <a:pt x="476183" y="285750"/>
                  <a:pt x="485775" y="295341"/>
                  <a:pt x="485775" y="307181"/>
                </a:cubicBezTo>
                <a:cubicBezTo>
                  <a:pt x="485775" y="319020"/>
                  <a:pt x="476183" y="328612"/>
                  <a:pt x="464343" y="328612"/>
                </a:cubicBezTo>
                <a:lnTo>
                  <a:pt x="250031" y="328612"/>
                </a:lnTo>
                <a:cubicBezTo>
                  <a:pt x="238191" y="328612"/>
                  <a:pt x="228600" y="319020"/>
                  <a:pt x="228600" y="307181"/>
                </a:cubicBezTo>
                <a:cubicBezTo>
                  <a:pt x="228600" y="295341"/>
                  <a:pt x="238191" y="285750"/>
                  <a:pt x="250031" y="285750"/>
                </a:cubicBezTo>
                <a:lnTo>
                  <a:pt x="464343" y="285750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78501" y="2355351"/>
            <a:ext cx="571500" cy="685504"/>
          </a:xfrm>
          <a:custGeom>
            <a:avLst/>
            <a:gdLst/>
            <a:ahLst/>
            <a:cxnLst/>
            <a:rect l="0" t="0" r="0" b="0"/>
            <a:pathLst>
              <a:path w="571500" h="685504">
                <a:moveTo>
                  <a:pt x="132302" y="328317"/>
                </a:moveTo>
                <a:lnTo>
                  <a:pt x="428625" y="328317"/>
                </a:lnTo>
                <a:cubicBezTo>
                  <a:pt x="492966" y="321649"/>
                  <a:pt x="542105" y="267843"/>
                  <a:pt x="542925" y="203158"/>
                </a:cubicBezTo>
                <a:cubicBezTo>
                  <a:pt x="542867" y="169459"/>
                  <a:pt x="529028" y="137255"/>
                  <a:pt x="504634" y="114004"/>
                </a:cubicBezTo>
                <a:cubicBezTo>
                  <a:pt x="484431" y="94564"/>
                  <a:pt x="458457" y="82229"/>
                  <a:pt x="430625" y="78857"/>
                </a:cubicBezTo>
                <a:cubicBezTo>
                  <a:pt x="428634" y="78543"/>
                  <a:pt x="426872" y="77400"/>
                  <a:pt x="425767" y="75714"/>
                </a:cubicBezTo>
                <a:cubicBezTo>
                  <a:pt x="393715" y="28298"/>
                  <a:pt x="340118" y="0"/>
                  <a:pt x="282892" y="276"/>
                </a:cubicBezTo>
                <a:cubicBezTo>
                  <a:pt x="207854" y="47"/>
                  <a:pt x="141693" y="49425"/>
                  <a:pt x="120586" y="121434"/>
                </a:cubicBezTo>
                <a:cubicBezTo>
                  <a:pt x="119700" y="124244"/>
                  <a:pt x="117233" y="126263"/>
                  <a:pt x="114300" y="126577"/>
                </a:cubicBezTo>
                <a:cubicBezTo>
                  <a:pt x="94764" y="128968"/>
                  <a:pt x="76323" y="136902"/>
                  <a:pt x="61150" y="149437"/>
                </a:cubicBezTo>
                <a:cubicBezTo>
                  <a:pt x="37366" y="168640"/>
                  <a:pt x="23764" y="197738"/>
                  <a:pt x="24288" y="228304"/>
                </a:cubicBezTo>
                <a:cubicBezTo>
                  <a:pt x="23726" y="254669"/>
                  <a:pt x="34061" y="280101"/>
                  <a:pt x="52863" y="298599"/>
                </a:cubicBezTo>
                <a:cubicBezTo>
                  <a:pt x="74961" y="317639"/>
                  <a:pt x="103127" y="328174"/>
                  <a:pt x="132302" y="328317"/>
                </a:cubicBezTo>
                <a:moveTo>
                  <a:pt x="97440" y="193728"/>
                </a:moveTo>
                <a:cubicBezTo>
                  <a:pt x="106079" y="186689"/>
                  <a:pt x="116881" y="182851"/>
                  <a:pt x="128015" y="182870"/>
                </a:cubicBezTo>
                <a:cubicBezTo>
                  <a:pt x="131340" y="182584"/>
                  <a:pt x="134693" y="182584"/>
                  <a:pt x="138017" y="182870"/>
                </a:cubicBezTo>
                <a:cubicBezTo>
                  <a:pt x="145827" y="184261"/>
                  <a:pt x="153866" y="182346"/>
                  <a:pt x="160210" y="177574"/>
                </a:cubicBezTo>
                <a:cubicBezTo>
                  <a:pt x="166544" y="172802"/>
                  <a:pt x="170621" y="165611"/>
                  <a:pt x="171450" y="157724"/>
                </a:cubicBezTo>
                <a:cubicBezTo>
                  <a:pt x="176279" y="99669"/>
                  <a:pt x="225513" y="55445"/>
                  <a:pt x="283749" y="56854"/>
                </a:cubicBezTo>
                <a:cubicBezTo>
                  <a:pt x="326336" y="56978"/>
                  <a:pt x="365312" y="80762"/>
                  <a:pt x="384905" y="118576"/>
                </a:cubicBezTo>
                <a:cubicBezTo>
                  <a:pt x="389848" y="128673"/>
                  <a:pt x="400250" y="134931"/>
                  <a:pt x="411479" y="134578"/>
                </a:cubicBezTo>
                <a:cubicBezTo>
                  <a:pt x="431272" y="133673"/>
                  <a:pt x="450580" y="140903"/>
                  <a:pt x="464915" y="154581"/>
                </a:cubicBezTo>
                <a:cubicBezTo>
                  <a:pt x="478231" y="167116"/>
                  <a:pt x="485775" y="184584"/>
                  <a:pt x="485775" y="202872"/>
                </a:cubicBezTo>
                <a:cubicBezTo>
                  <a:pt x="484536" y="238344"/>
                  <a:pt x="457352" y="267481"/>
                  <a:pt x="422052" y="271167"/>
                </a:cubicBezTo>
                <a:lnTo>
                  <a:pt x="132873" y="271167"/>
                </a:lnTo>
                <a:cubicBezTo>
                  <a:pt x="118024" y="270710"/>
                  <a:pt x="103660" y="265728"/>
                  <a:pt x="91725" y="256879"/>
                </a:cubicBezTo>
                <a:cubicBezTo>
                  <a:pt x="84677" y="249078"/>
                  <a:pt x="80981" y="238810"/>
                  <a:pt x="81438" y="228304"/>
                </a:cubicBezTo>
                <a:cubicBezTo>
                  <a:pt x="80981" y="214893"/>
                  <a:pt x="86925" y="202063"/>
                  <a:pt x="97440" y="193728"/>
                </a:cubicBezTo>
                <a:moveTo>
                  <a:pt x="542925" y="542629"/>
                </a:moveTo>
                <a:lnTo>
                  <a:pt x="28575" y="542629"/>
                </a:lnTo>
                <a:cubicBezTo>
                  <a:pt x="12792" y="542629"/>
                  <a:pt x="0" y="555421"/>
                  <a:pt x="0" y="571204"/>
                </a:cubicBezTo>
                <a:lnTo>
                  <a:pt x="0" y="656929"/>
                </a:lnTo>
                <a:cubicBezTo>
                  <a:pt x="0" y="672712"/>
                  <a:pt x="12792" y="685504"/>
                  <a:pt x="28575" y="685504"/>
                </a:cubicBezTo>
                <a:lnTo>
                  <a:pt x="542925" y="685504"/>
                </a:lnTo>
                <a:cubicBezTo>
                  <a:pt x="558707" y="685504"/>
                  <a:pt x="571500" y="672712"/>
                  <a:pt x="571500" y="656929"/>
                </a:cubicBezTo>
                <a:lnTo>
                  <a:pt x="571500" y="571204"/>
                </a:lnTo>
                <a:cubicBezTo>
                  <a:pt x="571500" y="555421"/>
                  <a:pt x="558707" y="542629"/>
                  <a:pt x="542925" y="542629"/>
                </a:cubicBezTo>
                <a:moveTo>
                  <a:pt x="106584" y="642642"/>
                </a:moveTo>
                <a:cubicBezTo>
                  <a:pt x="90801" y="642642"/>
                  <a:pt x="78009" y="629850"/>
                  <a:pt x="78009" y="614067"/>
                </a:cubicBezTo>
                <a:cubicBezTo>
                  <a:pt x="78009" y="598284"/>
                  <a:pt x="90801" y="585492"/>
                  <a:pt x="106584" y="585492"/>
                </a:cubicBezTo>
                <a:cubicBezTo>
                  <a:pt x="122367" y="585492"/>
                  <a:pt x="135159" y="598284"/>
                  <a:pt x="135159" y="614067"/>
                </a:cubicBezTo>
                <a:cubicBezTo>
                  <a:pt x="135159" y="629850"/>
                  <a:pt x="122367" y="642642"/>
                  <a:pt x="106584" y="642642"/>
                </a:cubicBezTo>
                <a:moveTo>
                  <a:pt x="220884" y="642642"/>
                </a:moveTo>
                <a:cubicBezTo>
                  <a:pt x="205101" y="642642"/>
                  <a:pt x="192309" y="629850"/>
                  <a:pt x="192309" y="614067"/>
                </a:cubicBezTo>
                <a:cubicBezTo>
                  <a:pt x="192309" y="598284"/>
                  <a:pt x="205101" y="585492"/>
                  <a:pt x="220884" y="585492"/>
                </a:cubicBezTo>
                <a:cubicBezTo>
                  <a:pt x="236667" y="585492"/>
                  <a:pt x="249459" y="598284"/>
                  <a:pt x="249459" y="614067"/>
                </a:cubicBezTo>
                <a:cubicBezTo>
                  <a:pt x="249459" y="629631"/>
                  <a:pt x="237010" y="642327"/>
                  <a:pt x="221456" y="642642"/>
                </a:cubicBezTo>
                <a:lnTo>
                  <a:pt x="220884" y="642642"/>
                </a:lnTo>
                <a:moveTo>
                  <a:pt x="542925" y="371179"/>
                </a:moveTo>
                <a:lnTo>
                  <a:pt x="28575" y="371179"/>
                </a:lnTo>
                <a:cubicBezTo>
                  <a:pt x="12792" y="371179"/>
                  <a:pt x="0" y="383971"/>
                  <a:pt x="0" y="399754"/>
                </a:cubicBezTo>
                <a:lnTo>
                  <a:pt x="0" y="485479"/>
                </a:lnTo>
                <a:cubicBezTo>
                  <a:pt x="0" y="501262"/>
                  <a:pt x="12792" y="514054"/>
                  <a:pt x="28575" y="514054"/>
                </a:cubicBezTo>
                <a:lnTo>
                  <a:pt x="542925" y="514054"/>
                </a:lnTo>
                <a:cubicBezTo>
                  <a:pt x="558707" y="514054"/>
                  <a:pt x="571500" y="501262"/>
                  <a:pt x="571500" y="485479"/>
                </a:cubicBezTo>
                <a:lnTo>
                  <a:pt x="571500" y="399754"/>
                </a:lnTo>
                <a:cubicBezTo>
                  <a:pt x="571500" y="383971"/>
                  <a:pt x="558707" y="371179"/>
                  <a:pt x="542925" y="371179"/>
                </a:cubicBezTo>
                <a:moveTo>
                  <a:pt x="106584" y="471192"/>
                </a:moveTo>
                <a:cubicBezTo>
                  <a:pt x="90801" y="471192"/>
                  <a:pt x="78009" y="458400"/>
                  <a:pt x="78009" y="442617"/>
                </a:cubicBezTo>
                <a:cubicBezTo>
                  <a:pt x="78009" y="426834"/>
                  <a:pt x="90801" y="414042"/>
                  <a:pt x="106584" y="414042"/>
                </a:cubicBezTo>
                <a:cubicBezTo>
                  <a:pt x="122367" y="414042"/>
                  <a:pt x="135159" y="426834"/>
                  <a:pt x="135159" y="442617"/>
                </a:cubicBezTo>
                <a:cubicBezTo>
                  <a:pt x="135159" y="458400"/>
                  <a:pt x="122367" y="471192"/>
                  <a:pt x="106584" y="471192"/>
                </a:cubicBezTo>
                <a:moveTo>
                  <a:pt x="220884" y="471192"/>
                </a:moveTo>
                <a:cubicBezTo>
                  <a:pt x="205101" y="471192"/>
                  <a:pt x="192309" y="458400"/>
                  <a:pt x="192309" y="442617"/>
                </a:cubicBezTo>
                <a:cubicBezTo>
                  <a:pt x="192309" y="426834"/>
                  <a:pt x="205101" y="414042"/>
                  <a:pt x="220884" y="414042"/>
                </a:cubicBezTo>
                <a:cubicBezTo>
                  <a:pt x="236667" y="414042"/>
                  <a:pt x="249459" y="426834"/>
                  <a:pt x="249459" y="442617"/>
                </a:cubicBezTo>
                <a:cubicBezTo>
                  <a:pt x="249459" y="458181"/>
                  <a:pt x="237010" y="470877"/>
                  <a:pt x="221456" y="471192"/>
                </a:cubicBezTo>
                <a:lnTo>
                  <a:pt x="220884" y="471192"/>
                </a:ln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20179" y="2366105"/>
            <a:ext cx="687247" cy="651891"/>
          </a:xfrm>
          <a:custGeom>
            <a:avLst/>
            <a:gdLst/>
            <a:ahLst/>
            <a:cxnLst/>
            <a:rect l="0" t="0" r="0" b="0"/>
            <a:pathLst>
              <a:path w="687247" h="651891">
                <a:moveTo>
                  <a:pt x="687171" y="286416"/>
                </a:moveTo>
                <a:cubicBezTo>
                  <a:pt x="687019" y="241592"/>
                  <a:pt x="668778" y="198729"/>
                  <a:pt x="636593" y="167544"/>
                </a:cubicBezTo>
                <a:cubicBezTo>
                  <a:pt x="609895" y="141570"/>
                  <a:pt x="575100" y="125539"/>
                  <a:pt x="538010" y="122110"/>
                </a:cubicBezTo>
                <a:cubicBezTo>
                  <a:pt x="535762" y="121891"/>
                  <a:pt x="533742" y="120615"/>
                  <a:pt x="532580" y="118681"/>
                </a:cubicBezTo>
                <a:cubicBezTo>
                  <a:pt x="486432" y="41309"/>
                  <a:pt x="397687" y="0"/>
                  <a:pt x="308771" y="14506"/>
                </a:cubicBezTo>
                <a:cubicBezTo>
                  <a:pt x="219856" y="29013"/>
                  <a:pt x="148837" y="96373"/>
                  <a:pt x="129673" y="184404"/>
                </a:cubicBezTo>
                <a:cubicBezTo>
                  <a:pt x="128663" y="187032"/>
                  <a:pt x="126196" y="188823"/>
                  <a:pt x="123386" y="188976"/>
                </a:cubicBezTo>
                <a:cubicBezTo>
                  <a:pt x="96488" y="190814"/>
                  <a:pt x="70780" y="200777"/>
                  <a:pt x="49663" y="217551"/>
                </a:cubicBezTo>
                <a:cubicBezTo>
                  <a:pt x="18697" y="242792"/>
                  <a:pt x="923" y="280758"/>
                  <a:pt x="1371" y="320706"/>
                </a:cubicBezTo>
                <a:cubicBezTo>
                  <a:pt x="0" y="354863"/>
                  <a:pt x="12830" y="388067"/>
                  <a:pt x="36804" y="412432"/>
                </a:cubicBezTo>
                <a:cubicBezTo>
                  <a:pt x="65322" y="437378"/>
                  <a:pt x="101784" y="451361"/>
                  <a:pt x="139674" y="451866"/>
                </a:cubicBezTo>
                <a:cubicBezTo>
                  <a:pt x="155457" y="451866"/>
                  <a:pt x="168249" y="439073"/>
                  <a:pt x="168249" y="423291"/>
                </a:cubicBezTo>
                <a:cubicBezTo>
                  <a:pt x="168249" y="407508"/>
                  <a:pt x="155457" y="394716"/>
                  <a:pt x="139674" y="394716"/>
                </a:cubicBezTo>
                <a:cubicBezTo>
                  <a:pt x="116919" y="394592"/>
                  <a:pt x="94935" y="386391"/>
                  <a:pt x="77666" y="371570"/>
                </a:cubicBezTo>
                <a:cubicBezTo>
                  <a:pt x="64398" y="358073"/>
                  <a:pt x="57454" y="339604"/>
                  <a:pt x="58521" y="320706"/>
                </a:cubicBezTo>
                <a:cubicBezTo>
                  <a:pt x="58464" y="298408"/>
                  <a:pt x="68494" y="277282"/>
                  <a:pt x="85810" y="263242"/>
                </a:cubicBezTo>
                <a:cubicBezTo>
                  <a:pt x="103127" y="249193"/>
                  <a:pt x="125872" y="243744"/>
                  <a:pt x="147675" y="248412"/>
                </a:cubicBezTo>
                <a:cubicBezTo>
                  <a:pt x="155809" y="250050"/>
                  <a:pt x="164258" y="248069"/>
                  <a:pt x="170821" y="242982"/>
                </a:cubicBezTo>
                <a:cubicBezTo>
                  <a:pt x="177374" y="237963"/>
                  <a:pt x="181441" y="230362"/>
                  <a:pt x="181965" y="222122"/>
                </a:cubicBezTo>
                <a:cubicBezTo>
                  <a:pt x="186023" y="147770"/>
                  <a:pt x="240144" y="85715"/>
                  <a:pt x="313248" y="71599"/>
                </a:cubicBezTo>
                <a:cubicBezTo>
                  <a:pt x="386353" y="57473"/>
                  <a:pt x="459695" y="94907"/>
                  <a:pt x="491147" y="162401"/>
                </a:cubicBezTo>
                <a:cubicBezTo>
                  <a:pt x="496042" y="172707"/>
                  <a:pt x="506606" y="179108"/>
                  <a:pt x="518007" y="178689"/>
                </a:cubicBezTo>
                <a:cubicBezTo>
                  <a:pt x="547335" y="177203"/>
                  <a:pt x="575948" y="188090"/>
                  <a:pt x="596874" y="208692"/>
                </a:cubicBezTo>
                <a:cubicBezTo>
                  <a:pt x="618134" y="228942"/>
                  <a:pt x="630116" y="257051"/>
                  <a:pt x="630021" y="286416"/>
                </a:cubicBezTo>
                <a:cubicBezTo>
                  <a:pt x="629726" y="342328"/>
                  <a:pt x="587340" y="389020"/>
                  <a:pt x="531723" y="394716"/>
                </a:cubicBezTo>
                <a:cubicBezTo>
                  <a:pt x="515940" y="396773"/>
                  <a:pt x="504815" y="411222"/>
                  <a:pt x="506872" y="427005"/>
                </a:cubicBezTo>
                <a:cubicBezTo>
                  <a:pt x="508920" y="442779"/>
                  <a:pt x="523370" y="453913"/>
                  <a:pt x="539153" y="451866"/>
                </a:cubicBezTo>
                <a:cubicBezTo>
                  <a:pt x="623468" y="442541"/>
                  <a:pt x="687247" y="371246"/>
                  <a:pt x="687171" y="286416"/>
                </a:cubicBezTo>
                <a:moveTo>
                  <a:pt x="364559" y="246126"/>
                </a:moveTo>
                <a:cubicBezTo>
                  <a:pt x="359197" y="240715"/>
                  <a:pt x="351891" y="237677"/>
                  <a:pt x="344271" y="237677"/>
                </a:cubicBezTo>
                <a:cubicBezTo>
                  <a:pt x="336651" y="237677"/>
                  <a:pt x="329345" y="240715"/>
                  <a:pt x="323983" y="246126"/>
                </a:cubicBezTo>
                <a:lnTo>
                  <a:pt x="223970" y="346138"/>
                </a:lnTo>
                <a:cubicBezTo>
                  <a:pt x="215931" y="354339"/>
                  <a:pt x="213579" y="366560"/>
                  <a:pt x="218008" y="377151"/>
                </a:cubicBezTo>
                <a:cubicBezTo>
                  <a:pt x="222437" y="387753"/>
                  <a:pt x="232771" y="394668"/>
                  <a:pt x="244259" y="394716"/>
                </a:cubicBezTo>
                <a:lnTo>
                  <a:pt x="294265" y="394716"/>
                </a:lnTo>
                <a:cubicBezTo>
                  <a:pt x="298208" y="394716"/>
                  <a:pt x="301409" y="397916"/>
                  <a:pt x="301409" y="401859"/>
                </a:cubicBezTo>
                <a:lnTo>
                  <a:pt x="301409" y="609028"/>
                </a:lnTo>
                <a:cubicBezTo>
                  <a:pt x="301409" y="632698"/>
                  <a:pt x="320601" y="651891"/>
                  <a:pt x="344271" y="651891"/>
                </a:cubicBezTo>
                <a:cubicBezTo>
                  <a:pt x="367941" y="651891"/>
                  <a:pt x="387134" y="632698"/>
                  <a:pt x="387134" y="609028"/>
                </a:cubicBezTo>
                <a:lnTo>
                  <a:pt x="387134" y="401859"/>
                </a:lnTo>
                <a:cubicBezTo>
                  <a:pt x="387134" y="397916"/>
                  <a:pt x="390334" y="394716"/>
                  <a:pt x="394277" y="394716"/>
                </a:cubicBezTo>
                <a:lnTo>
                  <a:pt x="444284" y="394716"/>
                </a:lnTo>
                <a:cubicBezTo>
                  <a:pt x="455895" y="394782"/>
                  <a:pt x="466391" y="387819"/>
                  <a:pt x="470839" y="377094"/>
                </a:cubicBezTo>
                <a:cubicBezTo>
                  <a:pt x="475287" y="366379"/>
                  <a:pt x="472811" y="354025"/>
                  <a:pt x="464572" y="345852"/>
                </a:cubicBezTo>
                <a:lnTo>
                  <a:pt x="364559" y="246126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18255" y="1278731"/>
            <a:ext cx="4482484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Arquitectura de Cantabrian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7327" y="4217193"/>
            <a:ext cx="913361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0CB15"/>
                </a:solidFill>
                <a:latin typeface="Shantell Sans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5913" y="4217193"/>
            <a:ext cx="836637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DE8431"/>
                </a:solidFill>
                <a:latin typeface="Shantell San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8290" y="4217193"/>
            <a:ext cx="1052293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55753"/>
                </a:solidFill>
                <a:latin typeface="Shantell Sans"/>
              </a:rPr>
              <a:t>Despliegue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7031" y="4550568"/>
            <a:ext cx="1074096" cy="8001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Shantell Sans"/>
              </a:rPr>
              <a:t>La interfaz de
usuario está
construida con
SvelteKit.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0368" y="4579143"/>
            <a:ext cx="1167784" cy="1000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Shantell Sans"/>
              </a:rPr>
              <a:t>Supabase
proporciona la
base de datos,
autenticación y
almacenamiento.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0092" y="4579143"/>
            <a:ext cx="1168669" cy="1000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Shantell Sans"/>
              </a:rPr>
              <a:t>El frontend está
desplegado en
Vercel y el
backend en
Supabase.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5840" y="2940555"/>
            <a:ext cx="1371600" cy="1983657"/>
          </a:xfrm>
          <a:custGeom>
            <a:avLst/>
            <a:gdLst/>
            <a:ahLst/>
            <a:cxnLst/>
            <a:rect l="0" t="0" r="0" b="0"/>
            <a:pathLst>
              <a:path w="1371600" h="1983657">
                <a:moveTo>
                  <a:pt x="228600" y="1864166"/>
                </a:moveTo>
                <a:cubicBezTo>
                  <a:pt x="228600" y="1910524"/>
                  <a:pt x="255222" y="1948043"/>
                  <a:pt x="291769" y="1966398"/>
                </a:cubicBezTo>
                <a:cubicBezTo>
                  <a:pt x="322192" y="1981676"/>
                  <a:pt x="359492" y="1983657"/>
                  <a:pt x="394020" y="1966398"/>
                </a:cubicBezTo>
                <a:lnTo>
                  <a:pt x="571490" y="1877663"/>
                </a:lnTo>
                <a:lnTo>
                  <a:pt x="520369" y="1852098"/>
                </a:lnTo>
                <a:cubicBezTo>
                  <a:pt x="483822" y="1833743"/>
                  <a:pt x="457200" y="1796224"/>
                  <a:pt x="457200" y="1749866"/>
                </a:cubicBezTo>
                <a:lnTo>
                  <a:pt x="457200" y="933088"/>
                </a:lnTo>
                <a:cubicBezTo>
                  <a:pt x="457200" y="846496"/>
                  <a:pt x="506120" y="767343"/>
                  <a:pt x="583568" y="728624"/>
                </a:cubicBezTo>
                <a:lnTo>
                  <a:pt x="1206179" y="417309"/>
                </a:lnTo>
                <a:cubicBezTo>
                  <a:pt x="1240707" y="400050"/>
                  <a:pt x="1278007" y="402031"/>
                  <a:pt x="1308430" y="417309"/>
                </a:cubicBezTo>
                <a:lnTo>
                  <a:pt x="1371600" y="448894"/>
                </a:lnTo>
                <a:lnTo>
                  <a:pt x="1371600" y="233800"/>
                </a:lnTo>
                <a:cubicBezTo>
                  <a:pt x="1371600" y="187432"/>
                  <a:pt x="1344977" y="149913"/>
                  <a:pt x="1308430" y="131559"/>
                </a:cubicBezTo>
                <a:cubicBezTo>
                  <a:pt x="1277721" y="116271"/>
                  <a:pt x="1240574" y="114366"/>
                  <a:pt x="1206179" y="131559"/>
                </a:cubicBezTo>
                <a:lnTo>
                  <a:pt x="354968" y="557174"/>
                </a:lnTo>
                <a:cubicBezTo>
                  <a:pt x="277520" y="595893"/>
                  <a:pt x="228600" y="675046"/>
                  <a:pt x="228600" y="761638"/>
                </a:cubicBezTo>
                <a:cubicBezTo>
                  <a:pt x="228600" y="675046"/>
                  <a:pt x="277520" y="595893"/>
                  <a:pt x="354968" y="557174"/>
                </a:cubicBezTo>
                <a:lnTo>
                  <a:pt x="1206179" y="131559"/>
                </a:lnTo>
                <a:cubicBezTo>
                  <a:pt x="1240574" y="114366"/>
                  <a:pt x="1277721" y="116271"/>
                  <a:pt x="1308077" y="131387"/>
                </a:cubicBezTo>
                <a:lnTo>
                  <a:pt x="1079830" y="17259"/>
                </a:lnTo>
                <a:cubicBezTo>
                  <a:pt x="1049407" y="1981"/>
                  <a:pt x="1012107" y="0"/>
                  <a:pt x="977579" y="17259"/>
                </a:cubicBezTo>
                <a:lnTo>
                  <a:pt x="126368" y="442874"/>
                </a:lnTo>
                <a:cubicBezTo>
                  <a:pt x="48920" y="481593"/>
                  <a:pt x="0" y="560746"/>
                  <a:pt x="0" y="647338"/>
                </a:cubicBezTo>
                <a:lnTo>
                  <a:pt x="0" y="1749866"/>
                </a:lnTo>
                <a:cubicBezTo>
                  <a:pt x="0" y="1796224"/>
                  <a:pt x="26622" y="1833743"/>
                  <a:pt x="63169" y="1852098"/>
                </a:cubicBezTo>
                <a:lnTo>
                  <a:pt x="291769" y="1966398"/>
                </a:lnTo>
                <a:cubicBezTo>
                  <a:pt x="255222" y="1948043"/>
                  <a:pt x="228600" y="1910524"/>
                  <a:pt x="228600" y="1864166"/>
                </a:cubicBezTo>
                <a:moveTo>
                  <a:pt x="1308430" y="131559"/>
                </a:moveTo>
                <a:cubicBezTo>
                  <a:pt x="1308315" y="131502"/>
                  <a:pt x="1308201" y="131445"/>
                  <a:pt x="1308077" y="131387"/>
                </a:cubicBez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5840" y="2940553"/>
            <a:ext cx="1371600" cy="1983662"/>
          </a:xfrm>
          <a:custGeom>
            <a:avLst/>
            <a:gdLst/>
            <a:ahLst/>
            <a:cxnLst/>
            <a:rect l="0" t="0" r="0" b="0"/>
            <a:pathLst>
              <a:path w="1371600" h="1983662">
                <a:moveTo>
                  <a:pt x="977583" y="17265"/>
                </a:moveTo>
                <a:lnTo>
                  <a:pt x="126367" y="442872"/>
                </a:lnTo>
                <a:cubicBezTo>
                  <a:pt x="48921" y="481596"/>
                  <a:pt x="0" y="560751"/>
                  <a:pt x="0" y="647339"/>
                </a:cubicBezTo>
                <a:lnTo>
                  <a:pt x="0" y="1749864"/>
                </a:lnTo>
                <a:cubicBezTo>
                  <a:pt x="0" y="1796229"/>
                  <a:pt x="26624" y="1833749"/>
                  <a:pt x="63165" y="1852098"/>
                </a:cubicBezTo>
                <a:lnTo>
                  <a:pt x="291765" y="1966398"/>
                </a:lnTo>
                <a:cubicBezTo>
                  <a:pt x="255224" y="1948049"/>
                  <a:pt x="228600" y="1910529"/>
                  <a:pt x="228600" y="1864164"/>
                </a:cubicBezTo>
                <a:lnTo>
                  <a:pt x="228600" y="761639"/>
                </a:lnTo>
                <a:cubicBezTo>
                  <a:pt x="228600" y="675051"/>
                  <a:pt x="277521" y="595896"/>
                  <a:pt x="354967" y="557172"/>
                </a:cubicBezTo>
                <a:lnTo>
                  <a:pt x="1206183" y="131565"/>
                </a:lnTo>
                <a:cubicBezTo>
                  <a:pt x="1240576" y="114367"/>
                  <a:pt x="1277719" y="116272"/>
                  <a:pt x="1308078" y="131386"/>
                </a:cubicBezTo>
                <a:lnTo>
                  <a:pt x="1079834" y="17265"/>
                </a:lnTo>
                <a:cubicBezTo>
                  <a:pt x="1049410" y="1986"/>
                  <a:pt x="1012112" y="0"/>
                  <a:pt x="977583" y="17265"/>
                </a:cubicBezTo>
                <a:close/>
                <a:moveTo>
                  <a:pt x="1308434" y="131565"/>
                </a:moveTo>
                <a:cubicBezTo>
                  <a:pt x="1308315" y="131505"/>
                  <a:pt x="1308197" y="131445"/>
                  <a:pt x="1308078" y="131386"/>
                </a:cubicBezTo>
                <a:close/>
                <a:moveTo>
                  <a:pt x="1206183" y="131564"/>
                </a:moveTo>
                <a:lnTo>
                  <a:pt x="354967" y="557172"/>
                </a:lnTo>
                <a:cubicBezTo>
                  <a:pt x="277521" y="595895"/>
                  <a:pt x="228600" y="675051"/>
                  <a:pt x="228600" y="761639"/>
                </a:cubicBezTo>
                <a:lnTo>
                  <a:pt x="228600" y="1864164"/>
                </a:lnTo>
                <a:cubicBezTo>
                  <a:pt x="228600" y="1910529"/>
                  <a:pt x="255224" y="1948049"/>
                  <a:pt x="291765" y="1966398"/>
                </a:cubicBezTo>
                <a:cubicBezTo>
                  <a:pt x="322189" y="1981675"/>
                  <a:pt x="359487" y="1983662"/>
                  <a:pt x="394016" y="1966398"/>
                </a:cubicBezTo>
                <a:lnTo>
                  <a:pt x="571491" y="1877660"/>
                </a:lnTo>
                <a:lnTo>
                  <a:pt x="520365" y="1852098"/>
                </a:lnTo>
                <a:cubicBezTo>
                  <a:pt x="483824" y="1833749"/>
                  <a:pt x="457200" y="1796229"/>
                  <a:pt x="457200" y="1749864"/>
                </a:cubicBezTo>
                <a:lnTo>
                  <a:pt x="457200" y="933089"/>
                </a:lnTo>
                <a:cubicBezTo>
                  <a:pt x="457200" y="846501"/>
                  <a:pt x="506121" y="767345"/>
                  <a:pt x="583567" y="728622"/>
                </a:cubicBezTo>
                <a:lnTo>
                  <a:pt x="1206183" y="417314"/>
                </a:lnTo>
                <a:cubicBezTo>
                  <a:pt x="1240712" y="400049"/>
                  <a:pt x="1278010" y="402036"/>
                  <a:pt x="1308434" y="417314"/>
                </a:cubicBezTo>
                <a:lnTo>
                  <a:pt x="1371600" y="448897"/>
                </a:lnTo>
                <a:lnTo>
                  <a:pt x="1371600" y="233797"/>
                </a:lnTo>
                <a:cubicBezTo>
                  <a:pt x="1371600" y="187432"/>
                  <a:pt x="1344975" y="149913"/>
                  <a:pt x="1308434" y="131564"/>
                </a:cubicBezTo>
                <a:lnTo>
                  <a:pt x="1308078" y="131386"/>
                </a:lnTo>
                <a:cubicBezTo>
                  <a:pt x="1277719" y="116271"/>
                  <a:pt x="1240576" y="114367"/>
                  <a:pt x="1206183" y="131564"/>
                </a:cubicBezTo>
                <a:close/>
                <a:moveTo>
                  <a:pt x="1308434" y="131564"/>
                </a:moveTo>
                <a:cubicBezTo>
                  <a:pt x="1308315" y="131505"/>
                  <a:pt x="1308197" y="131445"/>
                  <a:pt x="1308078" y="131386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33040" y="3340605"/>
            <a:ext cx="1143000" cy="1583607"/>
          </a:xfrm>
          <a:custGeom>
            <a:avLst/>
            <a:gdLst/>
            <a:ahLst/>
            <a:cxnLst/>
            <a:rect l="0" t="0" r="0" b="0"/>
            <a:pathLst>
              <a:path w="1143000" h="1583607">
                <a:moveTo>
                  <a:pt x="228600" y="1464116"/>
                </a:moveTo>
                <a:cubicBezTo>
                  <a:pt x="228600" y="1510474"/>
                  <a:pt x="255222" y="1547993"/>
                  <a:pt x="291769" y="1566348"/>
                </a:cubicBezTo>
                <a:cubicBezTo>
                  <a:pt x="322192" y="1581626"/>
                  <a:pt x="359492" y="1583607"/>
                  <a:pt x="394020" y="1566348"/>
                </a:cubicBezTo>
                <a:lnTo>
                  <a:pt x="571490" y="1477613"/>
                </a:lnTo>
                <a:lnTo>
                  <a:pt x="520369" y="1452048"/>
                </a:lnTo>
                <a:cubicBezTo>
                  <a:pt x="483822" y="1433693"/>
                  <a:pt x="457200" y="1396174"/>
                  <a:pt x="457200" y="1349816"/>
                </a:cubicBezTo>
                <a:lnTo>
                  <a:pt x="457200" y="818788"/>
                </a:lnTo>
                <a:cubicBezTo>
                  <a:pt x="457200" y="732196"/>
                  <a:pt x="506120" y="653043"/>
                  <a:pt x="583568" y="614324"/>
                </a:cubicBezTo>
                <a:lnTo>
                  <a:pt x="977579" y="417309"/>
                </a:lnTo>
                <a:cubicBezTo>
                  <a:pt x="1012107" y="400050"/>
                  <a:pt x="1049407" y="402031"/>
                  <a:pt x="1079830" y="417309"/>
                </a:cubicBezTo>
                <a:lnTo>
                  <a:pt x="1143000" y="448894"/>
                </a:lnTo>
                <a:lnTo>
                  <a:pt x="1143000" y="233800"/>
                </a:lnTo>
                <a:cubicBezTo>
                  <a:pt x="1143000" y="187432"/>
                  <a:pt x="1116377" y="149913"/>
                  <a:pt x="1079830" y="131559"/>
                </a:cubicBezTo>
                <a:cubicBezTo>
                  <a:pt x="1049121" y="116271"/>
                  <a:pt x="1011974" y="114366"/>
                  <a:pt x="977579" y="131559"/>
                </a:cubicBezTo>
                <a:lnTo>
                  <a:pt x="354968" y="442874"/>
                </a:lnTo>
                <a:cubicBezTo>
                  <a:pt x="277520" y="481593"/>
                  <a:pt x="228600" y="560746"/>
                  <a:pt x="228600" y="647338"/>
                </a:cubicBezTo>
                <a:cubicBezTo>
                  <a:pt x="228600" y="560746"/>
                  <a:pt x="277520" y="481593"/>
                  <a:pt x="354968" y="442874"/>
                </a:cubicBezTo>
                <a:lnTo>
                  <a:pt x="977579" y="131559"/>
                </a:lnTo>
                <a:cubicBezTo>
                  <a:pt x="1011974" y="114366"/>
                  <a:pt x="1049121" y="116271"/>
                  <a:pt x="1079477" y="131387"/>
                </a:cubicBezTo>
                <a:lnTo>
                  <a:pt x="851230" y="17259"/>
                </a:lnTo>
                <a:cubicBezTo>
                  <a:pt x="820807" y="1981"/>
                  <a:pt x="783507" y="0"/>
                  <a:pt x="748979" y="17259"/>
                </a:cubicBezTo>
                <a:lnTo>
                  <a:pt x="126368" y="328574"/>
                </a:lnTo>
                <a:cubicBezTo>
                  <a:pt x="48920" y="367293"/>
                  <a:pt x="0" y="446446"/>
                  <a:pt x="0" y="533038"/>
                </a:cubicBezTo>
                <a:lnTo>
                  <a:pt x="0" y="1349816"/>
                </a:lnTo>
                <a:cubicBezTo>
                  <a:pt x="0" y="1396174"/>
                  <a:pt x="26622" y="1433693"/>
                  <a:pt x="63169" y="1452048"/>
                </a:cubicBezTo>
                <a:lnTo>
                  <a:pt x="291769" y="1566348"/>
                </a:lnTo>
                <a:cubicBezTo>
                  <a:pt x="255222" y="1547993"/>
                  <a:pt x="228600" y="1510474"/>
                  <a:pt x="228600" y="1464116"/>
                </a:cubicBezTo>
                <a:moveTo>
                  <a:pt x="1079830" y="131559"/>
                </a:moveTo>
                <a:cubicBezTo>
                  <a:pt x="1079715" y="131502"/>
                  <a:pt x="1079601" y="131445"/>
                  <a:pt x="1079477" y="131387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3040" y="3340603"/>
            <a:ext cx="1143000" cy="1583612"/>
          </a:xfrm>
          <a:custGeom>
            <a:avLst/>
            <a:gdLst/>
            <a:ahLst/>
            <a:cxnLst/>
            <a:rect l="0" t="0" r="0" b="0"/>
            <a:pathLst>
              <a:path w="1143000" h="1583612">
                <a:moveTo>
                  <a:pt x="748983" y="17265"/>
                </a:moveTo>
                <a:lnTo>
                  <a:pt x="126367" y="328572"/>
                </a:lnTo>
                <a:cubicBezTo>
                  <a:pt x="48921" y="367296"/>
                  <a:pt x="0" y="446451"/>
                  <a:pt x="0" y="533039"/>
                </a:cubicBezTo>
                <a:lnTo>
                  <a:pt x="0" y="1349814"/>
                </a:lnTo>
                <a:cubicBezTo>
                  <a:pt x="0" y="1396179"/>
                  <a:pt x="26624" y="1433699"/>
                  <a:pt x="63165" y="1452048"/>
                </a:cubicBezTo>
                <a:lnTo>
                  <a:pt x="291765" y="1566348"/>
                </a:lnTo>
                <a:cubicBezTo>
                  <a:pt x="255224" y="1547999"/>
                  <a:pt x="228600" y="1510479"/>
                  <a:pt x="228600" y="1464114"/>
                </a:cubicBezTo>
                <a:lnTo>
                  <a:pt x="228600" y="647339"/>
                </a:lnTo>
                <a:cubicBezTo>
                  <a:pt x="228600" y="560751"/>
                  <a:pt x="277521" y="481596"/>
                  <a:pt x="354967" y="442872"/>
                </a:cubicBezTo>
                <a:lnTo>
                  <a:pt x="977583" y="131565"/>
                </a:lnTo>
                <a:cubicBezTo>
                  <a:pt x="1011976" y="114367"/>
                  <a:pt x="1049119" y="116272"/>
                  <a:pt x="1079478" y="131386"/>
                </a:cubicBezTo>
                <a:lnTo>
                  <a:pt x="851234" y="17265"/>
                </a:lnTo>
                <a:cubicBezTo>
                  <a:pt x="820810" y="1986"/>
                  <a:pt x="783512" y="0"/>
                  <a:pt x="748983" y="17265"/>
                </a:cubicBezTo>
                <a:close/>
                <a:moveTo>
                  <a:pt x="1079834" y="131565"/>
                </a:moveTo>
                <a:cubicBezTo>
                  <a:pt x="1079715" y="131505"/>
                  <a:pt x="1079597" y="131445"/>
                  <a:pt x="1079478" y="131386"/>
                </a:cubicBezTo>
                <a:close/>
                <a:moveTo>
                  <a:pt x="977583" y="131564"/>
                </a:moveTo>
                <a:lnTo>
                  <a:pt x="354967" y="442872"/>
                </a:lnTo>
                <a:cubicBezTo>
                  <a:pt x="277521" y="481595"/>
                  <a:pt x="228600" y="560751"/>
                  <a:pt x="228600" y="647339"/>
                </a:cubicBezTo>
                <a:lnTo>
                  <a:pt x="228600" y="1464114"/>
                </a:lnTo>
                <a:cubicBezTo>
                  <a:pt x="228600" y="1510479"/>
                  <a:pt x="255224" y="1547999"/>
                  <a:pt x="291765" y="1566348"/>
                </a:cubicBezTo>
                <a:cubicBezTo>
                  <a:pt x="322189" y="1581625"/>
                  <a:pt x="359487" y="1583612"/>
                  <a:pt x="394016" y="1566348"/>
                </a:cubicBezTo>
                <a:lnTo>
                  <a:pt x="571490" y="1477610"/>
                </a:lnTo>
                <a:lnTo>
                  <a:pt x="520365" y="1452048"/>
                </a:lnTo>
                <a:cubicBezTo>
                  <a:pt x="483824" y="1433699"/>
                  <a:pt x="457200" y="1396180"/>
                  <a:pt x="457200" y="1349815"/>
                </a:cubicBezTo>
                <a:lnTo>
                  <a:pt x="457200" y="818789"/>
                </a:lnTo>
                <a:cubicBezTo>
                  <a:pt x="457200" y="732201"/>
                  <a:pt x="506121" y="653045"/>
                  <a:pt x="583567" y="614322"/>
                </a:cubicBezTo>
                <a:lnTo>
                  <a:pt x="977584" y="417314"/>
                </a:lnTo>
                <a:cubicBezTo>
                  <a:pt x="1012112" y="400049"/>
                  <a:pt x="1049410" y="402036"/>
                  <a:pt x="1079834" y="417314"/>
                </a:cubicBezTo>
                <a:lnTo>
                  <a:pt x="1143000" y="448897"/>
                </a:lnTo>
                <a:lnTo>
                  <a:pt x="1143000" y="233797"/>
                </a:lnTo>
                <a:cubicBezTo>
                  <a:pt x="1143000" y="187432"/>
                  <a:pt x="1116375" y="149913"/>
                  <a:pt x="1079834" y="131564"/>
                </a:cubicBezTo>
                <a:lnTo>
                  <a:pt x="1079478" y="131386"/>
                </a:lnTo>
                <a:cubicBezTo>
                  <a:pt x="1049119" y="116271"/>
                  <a:pt x="1011976" y="114367"/>
                  <a:pt x="977583" y="131564"/>
                </a:cubicBezTo>
                <a:close/>
                <a:moveTo>
                  <a:pt x="1079834" y="131564"/>
                </a:moveTo>
                <a:cubicBezTo>
                  <a:pt x="1079715" y="131505"/>
                  <a:pt x="1079597" y="131445"/>
                  <a:pt x="1079478" y="131386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240" y="3740655"/>
            <a:ext cx="914400" cy="1183557"/>
          </a:xfrm>
          <a:custGeom>
            <a:avLst/>
            <a:gdLst/>
            <a:ahLst/>
            <a:cxnLst/>
            <a:rect l="0" t="0" r="0" b="0"/>
            <a:pathLst>
              <a:path w="914400" h="1183557">
                <a:moveTo>
                  <a:pt x="228600" y="1064066"/>
                </a:moveTo>
                <a:cubicBezTo>
                  <a:pt x="228600" y="1110424"/>
                  <a:pt x="255222" y="1147952"/>
                  <a:pt x="291769" y="1166298"/>
                </a:cubicBezTo>
                <a:cubicBezTo>
                  <a:pt x="322192" y="1181576"/>
                  <a:pt x="359492" y="1183557"/>
                  <a:pt x="394020" y="1166298"/>
                </a:cubicBezTo>
                <a:lnTo>
                  <a:pt x="571490" y="1077563"/>
                </a:lnTo>
                <a:lnTo>
                  <a:pt x="520369" y="1051998"/>
                </a:lnTo>
                <a:cubicBezTo>
                  <a:pt x="483822" y="1033652"/>
                  <a:pt x="457200" y="996124"/>
                  <a:pt x="457200" y="949766"/>
                </a:cubicBezTo>
                <a:lnTo>
                  <a:pt x="457200" y="704488"/>
                </a:lnTo>
                <a:cubicBezTo>
                  <a:pt x="457200" y="617896"/>
                  <a:pt x="506120" y="538743"/>
                  <a:pt x="583568" y="500024"/>
                </a:cubicBezTo>
                <a:lnTo>
                  <a:pt x="748979" y="417309"/>
                </a:lnTo>
                <a:cubicBezTo>
                  <a:pt x="783507" y="400050"/>
                  <a:pt x="820807" y="402031"/>
                  <a:pt x="851230" y="417309"/>
                </a:cubicBezTo>
                <a:lnTo>
                  <a:pt x="914400" y="448894"/>
                </a:lnTo>
                <a:lnTo>
                  <a:pt x="914400" y="233800"/>
                </a:lnTo>
                <a:cubicBezTo>
                  <a:pt x="914400" y="187432"/>
                  <a:pt x="887777" y="149913"/>
                  <a:pt x="851230" y="131559"/>
                </a:cubicBezTo>
                <a:cubicBezTo>
                  <a:pt x="820521" y="116271"/>
                  <a:pt x="783374" y="114366"/>
                  <a:pt x="748979" y="131559"/>
                </a:cubicBezTo>
                <a:lnTo>
                  <a:pt x="354968" y="328574"/>
                </a:lnTo>
                <a:cubicBezTo>
                  <a:pt x="277520" y="367293"/>
                  <a:pt x="228600" y="446446"/>
                  <a:pt x="228600" y="533038"/>
                </a:cubicBezTo>
                <a:cubicBezTo>
                  <a:pt x="228600" y="446446"/>
                  <a:pt x="277520" y="367293"/>
                  <a:pt x="354968" y="328574"/>
                </a:cubicBezTo>
                <a:lnTo>
                  <a:pt x="748979" y="131559"/>
                </a:lnTo>
                <a:cubicBezTo>
                  <a:pt x="783374" y="114366"/>
                  <a:pt x="820521" y="116271"/>
                  <a:pt x="850877" y="131387"/>
                </a:cubicBezTo>
                <a:lnTo>
                  <a:pt x="622630" y="17259"/>
                </a:lnTo>
                <a:cubicBezTo>
                  <a:pt x="592207" y="1981"/>
                  <a:pt x="554907" y="0"/>
                  <a:pt x="520379" y="17259"/>
                </a:cubicBezTo>
                <a:lnTo>
                  <a:pt x="126368" y="214274"/>
                </a:lnTo>
                <a:cubicBezTo>
                  <a:pt x="48920" y="252993"/>
                  <a:pt x="0" y="332146"/>
                  <a:pt x="0" y="418738"/>
                </a:cubicBezTo>
                <a:lnTo>
                  <a:pt x="0" y="949766"/>
                </a:lnTo>
                <a:cubicBezTo>
                  <a:pt x="0" y="996124"/>
                  <a:pt x="26622" y="1033643"/>
                  <a:pt x="63169" y="1051998"/>
                </a:cubicBezTo>
                <a:lnTo>
                  <a:pt x="291769" y="1166298"/>
                </a:lnTo>
                <a:cubicBezTo>
                  <a:pt x="255222" y="1147943"/>
                  <a:pt x="228600" y="1110424"/>
                  <a:pt x="228600" y="1064066"/>
                </a:cubicBezTo>
                <a:moveTo>
                  <a:pt x="851230" y="131559"/>
                </a:moveTo>
                <a:cubicBezTo>
                  <a:pt x="851115" y="131502"/>
                  <a:pt x="851001" y="131444"/>
                  <a:pt x="850877" y="131387"/>
                </a:cubicBezTo>
              </a:path>
            </a:pathLst>
          </a:custGeom>
          <a:solidFill>
            <a:srgbClr val="E9F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0240" y="3740653"/>
            <a:ext cx="914400" cy="1183562"/>
          </a:xfrm>
          <a:custGeom>
            <a:avLst/>
            <a:gdLst/>
            <a:ahLst/>
            <a:cxnLst/>
            <a:rect l="0" t="0" r="0" b="0"/>
            <a:pathLst>
              <a:path w="914400" h="1183562">
                <a:moveTo>
                  <a:pt x="520384" y="17265"/>
                </a:moveTo>
                <a:lnTo>
                  <a:pt x="126367" y="214272"/>
                </a:lnTo>
                <a:cubicBezTo>
                  <a:pt x="48921" y="252996"/>
                  <a:pt x="0" y="332151"/>
                  <a:pt x="0" y="418739"/>
                </a:cubicBezTo>
                <a:lnTo>
                  <a:pt x="0" y="949765"/>
                </a:lnTo>
                <a:cubicBezTo>
                  <a:pt x="0" y="996130"/>
                  <a:pt x="26624" y="1033649"/>
                  <a:pt x="63165" y="1051998"/>
                </a:cubicBezTo>
                <a:lnTo>
                  <a:pt x="291765" y="1166298"/>
                </a:lnTo>
                <a:cubicBezTo>
                  <a:pt x="255224" y="1147949"/>
                  <a:pt x="228600" y="1110430"/>
                  <a:pt x="228600" y="1064065"/>
                </a:cubicBezTo>
                <a:lnTo>
                  <a:pt x="228600" y="533039"/>
                </a:lnTo>
                <a:cubicBezTo>
                  <a:pt x="228600" y="446451"/>
                  <a:pt x="277521" y="367296"/>
                  <a:pt x="354967" y="328572"/>
                </a:cubicBezTo>
                <a:lnTo>
                  <a:pt x="748984" y="131565"/>
                </a:lnTo>
                <a:cubicBezTo>
                  <a:pt x="783376" y="114367"/>
                  <a:pt x="820519" y="116271"/>
                  <a:pt x="850878" y="131385"/>
                </a:cubicBezTo>
                <a:lnTo>
                  <a:pt x="622634" y="17265"/>
                </a:lnTo>
                <a:cubicBezTo>
                  <a:pt x="592210" y="1986"/>
                  <a:pt x="554912" y="0"/>
                  <a:pt x="520384" y="17265"/>
                </a:cubicBezTo>
                <a:close/>
                <a:moveTo>
                  <a:pt x="851234" y="131565"/>
                </a:moveTo>
                <a:cubicBezTo>
                  <a:pt x="851115" y="131505"/>
                  <a:pt x="850997" y="131445"/>
                  <a:pt x="850878" y="131385"/>
                </a:cubicBezTo>
                <a:close/>
                <a:moveTo>
                  <a:pt x="748984" y="131565"/>
                </a:moveTo>
                <a:lnTo>
                  <a:pt x="354967" y="328572"/>
                </a:lnTo>
                <a:cubicBezTo>
                  <a:pt x="277521" y="367296"/>
                  <a:pt x="228600" y="446451"/>
                  <a:pt x="228600" y="533039"/>
                </a:cubicBezTo>
                <a:lnTo>
                  <a:pt x="228600" y="1064065"/>
                </a:lnTo>
                <a:cubicBezTo>
                  <a:pt x="228600" y="1110430"/>
                  <a:pt x="255224" y="1147950"/>
                  <a:pt x="291765" y="1166298"/>
                </a:cubicBezTo>
                <a:cubicBezTo>
                  <a:pt x="322189" y="1181575"/>
                  <a:pt x="359487" y="1183562"/>
                  <a:pt x="394015" y="1166298"/>
                </a:cubicBezTo>
                <a:lnTo>
                  <a:pt x="571490" y="1077561"/>
                </a:lnTo>
                <a:lnTo>
                  <a:pt x="520365" y="1051998"/>
                </a:lnTo>
                <a:cubicBezTo>
                  <a:pt x="483824" y="1033650"/>
                  <a:pt x="457200" y="996130"/>
                  <a:pt x="457200" y="949765"/>
                </a:cubicBezTo>
                <a:lnTo>
                  <a:pt x="457200" y="704489"/>
                </a:lnTo>
                <a:cubicBezTo>
                  <a:pt x="457200" y="617901"/>
                  <a:pt x="506121" y="538746"/>
                  <a:pt x="583567" y="500022"/>
                </a:cubicBezTo>
                <a:lnTo>
                  <a:pt x="748984" y="417315"/>
                </a:lnTo>
                <a:cubicBezTo>
                  <a:pt x="783512" y="400050"/>
                  <a:pt x="820810" y="402036"/>
                  <a:pt x="851234" y="417315"/>
                </a:cubicBezTo>
                <a:lnTo>
                  <a:pt x="914400" y="448897"/>
                </a:lnTo>
                <a:lnTo>
                  <a:pt x="914400" y="233797"/>
                </a:lnTo>
                <a:cubicBezTo>
                  <a:pt x="914400" y="187432"/>
                  <a:pt x="887775" y="149913"/>
                  <a:pt x="851234" y="131565"/>
                </a:cubicBezTo>
                <a:lnTo>
                  <a:pt x="850878" y="131386"/>
                </a:lnTo>
                <a:cubicBezTo>
                  <a:pt x="820519" y="116271"/>
                  <a:pt x="783376" y="114367"/>
                  <a:pt x="748984" y="131565"/>
                </a:cubicBezTo>
                <a:close/>
                <a:moveTo>
                  <a:pt x="851234" y="131565"/>
                </a:moveTo>
                <a:cubicBezTo>
                  <a:pt x="851115" y="131505"/>
                  <a:pt x="850997" y="131445"/>
                  <a:pt x="850878" y="131386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7440" y="4140705"/>
            <a:ext cx="685800" cy="783507"/>
          </a:xfrm>
          <a:custGeom>
            <a:avLst/>
            <a:gdLst/>
            <a:ahLst/>
            <a:cxnLst/>
            <a:rect l="0" t="0" r="0" b="0"/>
            <a:pathLst>
              <a:path w="685800" h="783507">
                <a:moveTo>
                  <a:pt x="228600" y="664016"/>
                </a:moveTo>
                <a:cubicBezTo>
                  <a:pt x="228600" y="710384"/>
                  <a:pt x="255231" y="747912"/>
                  <a:pt x="291779" y="766257"/>
                </a:cubicBezTo>
                <a:cubicBezTo>
                  <a:pt x="322202" y="781526"/>
                  <a:pt x="359492" y="783507"/>
                  <a:pt x="394020" y="766248"/>
                </a:cubicBezTo>
                <a:lnTo>
                  <a:pt x="559431" y="683533"/>
                </a:lnTo>
                <a:cubicBezTo>
                  <a:pt x="636879" y="644813"/>
                  <a:pt x="685800" y="565661"/>
                  <a:pt x="685800" y="479069"/>
                </a:cubicBezTo>
                <a:lnTo>
                  <a:pt x="685800" y="233791"/>
                </a:lnTo>
                <a:cubicBezTo>
                  <a:pt x="685800" y="187432"/>
                  <a:pt x="659177" y="149913"/>
                  <a:pt x="622630" y="131559"/>
                </a:cubicBezTo>
                <a:cubicBezTo>
                  <a:pt x="622515" y="131502"/>
                  <a:pt x="622401" y="131444"/>
                  <a:pt x="622277" y="131387"/>
                </a:cubicBezTo>
                <a:cubicBezTo>
                  <a:pt x="591921" y="116271"/>
                  <a:pt x="554774" y="114366"/>
                  <a:pt x="520379" y="131559"/>
                </a:cubicBezTo>
                <a:lnTo>
                  <a:pt x="354968" y="214274"/>
                </a:lnTo>
                <a:cubicBezTo>
                  <a:pt x="277520" y="252993"/>
                  <a:pt x="228600" y="332146"/>
                  <a:pt x="228600" y="418738"/>
                </a:cubicBezTo>
                <a:cubicBezTo>
                  <a:pt x="228600" y="332146"/>
                  <a:pt x="277520" y="252993"/>
                  <a:pt x="354968" y="214274"/>
                </a:cubicBezTo>
                <a:lnTo>
                  <a:pt x="520379" y="131559"/>
                </a:lnTo>
                <a:cubicBezTo>
                  <a:pt x="554774" y="114366"/>
                  <a:pt x="591921" y="116271"/>
                  <a:pt x="622277" y="131387"/>
                </a:cubicBezTo>
                <a:lnTo>
                  <a:pt x="394030" y="17259"/>
                </a:lnTo>
                <a:cubicBezTo>
                  <a:pt x="363607" y="1981"/>
                  <a:pt x="326307" y="0"/>
                  <a:pt x="291779" y="17259"/>
                </a:cubicBezTo>
                <a:lnTo>
                  <a:pt x="126368" y="99974"/>
                </a:lnTo>
                <a:cubicBezTo>
                  <a:pt x="48920" y="138693"/>
                  <a:pt x="0" y="217846"/>
                  <a:pt x="0" y="304438"/>
                </a:cubicBezTo>
                <a:lnTo>
                  <a:pt x="0" y="549716"/>
                </a:lnTo>
                <a:cubicBezTo>
                  <a:pt x="0" y="596074"/>
                  <a:pt x="26622" y="633593"/>
                  <a:pt x="63169" y="651948"/>
                </a:cubicBezTo>
                <a:lnTo>
                  <a:pt x="291779" y="766257"/>
                </a:lnTo>
                <a:cubicBezTo>
                  <a:pt x="255231" y="747912"/>
                  <a:pt x="228600" y="710384"/>
                  <a:pt x="228600" y="664016"/>
                </a:cubicBezTo>
                <a:moveTo>
                  <a:pt x="622630" y="131559"/>
                </a:moveTo>
                <a:cubicBezTo>
                  <a:pt x="622515" y="131502"/>
                  <a:pt x="622401" y="131444"/>
                  <a:pt x="622277" y="131387"/>
                </a:cubicBez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47440" y="4140703"/>
            <a:ext cx="685800" cy="783509"/>
          </a:xfrm>
          <a:custGeom>
            <a:avLst/>
            <a:gdLst/>
            <a:ahLst/>
            <a:cxnLst/>
            <a:rect l="0" t="0" r="0" b="0"/>
            <a:pathLst>
              <a:path w="685800" h="783509">
                <a:moveTo>
                  <a:pt x="291784" y="17265"/>
                </a:moveTo>
                <a:lnTo>
                  <a:pt x="126367" y="99972"/>
                </a:lnTo>
                <a:cubicBezTo>
                  <a:pt x="48921" y="138696"/>
                  <a:pt x="0" y="217851"/>
                  <a:pt x="0" y="304439"/>
                </a:cubicBezTo>
                <a:lnTo>
                  <a:pt x="0" y="549715"/>
                </a:lnTo>
                <a:cubicBezTo>
                  <a:pt x="0" y="596080"/>
                  <a:pt x="26624" y="633599"/>
                  <a:pt x="63165" y="651948"/>
                </a:cubicBezTo>
                <a:lnTo>
                  <a:pt x="291784" y="766257"/>
                </a:lnTo>
                <a:cubicBezTo>
                  <a:pt x="255233" y="747911"/>
                  <a:pt x="228600" y="710387"/>
                  <a:pt x="228600" y="664015"/>
                </a:cubicBezTo>
                <a:lnTo>
                  <a:pt x="228600" y="418739"/>
                </a:lnTo>
                <a:cubicBezTo>
                  <a:pt x="228600" y="332151"/>
                  <a:pt x="277521" y="252996"/>
                  <a:pt x="354967" y="214272"/>
                </a:cubicBezTo>
                <a:lnTo>
                  <a:pt x="520384" y="131565"/>
                </a:lnTo>
                <a:cubicBezTo>
                  <a:pt x="554777" y="114367"/>
                  <a:pt x="591919" y="116272"/>
                  <a:pt x="622278" y="131386"/>
                </a:cubicBezTo>
                <a:lnTo>
                  <a:pt x="394034" y="17265"/>
                </a:lnTo>
                <a:cubicBezTo>
                  <a:pt x="363610" y="1986"/>
                  <a:pt x="326312" y="0"/>
                  <a:pt x="291784" y="17265"/>
                </a:cubicBezTo>
                <a:close/>
                <a:moveTo>
                  <a:pt x="622634" y="131565"/>
                </a:moveTo>
                <a:lnTo>
                  <a:pt x="622278" y="131386"/>
                </a:lnTo>
                <a:cubicBezTo>
                  <a:pt x="622397" y="131445"/>
                  <a:pt x="622515" y="131505"/>
                  <a:pt x="622634" y="131565"/>
                </a:cubicBezTo>
                <a:close/>
                <a:moveTo>
                  <a:pt x="228600" y="418739"/>
                </a:moveTo>
                <a:cubicBezTo>
                  <a:pt x="228600" y="332151"/>
                  <a:pt x="277521" y="252995"/>
                  <a:pt x="354967" y="214272"/>
                </a:cubicBezTo>
                <a:lnTo>
                  <a:pt x="520384" y="131564"/>
                </a:lnTo>
                <a:cubicBezTo>
                  <a:pt x="554777" y="114367"/>
                  <a:pt x="591919" y="116271"/>
                  <a:pt x="622278" y="131386"/>
                </a:cubicBezTo>
                <a:cubicBezTo>
                  <a:pt x="622397" y="131445"/>
                  <a:pt x="622515" y="131505"/>
                  <a:pt x="622634" y="131564"/>
                </a:cubicBezTo>
                <a:cubicBezTo>
                  <a:pt x="659175" y="149913"/>
                  <a:pt x="685800" y="187432"/>
                  <a:pt x="685800" y="233797"/>
                </a:cubicBezTo>
                <a:lnTo>
                  <a:pt x="685800" y="479074"/>
                </a:lnTo>
                <a:cubicBezTo>
                  <a:pt x="685800" y="565661"/>
                  <a:pt x="636878" y="644816"/>
                  <a:pt x="559432" y="683539"/>
                </a:cubicBezTo>
                <a:lnTo>
                  <a:pt x="394015" y="766248"/>
                </a:lnTo>
                <a:cubicBezTo>
                  <a:pt x="359494" y="783509"/>
                  <a:pt x="322205" y="781526"/>
                  <a:pt x="291784" y="766256"/>
                </a:cubicBezTo>
                <a:cubicBezTo>
                  <a:pt x="255233" y="747911"/>
                  <a:pt x="228600" y="710387"/>
                  <a:pt x="228600" y="664015"/>
                </a:cubicBezTo>
                <a:lnTo>
                  <a:pt x="228600" y="418739"/>
                </a:lnTo>
                <a:close/>
                <a:moveTo>
                  <a:pt x="622634" y="131564"/>
                </a:moveTo>
                <a:lnTo>
                  <a:pt x="622278" y="131386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5220" y="2676467"/>
            <a:ext cx="457981" cy="451313"/>
          </a:xfrm>
          <a:custGeom>
            <a:avLst/>
            <a:gdLst/>
            <a:ahLst/>
            <a:cxnLst/>
            <a:rect l="0" t="0" r="0" b="0"/>
            <a:pathLst>
              <a:path w="457981" h="451313">
                <a:moveTo>
                  <a:pt x="445065" y="107213"/>
                </a:moveTo>
                <a:lnTo>
                  <a:pt x="421062" y="82257"/>
                </a:lnTo>
                <a:lnTo>
                  <a:pt x="437826" y="65493"/>
                </a:lnTo>
                <a:cubicBezTo>
                  <a:pt x="444665" y="58683"/>
                  <a:pt x="448513" y="49425"/>
                  <a:pt x="448494" y="39776"/>
                </a:cubicBezTo>
                <a:cubicBezTo>
                  <a:pt x="448608" y="24869"/>
                  <a:pt x="439664" y="11382"/>
                  <a:pt x="425891" y="5686"/>
                </a:cubicBezTo>
                <a:cubicBezTo>
                  <a:pt x="412118" y="0"/>
                  <a:pt x="396259" y="3228"/>
                  <a:pt x="385819" y="13868"/>
                </a:cubicBezTo>
                <a:lnTo>
                  <a:pt x="176269" y="223418"/>
                </a:lnTo>
                <a:cubicBezTo>
                  <a:pt x="126111" y="198548"/>
                  <a:pt x="65322" y="213664"/>
                  <a:pt x="32661" y="259146"/>
                </a:cubicBezTo>
                <a:cubicBezTo>
                  <a:pt x="0" y="304619"/>
                  <a:pt x="5086" y="367055"/>
                  <a:pt x="44672" y="406641"/>
                </a:cubicBezTo>
                <a:cubicBezTo>
                  <a:pt x="84258" y="446227"/>
                  <a:pt x="146694" y="451313"/>
                  <a:pt x="192166" y="418652"/>
                </a:cubicBezTo>
                <a:cubicBezTo>
                  <a:pt x="237648" y="385991"/>
                  <a:pt x="252764" y="325202"/>
                  <a:pt x="227895" y="275043"/>
                </a:cubicBezTo>
                <a:lnTo>
                  <a:pt x="299142" y="203796"/>
                </a:lnTo>
                <a:lnTo>
                  <a:pt x="313620" y="218465"/>
                </a:lnTo>
                <a:cubicBezTo>
                  <a:pt x="326669" y="231457"/>
                  <a:pt x="347776" y="231419"/>
                  <a:pt x="360768" y="218370"/>
                </a:cubicBezTo>
                <a:cubicBezTo>
                  <a:pt x="373761" y="205320"/>
                  <a:pt x="373722" y="184213"/>
                  <a:pt x="360673" y="171221"/>
                </a:cubicBezTo>
                <a:lnTo>
                  <a:pt x="347719" y="156362"/>
                </a:lnTo>
                <a:lnTo>
                  <a:pt x="374770" y="129311"/>
                </a:lnTo>
                <a:lnTo>
                  <a:pt x="398773" y="153504"/>
                </a:lnTo>
                <a:cubicBezTo>
                  <a:pt x="411946" y="166058"/>
                  <a:pt x="432654" y="166058"/>
                  <a:pt x="445827" y="153504"/>
                </a:cubicBezTo>
                <a:cubicBezTo>
                  <a:pt x="457981" y="140350"/>
                  <a:pt x="457638" y="119967"/>
                  <a:pt x="445065" y="107213"/>
                </a:cubicBezTo>
                <a:moveTo>
                  <a:pt x="126358" y="268376"/>
                </a:moveTo>
                <a:cubicBezTo>
                  <a:pt x="157924" y="268376"/>
                  <a:pt x="183508" y="293960"/>
                  <a:pt x="183508" y="325526"/>
                </a:cubicBezTo>
                <a:cubicBezTo>
                  <a:pt x="183508" y="357092"/>
                  <a:pt x="157924" y="382676"/>
                  <a:pt x="126358" y="382676"/>
                </a:cubicBezTo>
                <a:cubicBezTo>
                  <a:pt x="94792" y="382676"/>
                  <a:pt x="69208" y="357092"/>
                  <a:pt x="69208" y="325526"/>
                </a:cubicBezTo>
                <a:cubicBezTo>
                  <a:pt x="69208" y="293960"/>
                  <a:pt x="94792" y="268376"/>
                  <a:pt x="126358" y="268376"/>
                </a:cubicBezTo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59153" y="2693164"/>
            <a:ext cx="460038" cy="409603"/>
          </a:xfrm>
          <a:custGeom>
            <a:avLst/>
            <a:gdLst/>
            <a:ahLst/>
            <a:cxnLst/>
            <a:rect l="0" t="0" r="0" b="0"/>
            <a:pathLst>
              <a:path w="460038" h="409603">
                <a:moveTo>
                  <a:pt x="459886" y="23841"/>
                </a:moveTo>
                <a:cubicBezTo>
                  <a:pt x="459886" y="10687"/>
                  <a:pt x="449227" y="28"/>
                  <a:pt x="436073" y="28"/>
                </a:cubicBezTo>
                <a:lnTo>
                  <a:pt x="392068" y="28"/>
                </a:lnTo>
                <a:cubicBezTo>
                  <a:pt x="375285" y="0"/>
                  <a:pt x="361140" y="12515"/>
                  <a:pt x="359111" y="29175"/>
                </a:cubicBezTo>
                <a:lnTo>
                  <a:pt x="353587" y="71466"/>
                </a:lnTo>
                <a:cubicBezTo>
                  <a:pt x="353387" y="73837"/>
                  <a:pt x="351396" y="75666"/>
                  <a:pt x="349015" y="75657"/>
                </a:cubicBezTo>
                <a:lnTo>
                  <a:pt x="55073" y="75657"/>
                </a:lnTo>
                <a:cubicBezTo>
                  <a:pt x="38328" y="75723"/>
                  <a:pt x="22640" y="83886"/>
                  <a:pt x="12973" y="97564"/>
                </a:cubicBezTo>
                <a:cubicBezTo>
                  <a:pt x="2905" y="110985"/>
                  <a:pt x="0" y="128463"/>
                  <a:pt x="5162" y="144427"/>
                </a:cubicBezTo>
                <a:lnTo>
                  <a:pt x="44405" y="268062"/>
                </a:lnTo>
                <a:cubicBezTo>
                  <a:pt x="51177" y="289941"/>
                  <a:pt x="71418" y="304847"/>
                  <a:pt x="94316" y="304828"/>
                </a:cubicBezTo>
                <a:lnTo>
                  <a:pt x="329203" y="304828"/>
                </a:lnTo>
                <a:cubicBezTo>
                  <a:pt x="350443" y="304961"/>
                  <a:pt x="368550" y="289455"/>
                  <a:pt x="371684" y="268443"/>
                </a:cubicBezTo>
                <a:lnTo>
                  <a:pt x="385210" y="179860"/>
                </a:lnTo>
                <a:cubicBezTo>
                  <a:pt x="387296" y="167116"/>
                  <a:pt x="378847" y="155028"/>
                  <a:pt x="366160" y="152619"/>
                </a:cubicBezTo>
                <a:cubicBezTo>
                  <a:pt x="353158" y="150790"/>
                  <a:pt x="341061" y="159667"/>
                  <a:pt x="338918" y="172621"/>
                </a:cubicBezTo>
                <a:lnTo>
                  <a:pt x="326536" y="253203"/>
                </a:lnTo>
                <a:cubicBezTo>
                  <a:pt x="326155" y="255536"/>
                  <a:pt x="324135" y="257232"/>
                  <a:pt x="321773" y="257203"/>
                </a:cubicBezTo>
                <a:lnTo>
                  <a:pt x="94316" y="257203"/>
                </a:lnTo>
                <a:cubicBezTo>
                  <a:pt x="92221" y="257146"/>
                  <a:pt x="90392" y="255774"/>
                  <a:pt x="89744" y="253774"/>
                </a:cubicBezTo>
                <a:lnTo>
                  <a:pt x="50501" y="129949"/>
                </a:lnTo>
                <a:cubicBezTo>
                  <a:pt x="49853" y="128625"/>
                  <a:pt x="49853" y="127082"/>
                  <a:pt x="50501" y="125758"/>
                </a:cubicBezTo>
                <a:cubicBezTo>
                  <a:pt x="51435" y="124606"/>
                  <a:pt x="52825" y="123910"/>
                  <a:pt x="54311" y="123853"/>
                </a:cubicBezTo>
                <a:lnTo>
                  <a:pt x="357397" y="123853"/>
                </a:lnTo>
                <a:cubicBezTo>
                  <a:pt x="379180" y="123796"/>
                  <a:pt x="397459" y="107403"/>
                  <a:pt x="399878" y="85753"/>
                </a:cubicBezTo>
                <a:lnTo>
                  <a:pt x="404260" y="52416"/>
                </a:lnTo>
                <a:cubicBezTo>
                  <a:pt x="404460" y="50044"/>
                  <a:pt x="406450" y="48215"/>
                  <a:pt x="408832" y="48225"/>
                </a:cubicBezTo>
                <a:lnTo>
                  <a:pt x="436073" y="48225"/>
                </a:lnTo>
                <a:cubicBezTo>
                  <a:pt x="442493" y="48225"/>
                  <a:pt x="448637" y="45643"/>
                  <a:pt x="453113" y="41052"/>
                </a:cubicBezTo>
                <a:cubicBezTo>
                  <a:pt x="457600" y="36461"/>
                  <a:pt x="460038" y="30251"/>
                  <a:pt x="459886" y="23841"/>
                </a:cubicBezTo>
                <a:moveTo>
                  <a:pt x="88411" y="366741"/>
                </a:moveTo>
                <a:cubicBezTo>
                  <a:pt x="88411" y="390410"/>
                  <a:pt x="107603" y="409603"/>
                  <a:pt x="131273" y="409603"/>
                </a:cubicBezTo>
                <a:cubicBezTo>
                  <a:pt x="154943" y="409603"/>
                  <a:pt x="174136" y="390410"/>
                  <a:pt x="174136" y="366741"/>
                </a:cubicBezTo>
                <a:cubicBezTo>
                  <a:pt x="174136" y="343071"/>
                  <a:pt x="154943" y="323878"/>
                  <a:pt x="131273" y="323878"/>
                </a:cubicBezTo>
                <a:cubicBezTo>
                  <a:pt x="107603" y="323878"/>
                  <a:pt x="88411" y="343071"/>
                  <a:pt x="88411" y="366741"/>
                </a:cubicBezTo>
                <a:moveTo>
                  <a:pt x="274148" y="366741"/>
                </a:moveTo>
                <a:cubicBezTo>
                  <a:pt x="274148" y="390410"/>
                  <a:pt x="293341" y="409603"/>
                  <a:pt x="317011" y="409603"/>
                </a:cubicBezTo>
                <a:cubicBezTo>
                  <a:pt x="340680" y="409603"/>
                  <a:pt x="359873" y="390410"/>
                  <a:pt x="359873" y="366741"/>
                </a:cubicBezTo>
                <a:cubicBezTo>
                  <a:pt x="359873" y="343071"/>
                  <a:pt x="340680" y="323878"/>
                  <a:pt x="317011" y="323878"/>
                </a:cubicBezTo>
                <a:cubicBezTo>
                  <a:pt x="293341" y="323878"/>
                  <a:pt x="274148" y="343071"/>
                  <a:pt x="274148" y="366741"/>
                </a:cubicBez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90040" y="4041228"/>
            <a:ext cx="457009" cy="456961"/>
          </a:xfrm>
          <a:custGeom>
            <a:avLst/>
            <a:gdLst/>
            <a:ahLst/>
            <a:cxnLst/>
            <a:rect l="0" t="0" r="0" b="0"/>
            <a:pathLst>
              <a:path w="457009" h="456961">
                <a:moveTo>
                  <a:pt x="443103" y="142246"/>
                </a:moveTo>
                <a:cubicBezTo>
                  <a:pt x="444369" y="143846"/>
                  <a:pt x="446512" y="144456"/>
                  <a:pt x="448436" y="143770"/>
                </a:cubicBezTo>
                <a:cubicBezTo>
                  <a:pt x="450361" y="143179"/>
                  <a:pt x="451675" y="141398"/>
                  <a:pt x="451675" y="139388"/>
                </a:cubicBezTo>
                <a:cubicBezTo>
                  <a:pt x="454199" y="91859"/>
                  <a:pt x="438845" y="45100"/>
                  <a:pt x="408622" y="8324"/>
                </a:cubicBezTo>
                <a:cubicBezTo>
                  <a:pt x="403326" y="3000"/>
                  <a:pt x="396125" y="0"/>
                  <a:pt x="388620" y="0"/>
                </a:cubicBezTo>
                <a:cubicBezTo>
                  <a:pt x="381114" y="0"/>
                  <a:pt x="373913" y="3000"/>
                  <a:pt x="368617" y="8324"/>
                </a:cubicBezTo>
                <a:cubicBezTo>
                  <a:pt x="357378" y="19183"/>
                  <a:pt x="356873" y="37033"/>
                  <a:pt x="367474" y="48520"/>
                </a:cubicBezTo>
                <a:cubicBezTo>
                  <a:pt x="376323" y="59807"/>
                  <a:pt x="382800" y="72770"/>
                  <a:pt x="386524" y="86620"/>
                </a:cubicBezTo>
                <a:cubicBezTo>
                  <a:pt x="386924" y="87391"/>
                  <a:pt x="387438" y="88096"/>
                  <a:pt x="388048" y="88715"/>
                </a:cubicBezTo>
                <a:cubicBezTo>
                  <a:pt x="408317" y="104470"/>
                  <a:pt x="426786" y="122424"/>
                  <a:pt x="443103" y="142246"/>
                </a:cubicBezTo>
                <a:moveTo>
                  <a:pt x="263461" y="46234"/>
                </a:moveTo>
                <a:cubicBezTo>
                  <a:pt x="248469" y="41186"/>
                  <a:pt x="232219" y="49187"/>
                  <a:pt x="227076" y="64141"/>
                </a:cubicBezTo>
                <a:cubicBezTo>
                  <a:pt x="222570" y="79038"/>
                  <a:pt x="230409" y="94878"/>
                  <a:pt x="244983" y="100336"/>
                </a:cubicBezTo>
                <a:cubicBezTo>
                  <a:pt x="287845" y="119386"/>
                  <a:pt x="356806" y="160343"/>
                  <a:pt x="360426" y="230066"/>
                </a:cubicBezTo>
                <a:cubicBezTo>
                  <a:pt x="363283" y="287216"/>
                  <a:pt x="328993" y="340366"/>
                  <a:pt x="285750" y="342652"/>
                </a:cubicBezTo>
                <a:cubicBezTo>
                  <a:pt x="254850" y="336994"/>
                  <a:pt x="224942" y="326859"/>
                  <a:pt x="196977" y="312553"/>
                </a:cubicBezTo>
                <a:cubicBezTo>
                  <a:pt x="187680" y="307266"/>
                  <a:pt x="176202" y="307609"/>
                  <a:pt x="167239" y="313448"/>
                </a:cubicBezTo>
                <a:cubicBezTo>
                  <a:pt x="158286" y="319297"/>
                  <a:pt x="153333" y="329650"/>
                  <a:pt x="154419" y="340290"/>
                </a:cubicBezTo>
                <a:cubicBezTo>
                  <a:pt x="155505" y="350929"/>
                  <a:pt x="162448" y="360073"/>
                  <a:pt x="172402" y="363988"/>
                </a:cubicBezTo>
                <a:cubicBezTo>
                  <a:pt x="207978" y="380390"/>
                  <a:pt x="242630" y="398706"/>
                  <a:pt x="276225" y="418852"/>
                </a:cubicBezTo>
                <a:cubicBezTo>
                  <a:pt x="286845" y="427158"/>
                  <a:pt x="293712" y="439369"/>
                  <a:pt x="295275" y="452761"/>
                </a:cubicBezTo>
                <a:cubicBezTo>
                  <a:pt x="295475" y="455133"/>
                  <a:pt x="297465" y="456961"/>
                  <a:pt x="299846" y="456952"/>
                </a:cubicBezTo>
                <a:lnTo>
                  <a:pt x="452246" y="456952"/>
                </a:lnTo>
                <a:cubicBezTo>
                  <a:pt x="454875" y="456952"/>
                  <a:pt x="457009" y="454818"/>
                  <a:pt x="457009" y="452189"/>
                </a:cubicBezTo>
                <a:lnTo>
                  <a:pt x="457009" y="247402"/>
                </a:lnTo>
                <a:cubicBezTo>
                  <a:pt x="452056" y="148913"/>
                  <a:pt x="318706" y="65093"/>
                  <a:pt x="263461" y="46234"/>
                </a:cubicBezTo>
                <a:moveTo>
                  <a:pt x="247650" y="142627"/>
                </a:moveTo>
                <a:cubicBezTo>
                  <a:pt x="247669" y="138588"/>
                  <a:pt x="246392" y="134654"/>
                  <a:pt x="244030" y="131387"/>
                </a:cubicBezTo>
                <a:cubicBezTo>
                  <a:pt x="240430" y="126463"/>
                  <a:pt x="234695" y="123558"/>
                  <a:pt x="228600" y="123577"/>
                </a:cubicBezTo>
                <a:lnTo>
                  <a:pt x="19050" y="123577"/>
                </a:lnTo>
                <a:cubicBezTo>
                  <a:pt x="8524" y="123577"/>
                  <a:pt x="0" y="132102"/>
                  <a:pt x="0" y="142627"/>
                </a:cubicBezTo>
                <a:lnTo>
                  <a:pt x="0" y="152152"/>
                </a:lnTo>
                <a:cubicBezTo>
                  <a:pt x="0" y="154781"/>
                  <a:pt x="2133" y="156914"/>
                  <a:pt x="4762" y="156914"/>
                </a:cubicBezTo>
                <a:lnTo>
                  <a:pt x="242887" y="156914"/>
                </a:lnTo>
                <a:cubicBezTo>
                  <a:pt x="245516" y="156914"/>
                  <a:pt x="247650" y="154781"/>
                  <a:pt x="247650" y="152152"/>
                </a:cubicBezTo>
                <a:lnTo>
                  <a:pt x="247650" y="142627"/>
                </a:lnTo>
                <a:moveTo>
                  <a:pt x="228600" y="295027"/>
                </a:moveTo>
                <a:cubicBezTo>
                  <a:pt x="239125" y="295027"/>
                  <a:pt x="247650" y="286502"/>
                  <a:pt x="247650" y="275977"/>
                </a:cubicBezTo>
                <a:lnTo>
                  <a:pt x="247650" y="190252"/>
                </a:lnTo>
                <a:cubicBezTo>
                  <a:pt x="247650" y="187623"/>
                  <a:pt x="245516" y="185489"/>
                  <a:pt x="242887" y="185489"/>
                </a:cubicBezTo>
                <a:lnTo>
                  <a:pt x="4762" y="185489"/>
                </a:lnTo>
                <a:cubicBezTo>
                  <a:pt x="2133" y="185489"/>
                  <a:pt x="0" y="187623"/>
                  <a:pt x="0" y="190252"/>
                </a:cubicBezTo>
                <a:lnTo>
                  <a:pt x="0" y="275977"/>
                </a:lnTo>
                <a:cubicBezTo>
                  <a:pt x="0" y="286502"/>
                  <a:pt x="8524" y="295027"/>
                  <a:pt x="19050" y="295027"/>
                </a:cubicBezTo>
                <a:lnTo>
                  <a:pt x="228600" y="295027"/>
                </a:lnTo>
                <a:moveTo>
                  <a:pt x="95250" y="256927"/>
                </a:moveTo>
                <a:lnTo>
                  <a:pt x="47625" y="256927"/>
                </a:lnTo>
                <a:cubicBezTo>
                  <a:pt x="42367" y="256927"/>
                  <a:pt x="38100" y="252660"/>
                  <a:pt x="38100" y="247402"/>
                </a:cubicBezTo>
                <a:cubicBezTo>
                  <a:pt x="38100" y="242144"/>
                  <a:pt x="42367" y="237877"/>
                  <a:pt x="47625" y="237877"/>
                </a:cubicBezTo>
                <a:lnTo>
                  <a:pt x="95250" y="237877"/>
                </a:lnTo>
                <a:cubicBezTo>
                  <a:pt x="100507" y="237877"/>
                  <a:pt x="104775" y="242144"/>
                  <a:pt x="104775" y="247402"/>
                </a:cubicBezTo>
                <a:cubicBezTo>
                  <a:pt x="104775" y="252660"/>
                  <a:pt x="100507" y="256927"/>
                  <a:pt x="95250" y="256927"/>
                </a:cubicBez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83985" y="4042886"/>
            <a:ext cx="412194" cy="455361"/>
          </a:xfrm>
          <a:custGeom>
            <a:avLst/>
            <a:gdLst/>
            <a:ahLst/>
            <a:cxnLst/>
            <a:rect l="0" t="0" r="0" b="0"/>
            <a:pathLst>
              <a:path w="412194" h="455361">
                <a:moveTo>
                  <a:pt x="389334" y="17145"/>
                </a:moveTo>
                <a:cubicBezTo>
                  <a:pt x="377590" y="6677"/>
                  <a:pt x="362569" y="619"/>
                  <a:pt x="346852" y="0"/>
                </a:cubicBezTo>
                <a:lnTo>
                  <a:pt x="106441" y="0"/>
                </a:lnTo>
                <a:cubicBezTo>
                  <a:pt x="69618" y="0"/>
                  <a:pt x="39766" y="29851"/>
                  <a:pt x="39766" y="66675"/>
                </a:cubicBezTo>
                <a:lnTo>
                  <a:pt x="39766" y="361950"/>
                </a:lnTo>
                <a:cubicBezTo>
                  <a:pt x="39814" y="384400"/>
                  <a:pt x="29298" y="405564"/>
                  <a:pt x="11382" y="419100"/>
                </a:cubicBezTo>
                <a:lnTo>
                  <a:pt x="9286" y="420624"/>
                </a:lnTo>
                <a:cubicBezTo>
                  <a:pt x="2686" y="425548"/>
                  <a:pt x="0" y="434159"/>
                  <a:pt x="2619" y="441960"/>
                </a:cubicBezTo>
                <a:cubicBezTo>
                  <a:pt x="5343" y="450065"/>
                  <a:pt x="13134" y="455361"/>
                  <a:pt x="21669" y="454913"/>
                </a:cubicBezTo>
                <a:lnTo>
                  <a:pt x="269319" y="454913"/>
                </a:lnTo>
                <a:cubicBezTo>
                  <a:pt x="273443" y="454913"/>
                  <a:pt x="277453" y="453580"/>
                  <a:pt x="280749" y="451104"/>
                </a:cubicBezTo>
                <a:lnTo>
                  <a:pt x="282844" y="449579"/>
                </a:lnTo>
                <a:cubicBezTo>
                  <a:pt x="310200" y="428891"/>
                  <a:pt x="326336" y="396630"/>
                  <a:pt x="326469" y="362331"/>
                </a:cubicBezTo>
                <a:lnTo>
                  <a:pt x="326469" y="175640"/>
                </a:lnTo>
                <a:cubicBezTo>
                  <a:pt x="326469" y="173012"/>
                  <a:pt x="328602" y="170878"/>
                  <a:pt x="331231" y="170878"/>
                </a:cubicBezTo>
                <a:lnTo>
                  <a:pt x="374094" y="170878"/>
                </a:lnTo>
                <a:cubicBezTo>
                  <a:pt x="395135" y="170878"/>
                  <a:pt x="412194" y="153819"/>
                  <a:pt x="412194" y="132778"/>
                </a:cubicBezTo>
                <a:lnTo>
                  <a:pt x="412194" y="66103"/>
                </a:lnTo>
                <a:cubicBezTo>
                  <a:pt x="411803" y="47291"/>
                  <a:pt x="403498" y="29517"/>
                  <a:pt x="389334" y="17145"/>
                </a:cubicBezTo>
                <a:moveTo>
                  <a:pt x="106441" y="270891"/>
                </a:moveTo>
                <a:cubicBezTo>
                  <a:pt x="98555" y="270891"/>
                  <a:pt x="92154" y="264490"/>
                  <a:pt x="92154" y="256603"/>
                </a:cubicBezTo>
                <a:cubicBezTo>
                  <a:pt x="92154" y="248716"/>
                  <a:pt x="98555" y="242315"/>
                  <a:pt x="106441" y="242315"/>
                </a:cubicBezTo>
                <a:lnTo>
                  <a:pt x="249316" y="242315"/>
                </a:lnTo>
                <a:cubicBezTo>
                  <a:pt x="257203" y="242315"/>
                  <a:pt x="263604" y="248716"/>
                  <a:pt x="263604" y="256603"/>
                </a:cubicBezTo>
                <a:cubicBezTo>
                  <a:pt x="263604" y="264490"/>
                  <a:pt x="257203" y="270891"/>
                  <a:pt x="249316" y="270891"/>
                </a:cubicBezTo>
                <a:lnTo>
                  <a:pt x="106441" y="270891"/>
                </a:lnTo>
                <a:moveTo>
                  <a:pt x="206454" y="332803"/>
                </a:moveTo>
                <a:cubicBezTo>
                  <a:pt x="206349" y="340652"/>
                  <a:pt x="200015" y="346986"/>
                  <a:pt x="192166" y="347091"/>
                </a:cubicBezTo>
                <a:lnTo>
                  <a:pt x="106441" y="347091"/>
                </a:lnTo>
                <a:cubicBezTo>
                  <a:pt x="98555" y="347091"/>
                  <a:pt x="92154" y="340690"/>
                  <a:pt x="92154" y="332803"/>
                </a:cubicBezTo>
                <a:cubicBezTo>
                  <a:pt x="92154" y="324916"/>
                  <a:pt x="98555" y="318516"/>
                  <a:pt x="106441" y="318516"/>
                </a:cubicBezTo>
                <a:lnTo>
                  <a:pt x="192166" y="318516"/>
                </a:lnTo>
                <a:cubicBezTo>
                  <a:pt x="200053" y="318516"/>
                  <a:pt x="206454" y="324916"/>
                  <a:pt x="206454" y="332803"/>
                </a:cubicBezTo>
                <a:moveTo>
                  <a:pt x="92154" y="104203"/>
                </a:moveTo>
                <a:cubicBezTo>
                  <a:pt x="92154" y="96316"/>
                  <a:pt x="98555" y="89915"/>
                  <a:pt x="106441" y="89915"/>
                </a:cubicBezTo>
                <a:lnTo>
                  <a:pt x="154066" y="89915"/>
                </a:lnTo>
                <a:cubicBezTo>
                  <a:pt x="161953" y="89915"/>
                  <a:pt x="168354" y="96316"/>
                  <a:pt x="168354" y="104203"/>
                </a:cubicBezTo>
                <a:cubicBezTo>
                  <a:pt x="168354" y="112090"/>
                  <a:pt x="161953" y="118490"/>
                  <a:pt x="154066" y="118490"/>
                </a:cubicBezTo>
                <a:lnTo>
                  <a:pt x="106441" y="118490"/>
                </a:lnTo>
                <a:cubicBezTo>
                  <a:pt x="98593" y="118386"/>
                  <a:pt x="92259" y="112052"/>
                  <a:pt x="92154" y="104203"/>
                </a:cubicBezTo>
                <a:moveTo>
                  <a:pt x="249316" y="194690"/>
                </a:moveTo>
                <a:lnTo>
                  <a:pt x="144541" y="194690"/>
                </a:lnTo>
                <a:cubicBezTo>
                  <a:pt x="136655" y="194690"/>
                  <a:pt x="130254" y="188290"/>
                  <a:pt x="130254" y="180403"/>
                </a:cubicBezTo>
                <a:cubicBezTo>
                  <a:pt x="130254" y="172516"/>
                  <a:pt x="136655" y="166115"/>
                  <a:pt x="144541" y="166115"/>
                </a:cubicBezTo>
                <a:lnTo>
                  <a:pt x="249316" y="166115"/>
                </a:lnTo>
                <a:cubicBezTo>
                  <a:pt x="257203" y="166115"/>
                  <a:pt x="263604" y="172516"/>
                  <a:pt x="263604" y="180403"/>
                </a:cubicBezTo>
                <a:cubicBezTo>
                  <a:pt x="263604" y="188290"/>
                  <a:pt x="257203" y="194690"/>
                  <a:pt x="249316" y="194690"/>
                </a:cubicBezTo>
                <a:moveTo>
                  <a:pt x="373141" y="123253"/>
                </a:moveTo>
                <a:cubicBezTo>
                  <a:pt x="373141" y="128511"/>
                  <a:pt x="368874" y="132778"/>
                  <a:pt x="363616" y="132778"/>
                </a:cubicBezTo>
                <a:lnTo>
                  <a:pt x="330279" y="132778"/>
                </a:lnTo>
                <a:cubicBezTo>
                  <a:pt x="327650" y="132778"/>
                  <a:pt x="325516" y="130644"/>
                  <a:pt x="325516" y="128015"/>
                </a:cubicBezTo>
                <a:lnTo>
                  <a:pt x="325516" y="68770"/>
                </a:lnTo>
                <a:cubicBezTo>
                  <a:pt x="325516" y="65531"/>
                  <a:pt x="325516" y="37909"/>
                  <a:pt x="344566" y="37528"/>
                </a:cubicBezTo>
                <a:cubicBezTo>
                  <a:pt x="351605" y="37604"/>
                  <a:pt x="358378" y="40243"/>
                  <a:pt x="363616" y="44958"/>
                </a:cubicBezTo>
                <a:cubicBezTo>
                  <a:pt x="369589" y="50358"/>
                  <a:pt x="372979" y="58045"/>
                  <a:pt x="372951" y="66103"/>
                </a:cubicBezTo>
                <a:lnTo>
                  <a:pt x="372951" y="123253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3617" y="1593056"/>
            <a:ext cx="5621835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Proceso de Comercio Electrónico Simplificado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041" y="2702718"/>
            <a:ext cx="1380677" cy="560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1EABDA"/>
                </a:solidFill>
                <a:latin typeface="Shantell Sans"/>
              </a:rPr>
              <a:t>Autenticación
de Usuarios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2390" y="2702718"/>
            <a:ext cx="1577654" cy="560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CC583"/>
                </a:solidFill>
                <a:latin typeface="Shantell Sans"/>
              </a:rPr>
              <a:t>Administración
de Carrito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9759" y="3293268"/>
            <a:ext cx="1346892" cy="6000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Shantell Sans"/>
              </a:rPr>
              <a:t>Los usuarios inician
sesión de forma
segura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2390" y="3293268"/>
            <a:ext cx="1601390" cy="6000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Shantell Sans"/>
              </a:rPr>
              <a:t>Los usuarios añaden y
gestionan artículos en
su carrito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220" y="4074318"/>
            <a:ext cx="1466478" cy="560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92BD39"/>
                </a:solidFill>
                <a:latin typeface="Shantell Sans"/>
              </a:rPr>
              <a:t>Procesamiento
de Pago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2390" y="4074318"/>
            <a:ext cx="1219723" cy="560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CB15"/>
                </a:solidFill>
                <a:latin typeface="Shantell Sans"/>
              </a:rPr>
              <a:t>Registro de
Órdenes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7714" y="4664868"/>
            <a:ext cx="949004" cy="6000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Shantell Sans"/>
              </a:rPr>
              <a:t>Los usuarios
completan
transacciones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2390" y="4636293"/>
            <a:ext cx="1502644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Shantell Sans"/>
              </a:rPr>
              <a:t>Las órdenes se
registran y confirman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31290" y="1866967"/>
            <a:ext cx="1079291" cy="586370"/>
          </a:xfrm>
          <a:custGeom>
            <a:avLst/>
            <a:gdLst/>
            <a:ahLst/>
            <a:cxnLst/>
            <a:rect l="0" t="0" r="0" b="0"/>
            <a:pathLst>
              <a:path w="1079291" h="586370">
                <a:moveTo>
                  <a:pt x="212785" y="538686"/>
                </a:moveTo>
                <a:cubicBezTo>
                  <a:pt x="322086" y="576829"/>
                  <a:pt x="450626" y="586370"/>
                  <a:pt x="539645" y="586370"/>
                </a:cubicBezTo>
                <a:cubicBezTo>
                  <a:pt x="628694" y="586370"/>
                  <a:pt x="757235" y="576829"/>
                  <a:pt x="866521" y="538686"/>
                </a:cubicBezTo>
                <a:cubicBezTo>
                  <a:pt x="901366" y="526529"/>
                  <a:pt x="934246" y="511471"/>
                  <a:pt x="963275" y="492884"/>
                </a:cubicBezTo>
                <a:cubicBezTo>
                  <a:pt x="1032147" y="448783"/>
                  <a:pt x="1079291" y="384849"/>
                  <a:pt x="1079291" y="292832"/>
                </a:cubicBezTo>
                <a:cubicBezTo>
                  <a:pt x="1079291" y="39911"/>
                  <a:pt x="724534" y="0"/>
                  <a:pt x="539645" y="0"/>
                </a:cubicBezTo>
                <a:cubicBezTo>
                  <a:pt x="355551" y="0"/>
                  <a:pt x="0" y="40968"/>
                  <a:pt x="0" y="292832"/>
                </a:cubicBezTo>
                <a:cubicBezTo>
                  <a:pt x="0" y="385134"/>
                  <a:pt x="47451" y="449180"/>
                  <a:pt x="116683" y="493296"/>
                </a:cubicBezTo>
                <a:cubicBezTo>
                  <a:pt x="145546" y="511689"/>
                  <a:pt x="178203" y="526619"/>
                  <a:pt x="212785" y="538686"/>
                </a:cubicBezTo>
                <a:moveTo>
                  <a:pt x="539645" y="46724"/>
                </a:moveTo>
                <a:cubicBezTo>
                  <a:pt x="725921" y="46724"/>
                  <a:pt x="876924" y="92024"/>
                  <a:pt x="876924" y="147907"/>
                </a:cubicBezTo>
                <a:cubicBezTo>
                  <a:pt x="876924" y="157254"/>
                  <a:pt x="872704" y="166300"/>
                  <a:pt x="864797" y="174890"/>
                </a:cubicBezTo>
                <a:cubicBezTo>
                  <a:pt x="825440" y="217672"/>
                  <a:pt x="694771" y="249091"/>
                  <a:pt x="539645" y="249091"/>
                </a:cubicBezTo>
                <a:cubicBezTo>
                  <a:pt x="384520" y="249091"/>
                  <a:pt x="253850" y="217672"/>
                  <a:pt x="214494" y="174890"/>
                </a:cubicBezTo>
                <a:cubicBezTo>
                  <a:pt x="206586" y="166300"/>
                  <a:pt x="202367" y="157254"/>
                  <a:pt x="202367" y="147907"/>
                </a:cubicBezTo>
                <a:cubicBezTo>
                  <a:pt x="202367" y="92024"/>
                  <a:pt x="353370" y="46724"/>
                  <a:pt x="539645" y="46724"/>
                </a:cubicBezTo>
                <a:moveTo>
                  <a:pt x="864797" y="174890"/>
                </a:moveTo>
                <a:cubicBezTo>
                  <a:pt x="825440" y="217672"/>
                  <a:pt x="694771" y="249091"/>
                  <a:pt x="539645" y="249091"/>
                </a:cubicBezTo>
                <a:cubicBezTo>
                  <a:pt x="384520" y="249091"/>
                  <a:pt x="253850" y="217672"/>
                  <a:pt x="214494" y="174890"/>
                </a:cubicBezTo>
                <a:cubicBezTo>
                  <a:pt x="206586" y="166300"/>
                  <a:pt x="202367" y="157254"/>
                  <a:pt x="202367" y="147907"/>
                </a:cubicBezTo>
                <a:cubicBezTo>
                  <a:pt x="202367" y="92032"/>
                  <a:pt x="353370" y="46724"/>
                  <a:pt x="539645" y="46724"/>
                </a:cubicBezTo>
                <a:cubicBezTo>
                  <a:pt x="725921" y="46724"/>
                  <a:pt x="876924" y="92032"/>
                  <a:pt x="876924" y="147907"/>
                </a:cubicBezTo>
                <a:cubicBezTo>
                  <a:pt x="876924" y="157254"/>
                  <a:pt x="872704" y="166300"/>
                  <a:pt x="864797" y="174890"/>
                </a:cubicBez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31290" y="1866967"/>
            <a:ext cx="1079291" cy="586373"/>
          </a:xfrm>
          <a:custGeom>
            <a:avLst/>
            <a:gdLst/>
            <a:ahLst/>
            <a:cxnLst/>
            <a:rect l="0" t="0" r="0" b="0"/>
            <a:pathLst>
              <a:path w="1079291" h="586373">
                <a:moveTo>
                  <a:pt x="212782" y="538685"/>
                </a:moveTo>
                <a:cubicBezTo>
                  <a:pt x="322084" y="576826"/>
                  <a:pt x="450628" y="586373"/>
                  <a:pt x="539645" y="586373"/>
                </a:cubicBezTo>
                <a:cubicBezTo>
                  <a:pt x="628691" y="586373"/>
                  <a:pt x="757231" y="576828"/>
                  <a:pt x="866524" y="538689"/>
                </a:cubicBezTo>
                <a:cubicBezTo>
                  <a:pt x="901363" y="526532"/>
                  <a:pt x="934247" y="511469"/>
                  <a:pt x="963272" y="492884"/>
                </a:cubicBezTo>
                <a:cubicBezTo>
                  <a:pt x="1032144" y="448783"/>
                  <a:pt x="1079291" y="384847"/>
                  <a:pt x="1079291" y="292835"/>
                </a:cubicBezTo>
                <a:cubicBezTo>
                  <a:pt x="1079291" y="39911"/>
                  <a:pt x="724531" y="0"/>
                  <a:pt x="539645" y="0"/>
                </a:cubicBezTo>
                <a:cubicBezTo>
                  <a:pt x="355550" y="0"/>
                  <a:pt x="0" y="40967"/>
                  <a:pt x="0" y="292835"/>
                </a:cubicBezTo>
                <a:cubicBezTo>
                  <a:pt x="0" y="385134"/>
                  <a:pt x="47451" y="449180"/>
                  <a:pt x="116682" y="493295"/>
                </a:cubicBezTo>
                <a:cubicBezTo>
                  <a:pt x="145549" y="511689"/>
                  <a:pt x="178203" y="526617"/>
                  <a:pt x="212782" y="538685"/>
                </a:cubicBezTo>
                <a:close/>
                <a:moveTo>
                  <a:pt x="539645" y="46727"/>
                </a:moveTo>
                <a:cubicBezTo>
                  <a:pt x="725919" y="46727"/>
                  <a:pt x="876924" y="92028"/>
                  <a:pt x="876924" y="147910"/>
                </a:cubicBezTo>
                <a:cubicBezTo>
                  <a:pt x="876924" y="157255"/>
                  <a:pt x="872702" y="166303"/>
                  <a:pt x="864799" y="174893"/>
                </a:cubicBezTo>
                <a:cubicBezTo>
                  <a:pt x="825439" y="217675"/>
                  <a:pt x="694773" y="249094"/>
                  <a:pt x="539645" y="249094"/>
                </a:cubicBezTo>
                <a:cubicBezTo>
                  <a:pt x="384518" y="249094"/>
                  <a:pt x="253852" y="217675"/>
                  <a:pt x="214492" y="174893"/>
                </a:cubicBezTo>
                <a:cubicBezTo>
                  <a:pt x="206589" y="166303"/>
                  <a:pt x="202367" y="157255"/>
                  <a:pt x="202367" y="147910"/>
                </a:cubicBezTo>
                <a:cubicBezTo>
                  <a:pt x="202367" y="92028"/>
                  <a:pt x="353372" y="46727"/>
                  <a:pt x="539645" y="46727"/>
                </a:cubicBezTo>
                <a:close/>
                <a:moveTo>
                  <a:pt x="864799" y="174893"/>
                </a:moveTo>
                <a:cubicBezTo>
                  <a:pt x="825439" y="217675"/>
                  <a:pt x="694773" y="249094"/>
                  <a:pt x="539645" y="249094"/>
                </a:cubicBezTo>
                <a:cubicBezTo>
                  <a:pt x="384518" y="249094"/>
                  <a:pt x="253852" y="217675"/>
                  <a:pt x="214492" y="174893"/>
                </a:cubicBezTo>
                <a:cubicBezTo>
                  <a:pt x="206589" y="166302"/>
                  <a:pt x="202367" y="157254"/>
                  <a:pt x="202367" y="147910"/>
                </a:cubicBezTo>
                <a:cubicBezTo>
                  <a:pt x="202367" y="92028"/>
                  <a:pt x="353372" y="46727"/>
                  <a:pt x="539645" y="46727"/>
                </a:cubicBezTo>
                <a:cubicBezTo>
                  <a:pt x="725919" y="46727"/>
                  <a:pt x="876924" y="92028"/>
                  <a:pt x="876924" y="147910"/>
                </a:cubicBezTo>
                <a:cubicBezTo>
                  <a:pt x="876924" y="157254"/>
                  <a:pt x="872702" y="166302"/>
                  <a:pt x="864799" y="174893"/>
                </a:cubicBezTo>
                <a:close/>
              </a:path>
            </a:pathLst>
          </a:custGeom>
          <a:noFill/>
          <a:ln w="112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51408" y="2359849"/>
            <a:ext cx="1439055" cy="723073"/>
          </a:xfrm>
          <a:custGeom>
            <a:avLst/>
            <a:gdLst/>
            <a:ahLst/>
            <a:cxnLst/>
            <a:rect l="0" t="0" r="0" b="0"/>
            <a:pathLst>
              <a:path w="1439055" h="723073">
                <a:moveTo>
                  <a:pt x="1169232" y="138456"/>
                </a:moveTo>
                <a:cubicBezTo>
                  <a:pt x="1169232" y="102577"/>
                  <a:pt x="1122545" y="69974"/>
                  <a:pt x="1046403" y="45809"/>
                </a:cubicBezTo>
                <a:cubicBezTo>
                  <a:pt x="937117" y="83944"/>
                  <a:pt x="808576" y="93486"/>
                  <a:pt x="719527" y="93486"/>
                </a:cubicBezTo>
                <a:cubicBezTo>
                  <a:pt x="630508" y="93486"/>
                  <a:pt x="501968" y="83944"/>
                  <a:pt x="392667" y="45802"/>
                </a:cubicBezTo>
                <a:cubicBezTo>
                  <a:pt x="316517" y="69966"/>
                  <a:pt x="269822" y="102577"/>
                  <a:pt x="269822" y="138456"/>
                </a:cubicBezTo>
                <a:cubicBezTo>
                  <a:pt x="269822" y="150920"/>
                  <a:pt x="275451" y="162980"/>
                  <a:pt x="285989" y="174433"/>
                </a:cubicBezTo>
                <a:cubicBezTo>
                  <a:pt x="338470" y="231478"/>
                  <a:pt x="512693" y="273368"/>
                  <a:pt x="719527" y="273368"/>
                </a:cubicBezTo>
                <a:cubicBezTo>
                  <a:pt x="926362" y="273368"/>
                  <a:pt x="1100585" y="231478"/>
                  <a:pt x="1153065" y="174433"/>
                </a:cubicBezTo>
                <a:cubicBezTo>
                  <a:pt x="1163603" y="162980"/>
                  <a:pt x="1169232" y="150920"/>
                  <a:pt x="1169232" y="138456"/>
                </a:cubicBezTo>
                <a:moveTo>
                  <a:pt x="1153065" y="174433"/>
                </a:moveTo>
                <a:cubicBezTo>
                  <a:pt x="1163603" y="162980"/>
                  <a:pt x="1169232" y="150920"/>
                  <a:pt x="1169232" y="138456"/>
                </a:cubicBezTo>
                <a:cubicBezTo>
                  <a:pt x="1169232" y="102577"/>
                  <a:pt x="1122545" y="69974"/>
                  <a:pt x="1046403" y="45802"/>
                </a:cubicBezTo>
                <a:cubicBezTo>
                  <a:pt x="1081248" y="33645"/>
                  <a:pt x="1114128" y="18587"/>
                  <a:pt x="1143157" y="0"/>
                </a:cubicBezTo>
                <a:cubicBezTo>
                  <a:pt x="1305395" y="53424"/>
                  <a:pt x="1439055" y="152427"/>
                  <a:pt x="1439055" y="331694"/>
                </a:cubicBezTo>
                <a:cubicBezTo>
                  <a:pt x="1439055" y="474266"/>
                  <a:pt x="1354158" y="566275"/>
                  <a:pt x="1237557" y="624984"/>
                </a:cubicBezTo>
                <a:cubicBezTo>
                  <a:pt x="1194581" y="646623"/>
                  <a:pt x="1147302" y="663734"/>
                  <a:pt x="1098374" y="677188"/>
                </a:cubicBezTo>
                <a:cubicBezTo>
                  <a:pt x="966678" y="713396"/>
                  <a:pt x="823072" y="723073"/>
                  <a:pt x="719527" y="723073"/>
                </a:cubicBezTo>
                <a:cubicBezTo>
                  <a:pt x="616013" y="723073"/>
                  <a:pt x="472407" y="713396"/>
                  <a:pt x="340703" y="677180"/>
                </a:cubicBezTo>
                <a:cubicBezTo>
                  <a:pt x="292128" y="663824"/>
                  <a:pt x="245179" y="646863"/>
                  <a:pt x="202457" y="625449"/>
                </a:cubicBezTo>
                <a:cubicBezTo>
                  <a:pt x="85368" y="566763"/>
                  <a:pt x="0" y="474641"/>
                  <a:pt x="0" y="331694"/>
                </a:cubicBezTo>
                <a:cubicBezTo>
                  <a:pt x="0" y="153087"/>
                  <a:pt x="134087" y="54024"/>
                  <a:pt x="296565" y="412"/>
                </a:cubicBezTo>
                <a:cubicBezTo>
                  <a:pt x="325428" y="18805"/>
                  <a:pt x="358085" y="33735"/>
                  <a:pt x="392667" y="45802"/>
                </a:cubicBezTo>
                <a:cubicBezTo>
                  <a:pt x="316517" y="69966"/>
                  <a:pt x="269822" y="102577"/>
                  <a:pt x="269822" y="138456"/>
                </a:cubicBezTo>
                <a:cubicBezTo>
                  <a:pt x="269822" y="150920"/>
                  <a:pt x="275451" y="162980"/>
                  <a:pt x="285989" y="174433"/>
                </a:cubicBezTo>
                <a:cubicBezTo>
                  <a:pt x="338470" y="231478"/>
                  <a:pt x="512693" y="273368"/>
                  <a:pt x="719527" y="273368"/>
                </a:cubicBezTo>
                <a:cubicBezTo>
                  <a:pt x="926362" y="273368"/>
                  <a:pt x="1100585" y="231478"/>
                  <a:pt x="1153065" y="174433"/>
                </a:cubicBezTo>
              </a:path>
            </a:pathLst>
          </a:custGeom>
          <a:solidFill>
            <a:srgbClr val="E9F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51408" y="2359849"/>
            <a:ext cx="1439055" cy="723076"/>
          </a:xfrm>
          <a:custGeom>
            <a:avLst/>
            <a:gdLst/>
            <a:ahLst/>
            <a:cxnLst/>
            <a:rect l="0" t="0" r="0" b="0"/>
            <a:pathLst>
              <a:path w="1439055" h="723076">
                <a:moveTo>
                  <a:pt x="1169232" y="138459"/>
                </a:moveTo>
                <a:cubicBezTo>
                  <a:pt x="1169232" y="102580"/>
                  <a:pt x="1122547" y="69973"/>
                  <a:pt x="1046406" y="45806"/>
                </a:cubicBezTo>
                <a:cubicBezTo>
                  <a:pt x="937113" y="83944"/>
                  <a:pt x="808573" y="93489"/>
                  <a:pt x="719527" y="93489"/>
                </a:cubicBezTo>
                <a:cubicBezTo>
                  <a:pt x="630510" y="93489"/>
                  <a:pt x="501966" y="83942"/>
                  <a:pt x="392664" y="45801"/>
                </a:cubicBezTo>
                <a:cubicBezTo>
                  <a:pt x="316514" y="69968"/>
                  <a:pt x="269822" y="102578"/>
                  <a:pt x="269822" y="138459"/>
                </a:cubicBezTo>
                <a:cubicBezTo>
                  <a:pt x="269822" y="150918"/>
                  <a:pt x="275452" y="162982"/>
                  <a:pt x="285989" y="174436"/>
                </a:cubicBezTo>
                <a:cubicBezTo>
                  <a:pt x="338469" y="231479"/>
                  <a:pt x="512692" y="273371"/>
                  <a:pt x="719527" y="273371"/>
                </a:cubicBezTo>
                <a:cubicBezTo>
                  <a:pt x="926363" y="273371"/>
                  <a:pt x="1100586" y="231479"/>
                  <a:pt x="1153066" y="174436"/>
                </a:cubicBezTo>
                <a:cubicBezTo>
                  <a:pt x="1163603" y="162982"/>
                  <a:pt x="1169232" y="150918"/>
                  <a:pt x="1169232" y="138459"/>
                </a:cubicBezTo>
                <a:close/>
                <a:moveTo>
                  <a:pt x="1153066" y="174436"/>
                </a:moveTo>
                <a:cubicBezTo>
                  <a:pt x="1163603" y="162982"/>
                  <a:pt x="1169232" y="150918"/>
                  <a:pt x="1169232" y="138459"/>
                </a:cubicBezTo>
                <a:cubicBezTo>
                  <a:pt x="1169232" y="102580"/>
                  <a:pt x="1122547" y="69973"/>
                  <a:pt x="1046406" y="45806"/>
                </a:cubicBezTo>
                <a:cubicBezTo>
                  <a:pt x="1081245" y="33648"/>
                  <a:pt x="1114129" y="18585"/>
                  <a:pt x="1143154" y="0"/>
                </a:cubicBezTo>
                <a:cubicBezTo>
                  <a:pt x="1305399" y="53422"/>
                  <a:pt x="1439055" y="152431"/>
                  <a:pt x="1439055" y="331692"/>
                </a:cubicBezTo>
                <a:cubicBezTo>
                  <a:pt x="1439055" y="474266"/>
                  <a:pt x="1354157" y="566279"/>
                  <a:pt x="1237558" y="624984"/>
                </a:cubicBezTo>
                <a:cubicBezTo>
                  <a:pt x="1194583" y="646622"/>
                  <a:pt x="1147301" y="663735"/>
                  <a:pt x="1098377" y="677186"/>
                </a:cubicBezTo>
                <a:cubicBezTo>
                  <a:pt x="966678" y="713396"/>
                  <a:pt x="823076" y="723076"/>
                  <a:pt x="719527" y="723076"/>
                </a:cubicBezTo>
                <a:cubicBezTo>
                  <a:pt x="616011" y="723076"/>
                  <a:pt x="472408" y="713394"/>
                  <a:pt x="340700" y="677180"/>
                </a:cubicBezTo>
                <a:cubicBezTo>
                  <a:pt x="292131" y="663826"/>
                  <a:pt x="245180" y="646865"/>
                  <a:pt x="202454" y="625450"/>
                </a:cubicBezTo>
                <a:cubicBezTo>
                  <a:pt x="85365" y="566766"/>
                  <a:pt x="0" y="474642"/>
                  <a:pt x="0" y="331692"/>
                </a:cubicBezTo>
                <a:cubicBezTo>
                  <a:pt x="0" y="153089"/>
                  <a:pt x="134089" y="54023"/>
                  <a:pt x="296564" y="411"/>
                </a:cubicBezTo>
                <a:cubicBezTo>
                  <a:pt x="325431" y="18805"/>
                  <a:pt x="358085" y="33734"/>
                  <a:pt x="392664" y="45800"/>
                </a:cubicBezTo>
                <a:cubicBezTo>
                  <a:pt x="316514" y="69968"/>
                  <a:pt x="269822" y="102578"/>
                  <a:pt x="269822" y="138459"/>
                </a:cubicBezTo>
                <a:cubicBezTo>
                  <a:pt x="269822" y="150918"/>
                  <a:pt x="275452" y="162982"/>
                  <a:pt x="285989" y="174436"/>
                </a:cubicBezTo>
                <a:cubicBezTo>
                  <a:pt x="338469" y="231480"/>
                  <a:pt x="512692" y="273371"/>
                  <a:pt x="719527" y="273371"/>
                </a:cubicBezTo>
                <a:cubicBezTo>
                  <a:pt x="926363" y="273371"/>
                  <a:pt x="1100586" y="231480"/>
                  <a:pt x="1153066" y="174436"/>
                </a:cubicBezTo>
                <a:close/>
              </a:path>
            </a:pathLst>
          </a:custGeom>
          <a:noFill/>
          <a:ln w="112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71526" y="2984777"/>
            <a:ext cx="1798819" cy="907556"/>
          </a:xfrm>
          <a:custGeom>
            <a:avLst/>
            <a:gdLst/>
            <a:ahLst/>
            <a:cxnLst/>
            <a:rect l="0" t="0" r="0" b="0"/>
            <a:pathLst>
              <a:path w="1798819" h="907556">
                <a:moveTo>
                  <a:pt x="1461540" y="176786"/>
                </a:moveTo>
                <a:cubicBezTo>
                  <a:pt x="1461540" y="127438"/>
                  <a:pt x="1390884" y="83038"/>
                  <a:pt x="1278256" y="52203"/>
                </a:cubicBezTo>
                <a:cubicBezTo>
                  <a:pt x="1146560" y="88411"/>
                  <a:pt x="1002961" y="98088"/>
                  <a:pt x="899409" y="98088"/>
                </a:cubicBezTo>
                <a:cubicBezTo>
                  <a:pt x="795895" y="98088"/>
                  <a:pt x="652289" y="88411"/>
                  <a:pt x="520578" y="52195"/>
                </a:cubicBezTo>
                <a:cubicBezTo>
                  <a:pt x="407949" y="83038"/>
                  <a:pt x="337278" y="127438"/>
                  <a:pt x="337278" y="176786"/>
                </a:cubicBezTo>
                <a:cubicBezTo>
                  <a:pt x="337278" y="192361"/>
                  <a:pt x="344316" y="207441"/>
                  <a:pt x="357485" y="221756"/>
                </a:cubicBezTo>
                <a:cubicBezTo>
                  <a:pt x="423089" y="293065"/>
                  <a:pt x="640866" y="345425"/>
                  <a:pt x="899409" y="345425"/>
                </a:cubicBezTo>
                <a:cubicBezTo>
                  <a:pt x="1157952" y="345425"/>
                  <a:pt x="1375729" y="293065"/>
                  <a:pt x="1441334" y="221756"/>
                </a:cubicBezTo>
                <a:cubicBezTo>
                  <a:pt x="1454503" y="207441"/>
                  <a:pt x="1461540" y="192361"/>
                  <a:pt x="1461540" y="176786"/>
                </a:cubicBezTo>
                <a:moveTo>
                  <a:pt x="1441334" y="221756"/>
                </a:moveTo>
                <a:cubicBezTo>
                  <a:pt x="1454503" y="207441"/>
                  <a:pt x="1461540" y="192361"/>
                  <a:pt x="1461540" y="176786"/>
                </a:cubicBezTo>
                <a:cubicBezTo>
                  <a:pt x="1461540" y="127438"/>
                  <a:pt x="1390884" y="83038"/>
                  <a:pt x="1278256" y="52203"/>
                </a:cubicBezTo>
                <a:cubicBezTo>
                  <a:pt x="1327184" y="38749"/>
                  <a:pt x="1374463" y="21638"/>
                  <a:pt x="1417439" y="0"/>
                </a:cubicBezTo>
                <a:cubicBezTo>
                  <a:pt x="1625390" y="65866"/>
                  <a:pt x="1798819" y="190030"/>
                  <a:pt x="1798819" y="418330"/>
                </a:cubicBezTo>
                <a:cubicBezTo>
                  <a:pt x="1798819" y="612385"/>
                  <a:pt x="1672999" y="731505"/>
                  <a:pt x="1507201" y="803540"/>
                </a:cubicBezTo>
                <a:cubicBezTo>
                  <a:pt x="1449676" y="828528"/>
                  <a:pt x="1387332" y="847851"/>
                  <a:pt x="1323766" y="862668"/>
                </a:cubicBezTo>
                <a:cubicBezTo>
                  <a:pt x="1173340" y="897730"/>
                  <a:pt x="1016048" y="907556"/>
                  <a:pt x="899409" y="907556"/>
                </a:cubicBezTo>
                <a:cubicBezTo>
                  <a:pt x="782808" y="907556"/>
                  <a:pt x="625517" y="897730"/>
                  <a:pt x="475075" y="862661"/>
                </a:cubicBezTo>
                <a:cubicBezTo>
                  <a:pt x="411959" y="847948"/>
                  <a:pt x="350050" y="828791"/>
                  <a:pt x="292862" y="804057"/>
                </a:cubicBezTo>
                <a:cubicBezTo>
                  <a:pt x="126457" y="732082"/>
                  <a:pt x="0" y="612850"/>
                  <a:pt x="0" y="418330"/>
                </a:cubicBezTo>
                <a:cubicBezTo>
                  <a:pt x="0" y="190824"/>
                  <a:pt x="174050" y="66571"/>
                  <a:pt x="382339" y="464"/>
                </a:cubicBezTo>
                <a:cubicBezTo>
                  <a:pt x="425061" y="21878"/>
                  <a:pt x="472010" y="38839"/>
                  <a:pt x="520578" y="52195"/>
                </a:cubicBezTo>
                <a:cubicBezTo>
                  <a:pt x="407949" y="83038"/>
                  <a:pt x="337278" y="127438"/>
                  <a:pt x="337278" y="176786"/>
                </a:cubicBezTo>
                <a:cubicBezTo>
                  <a:pt x="337278" y="192361"/>
                  <a:pt x="344316" y="207441"/>
                  <a:pt x="357485" y="221756"/>
                </a:cubicBezTo>
                <a:cubicBezTo>
                  <a:pt x="423089" y="293065"/>
                  <a:pt x="640866" y="345425"/>
                  <a:pt x="899409" y="345425"/>
                </a:cubicBezTo>
                <a:cubicBezTo>
                  <a:pt x="1157952" y="345425"/>
                  <a:pt x="1375729" y="293065"/>
                  <a:pt x="1441334" y="221756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71526" y="2984777"/>
            <a:ext cx="1798819" cy="907559"/>
          </a:xfrm>
          <a:custGeom>
            <a:avLst/>
            <a:gdLst/>
            <a:ahLst/>
            <a:cxnLst/>
            <a:rect l="0" t="0" r="0" b="0"/>
            <a:pathLst>
              <a:path w="1798819" h="907559">
                <a:moveTo>
                  <a:pt x="1461540" y="176789"/>
                </a:moveTo>
                <a:cubicBezTo>
                  <a:pt x="1461540" y="127439"/>
                  <a:pt x="1390881" y="83040"/>
                  <a:pt x="1278259" y="52201"/>
                </a:cubicBezTo>
                <a:cubicBezTo>
                  <a:pt x="1146560" y="88410"/>
                  <a:pt x="1002958" y="98090"/>
                  <a:pt x="899409" y="98090"/>
                </a:cubicBezTo>
                <a:cubicBezTo>
                  <a:pt x="795893" y="98090"/>
                  <a:pt x="652290" y="88408"/>
                  <a:pt x="520582" y="52195"/>
                </a:cubicBezTo>
                <a:cubicBezTo>
                  <a:pt x="407946" y="83034"/>
                  <a:pt x="337278" y="127436"/>
                  <a:pt x="337278" y="176789"/>
                </a:cubicBezTo>
                <a:cubicBezTo>
                  <a:pt x="337278" y="192362"/>
                  <a:pt x="344315" y="207443"/>
                  <a:pt x="357486" y="221759"/>
                </a:cubicBezTo>
                <a:cubicBezTo>
                  <a:pt x="423086" y="293064"/>
                  <a:pt x="640864" y="345428"/>
                  <a:pt x="899409" y="345428"/>
                </a:cubicBezTo>
                <a:cubicBezTo>
                  <a:pt x="1157954" y="345428"/>
                  <a:pt x="1375732" y="293064"/>
                  <a:pt x="1441332" y="221759"/>
                </a:cubicBezTo>
                <a:cubicBezTo>
                  <a:pt x="1454504" y="207443"/>
                  <a:pt x="1461540" y="192362"/>
                  <a:pt x="1461540" y="176789"/>
                </a:cubicBezTo>
                <a:close/>
                <a:moveTo>
                  <a:pt x="1441332" y="221759"/>
                </a:moveTo>
                <a:cubicBezTo>
                  <a:pt x="1454504" y="207442"/>
                  <a:pt x="1461540" y="192362"/>
                  <a:pt x="1461540" y="176789"/>
                </a:cubicBezTo>
                <a:cubicBezTo>
                  <a:pt x="1461540" y="127439"/>
                  <a:pt x="1390881" y="83040"/>
                  <a:pt x="1278259" y="52200"/>
                </a:cubicBezTo>
                <a:cubicBezTo>
                  <a:pt x="1327183" y="38749"/>
                  <a:pt x="1374465" y="21637"/>
                  <a:pt x="1417440" y="0"/>
                </a:cubicBezTo>
                <a:cubicBezTo>
                  <a:pt x="1625393" y="65864"/>
                  <a:pt x="1798819" y="190031"/>
                  <a:pt x="1798819" y="418329"/>
                </a:cubicBezTo>
                <a:cubicBezTo>
                  <a:pt x="1798819" y="612384"/>
                  <a:pt x="1672997" y="731507"/>
                  <a:pt x="1507201" y="803537"/>
                </a:cubicBezTo>
                <a:cubicBezTo>
                  <a:pt x="1449674" y="828530"/>
                  <a:pt x="1387334" y="847854"/>
                  <a:pt x="1323767" y="862671"/>
                </a:cubicBezTo>
                <a:cubicBezTo>
                  <a:pt x="1173341" y="897733"/>
                  <a:pt x="1016047" y="907559"/>
                  <a:pt x="899409" y="907559"/>
                </a:cubicBezTo>
                <a:cubicBezTo>
                  <a:pt x="782807" y="907559"/>
                  <a:pt x="625514" y="897731"/>
                  <a:pt x="475078" y="862664"/>
                </a:cubicBezTo>
                <a:cubicBezTo>
                  <a:pt x="411961" y="847951"/>
                  <a:pt x="350051" y="828794"/>
                  <a:pt x="292861" y="804057"/>
                </a:cubicBezTo>
                <a:cubicBezTo>
                  <a:pt x="126455" y="732080"/>
                  <a:pt x="0" y="612851"/>
                  <a:pt x="0" y="418329"/>
                </a:cubicBezTo>
                <a:cubicBezTo>
                  <a:pt x="0" y="190828"/>
                  <a:pt x="174050" y="66568"/>
                  <a:pt x="382336" y="465"/>
                </a:cubicBezTo>
                <a:cubicBezTo>
                  <a:pt x="425062" y="21879"/>
                  <a:pt x="472013" y="38841"/>
                  <a:pt x="520582" y="52195"/>
                </a:cubicBezTo>
                <a:cubicBezTo>
                  <a:pt x="407946" y="83035"/>
                  <a:pt x="337278" y="127436"/>
                  <a:pt x="337278" y="176789"/>
                </a:cubicBezTo>
                <a:cubicBezTo>
                  <a:pt x="337278" y="192362"/>
                  <a:pt x="344315" y="207442"/>
                  <a:pt x="357486" y="221759"/>
                </a:cubicBezTo>
                <a:cubicBezTo>
                  <a:pt x="423086" y="293064"/>
                  <a:pt x="640864" y="345428"/>
                  <a:pt x="899409" y="345428"/>
                </a:cubicBezTo>
                <a:cubicBezTo>
                  <a:pt x="1157954" y="345428"/>
                  <a:pt x="1375732" y="293064"/>
                  <a:pt x="1441332" y="221759"/>
                </a:cubicBezTo>
                <a:close/>
              </a:path>
            </a:pathLst>
          </a:custGeom>
          <a:noFill/>
          <a:ln w="112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91644" y="3788372"/>
            <a:ext cx="2158583" cy="1093375"/>
          </a:xfrm>
          <a:custGeom>
            <a:avLst/>
            <a:gdLst/>
            <a:ahLst/>
            <a:cxnLst/>
            <a:rect l="0" t="0" r="0" b="0"/>
            <a:pathLst>
              <a:path w="2158583" h="1093375">
                <a:moveTo>
                  <a:pt x="1753849" y="216450"/>
                </a:moveTo>
                <a:cubicBezTo>
                  <a:pt x="1753849" y="152922"/>
                  <a:pt x="1656278" y="96236"/>
                  <a:pt x="1503648" y="59136"/>
                </a:cubicBezTo>
                <a:cubicBezTo>
                  <a:pt x="1353222" y="94198"/>
                  <a:pt x="1195930" y="104024"/>
                  <a:pt x="1079291" y="104024"/>
                </a:cubicBezTo>
                <a:cubicBezTo>
                  <a:pt x="962690" y="104024"/>
                  <a:pt x="805399" y="94198"/>
                  <a:pt x="654957" y="59128"/>
                </a:cubicBezTo>
                <a:cubicBezTo>
                  <a:pt x="502312" y="96229"/>
                  <a:pt x="404734" y="152922"/>
                  <a:pt x="404734" y="216450"/>
                </a:cubicBezTo>
                <a:cubicBezTo>
                  <a:pt x="404734" y="235135"/>
                  <a:pt x="413181" y="253236"/>
                  <a:pt x="428981" y="270415"/>
                </a:cubicBezTo>
                <a:cubicBezTo>
                  <a:pt x="507701" y="355978"/>
                  <a:pt x="769040" y="418817"/>
                  <a:pt x="1079291" y="418817"/>
                </a:cubicBezTo>
                <a:cubicBezTo>
                  <a:pt x="1389543" y="418817"/>
                  <a:pt x="1650881" y="355978"/>
                  <a:pt x="1729602" y="270415"/>
                </a:cubicBezTo>
                <a:cubicBezTo>
                  <a:pt x="1745402" y="253236"/>
                  <a:pt x="1753849" y="235135"/>
                  <a:pt x="1753849" y="216450"/>
                </a:cubicBezTo>
                <a:moveTo>
                  <a:pt x="1729602" y="270415"/>
                </a:moveTo>
                <a:cubicBezTo>
                  <a:pt x="1745402" y="253228"/>
                  <a:pt x="1753849" y="235135"/>
                  <a:pt x="1753849" y="216450"/>
                </a:cubicBezTo>
                <a:cubicBezTo>
                  <a:pt x="1753849" y="152922"/>
                  <a:pt x="1656278" y="96236"/>
                  <a:pt x="1503648" y="59136"/>
                </a:cubicBezTo>
                <a:cubicBezTo>
                  <a:pt x="1567214" y="44318"/>
                  <a:pt x="1629558" y="24996"/>
                  <a:pt x="1687082" y="0"/>
                </a:cubicBezTo>
                <a:cubicBezTo>
                  <a:pt x="1942725" y="77888"/>
                  <a:pt x="2158583" y="227288"/>
                  <a:pt x="2158583" y="506300"/>
                </a:cubicBezTo>
                <a:cubicBezTo>
                  <a:pt x="2158583" y="707895"/>
                  <a:pt x="2045422" y="842102"/>
                  <a:pt x="1885942" y="930589"/>
                </a:cubicBezTo>
                <a:cubicBezTo>
                  <a:pt x="1830741" y="961221"/>
                  <a:pt x="1769986" y="986367"/>
                  <a:pt x="1706465" y="1006949"/>
                </a:cubicBezTo>
                <a:cubicBezTo>
                  <a:pt x="1493889" y="1075791"/>
                  <a:pt x="1250209" y="1093375"/>
                  <a:pt x="1079291" y="1093375"/>
                </a:cubicBezTo>
                <a:cubicBezTo>
                  <a:pt x="908426" y="1093375"/>
                  <a:pt x="664738" y="1075784"/>
                  <a:pt x="452148" y="1006934"/>
                </a:cubicBezTo>
                <a:cubicBezTo>
                  <a:pt x="389114" y="986517"/>
                  <a:pt x="328809" y="961596"/>
                  <a:pt x="273945" y="931286"/>
                </a:cubicBezTo>
                <a:cubicBezTo>
                  <a:pt x="113782" y="842806"/>
                  <a:pt x="0" y="708427"/>
                  <a:pt x="0" y="506300"/>
                </a:cubicBezTo>
                <a:cubicBezTo>
                  <a:pt x="0" y="228232"/>
                  <a:pt x="216675" y="78698"/>
                  <a:pt x="472744" y="517"/>
                </a:cubicBezTo>
                <a:cubicBezTo>
                  <a:pt x="529932" y="25258"/>
                  <a:pt x="591841" y="44415"/>
                  <a:pt x="654957" y="59128"/>
                </a:cubicBezTo>
                <a:cubicBezTo>
                  <a:pt x="502312" y="96229"/>
                  <a:pt x="404734" y="152922"/>
                  <a:pt x="404734" y="216450"/>
                </a:cubicBezTo>
                <a:cubicBezTo>
                  <a:pt x="404734" y="235135"/>
                  <a:pt x="413181" y="253228"/>
                  <a:pt x="428981" y="270415"/>
                </a:cubicBezTo>
                <a:cubicBezTo>
                  <a:pt x="507701" y="355978"/>
                  <a:pt x="769040" y="418817"/>
                  <a:pt x="1079291" y="418817"/>
                </a:cubicBezTo>
                <a:cubicBezTo>
                  <a:pt x="1389543" y="418817"/>
                  <a:pt x="1650881" y="355978"/>
                  <a:pt x="1729602" y="270415"/>
                </a:cubicBez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91644" y="3788372"/>
            <a:ext cx="2158583" cy="1093372"/>
          </a:xfrm>
          <a:custGeom>
            <a:avLst/>
            <a:gdLst/>
            <a:ahLst/>
            <a:cxnLst/>
            <a:rect l="0" t="0" r="0" b="0"/>
            <a:pathLst>
              <a:path w="2158583" h="1093372">
                <a:moveTo>
                  <a:pt x="1753849" y="216448"/>
                </a:moveTo>
                <a:cubicBezTo>
                  <a:pt x="1753849" y="152923"/>
                  <a:pt x="1656281" y="96234"/>
                  <a:pt x="1503649" y="59133"/>
                </a:cubicBezTo>
                <a:cubicBezTo>
                  <a:pt x="1353223" y="94196"/>
                  <a:pt x="1195929" y="104022"/>
                  <a:pt x="1079291" y="104022"/>
                </a:cubicBezTo>
                <a:cubicBezTo>
                  <a:pt x="962689" y="104022"/>
                  <a:pt x="805396" y="94194"/>
                  <a:pt x="654960" y="59126"/>
                </a:cubicBezTo>
                <a:cubicBezTo>
                  <a:pt x="502313" y="96228"/>
                  <a:pt x="404734" y="152919"/>
                  <a:pt x="404734" y="216448"/>
                </a:cubicBezTo>
                <a:cubicBezTo>
                  <a:pt x="404734" y="235136"/>
                  <a:pt x="413178" y="253232"/>
                  <a:pt x="428984" y="270413"/>
                </a:cubicBezTo>
                <a:cubicBezTo>
                  <a:pt x="507704" y="355979"/>
                  <a:pt x="769037" y="418815"/>
                  <a:pt x="1079291" y="418815"/>
                </a:cubicBezTo>
                <a:cubicBezTo>
                  <a:pt x="1389546" y="418815"/>
                  <a:pt x="1650878" y="355979"/>
                  <a:pt x="1729599" y="270413"/>
                </a:cubicBezTo>
                <a:cubicBezTo>
                  <a:pt x="1745405" y="253232"/>
                  <a:pt x="1753849" y="235136"/>
                  <a:pt x="1753849" y="216448"/>
                </a:cubicBezTo>
                <a:close/>
                <a:moveTo>
                  <a:pt x="1729599" y="270412"/>
                </a:moveTo>
                <a:cubicBezTo>
                  <a:pt x="1745405" y="253232"/>
                  <a:pt x="1753849" y="235136"/>
                  <a:pt x="1753849" y="216448"/>
                </a:cubicBezTo>
                <a:cubicBezTo>
                  <a:pt x="1753849" y="152922"/>
                  <a:pt x="1656281" y="96234"/>
                  <a:pt x="1503649" y="59133"/>
                </a:cubicBezTo>
                <a:cubicBezTo>
                  <a:pt x="1567216" y="44316"/>
                  <a:pt x="1629555" y="24993"/>
                  <a:pt x="1687083" y="0"/>
                </a:cubicBezTo>
                <a:cubicBezTo>
                  <a:pt x="1942726" y="77885"/>
                  <a:pt x="2158583" y="227286"/>
                  <a:pt x="2158583" y="506297"/>
                </a:cubicBezTo>
                <a:cubicBezTo>
                  <a:pt x="2158583" y="707894"/>
                  <a:pt x="2045422" y="842100"/>
                  <a:pt x="1885941" y="930590"/>
                </a:cubicBezTo>
                <a:cubicBezTo>
                  <a:pt x="1830740" y="961219"/>
                  <a:pt x="1769989" y="986371"/>
                  <a:pt x="1706461" y="1006945"/>
                </a:cubicBezTo>
                <a:cubicBezTo>
                  <a:pt x="1493886" y="1075790"/>
                  <a:pt x="1250211" y="1093372"/>
                  <a:pt x="1079291" y="1093372"/>
                </a:cubicBezTo>
                <a:cubicBezTo>
                  <a:pt x="908424" y="1093372"/>
                  <a:pt x="664742" y="1075787"/>
                  <a:pt x="452149" y="1006935"/>
                </a:cubicBezTo>
                <a:cubicBezTo>
                  <a:pt x="389112" y="986519"/>
                  <a:pt x="328809" y="961596"/>
                  <a:pt x="273947" y="931288"/>
                </a:cubicBezTo>
                <a:cubicBezTo>
                  <a:pt x="113782" y="842806"/>
                  <a:pt x="0" y="708425"/>
                  <a:pt x="0" y="506297"/>
                </a:cubicBezTo>
                <a:cubicBezTo>
                  <a:pt x="0" y="228235"/>
                  <a:pt x="216674" y="78697"/>
                  <a:pt x="472743" y="520"/>
                </a:cubicBezTo>
                <a:cubicBezTo>
                  <a:pt x="529933" y="25257"/>
                  <a:pt x="591843" y="44413"/>
                  <a:pt x="654960" y="59126"/>
                </a:cubicBezTo>
                <a:cubicBezTo>
                  <a:pt x="502313" y="96227"/>
                  <a:pt x="404734" y="152919"/>
                  <a:pt x="404734" y="216448"/>
                </a:cubicBezTo>
                <a:cubicBezTo>
                  <a:pt x="404734" y="235136"/>
                  <a:pt x="413178" y="253232"/>
                  <a:pt x="428984" y="270412"/>
                </a:cubicBezTo>
                <a:cubicBezTo>
                  <a:pt x="507704" y="355978"/>
                  <a:pt x="769037" y="418815"/>
                  <a:pt x="1079291" y="418815"/>
                </a:cubicBezTo>
                <a:cubicBezTo>
                  <a:pt x="1389546" y="418815"/>
                  <a:pt x="1650878" y="355978"/>
                  <a:pt x="1729599" y="270412"/>
                </a:cubicBezTo>
                <a:close/>
              </a:path>
            </a:pathLst>
          </a:custGeom>
          <a:noFill/>
          <a:ln w="112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11762" y="4718963"/>
            <a:ext cx="2518347" cy="1242077"/>
          </a:xfrm>
          <a:custGeom>
            <a:avLst/>
            <a:gdLst/>
            <a:ahLst/>
            <a:cxnLst/>
            <a:rect l="0" t="0" r="0" b="0"/>
            <a:pathLst>
              <a:path w="2518347" h="1242077">
                <a:moveTo>
                  <a:pt x="2046157" y="218998"/>
                </a:moveTo>
                <a:cubicBezTo>
                  <a:pt x="2046157" y="165401"/>
                  <a:pt x="1986638" y="115978"/>
                  <a:pt x="1886339" y="76352"/>
                </a:cubicBezTo>
                <a:cubicBezTo>
                  <a:pt x="1673771" y="145202"/>
                  <a:pt x="1430091" y="162785"/>
                  <a:pt x="1259173" y="162785"/>
                </a:cubicBezTo>
                <a:cubicBezTo>
                  <a:pt x="1088308" y="162785"/>
                  <a:pt x="844620" y="145194"/>
                  <a:pt x="632030" y="76344"/>
                </a:cubicBezTo>
                <a:cubicBezTo>
                  <a:pt x="531723" y="115971"/>
                  <a:pt x="472190" y="165401"/>
                  <a:pt x="472190" y="218998"/>
                </a:cubicBezTo>
                <a:cubicBezTo>
                  <a:pt x="472190" y="240794"/>
                  <a:pt x="482038" y="261908"/>
                  <a:pt x="500484" y="281957"/>
                </a:cubicBezTo>
                <a:cubicBezTo>
                  <a:pt x="592321" y="381784"/>
                  <a:pt x="897213" y="455093"/>
                  <a:pt x="1259173" y="455093"/>
                </a:cubicBezTo>
                <a:cubicBezTo>
                  <a:pt x="1621133" y="455093"/>
                  <a:pt x="1926026" y="381784"/>
                  <a:pt x="2017863" y="281957"/>
                </a:cubicBezTo>
                <a:cubicBezTo>
                  <a:pt x="2036308" y="261908"/>
                  <a:pt x="2046157" y="240794"/>
                  <a:pt x="2046157" y="218998"/>
                </a:cubicBezTo>
                <a:moveTo>
                  <a:pt x="1259173" y="1242077"/>
                </a:moveTo>
                <a:cubicBezTo>
                  <a:pt x="828154" y="1242077"/>
                  <a:pt x="0" y="1146155"/>
                  <a:pt x="0" y="557154"/>
                </a:cubicBezTo>
                <a:cubicBezTo>
                  <a:pt x="0" y="268833"/>
                  <a:pt x="199676" y="98957"/>
                  <a:pt x="453827" y="697"/>
                </a:cubicBezTo>
                <a:cubicBezTo>
                  <a:pt x="508691" y="31007"/>
                  <a:pt x="568996" y="55928"/>
                  <a:pt x="632030" y="76344"/>
                </a:cubicBezTo>
                <a:cubicBezTo>
                  <a:pt x="531723" y="115971"/>
                  <a:pt x="472190" y="165401"/>
                  <a:pt x="472190" y="218998"/>
                </a:cubicBezTo>
                <a:cubicBezTo>
                  <a:pt x="472190" y="240794"/>
                  <a:pt x="482038" y="261908"/>
                  <a:pt x="500484" y="281957"/>
                </a:cubicBezTo>
                <a:cubicBezTo>
                  <a:pt x="592321" y="381784"/>
                  <a:pt x="897213" y="455093"/>
                  <a:pt x="1259173" y="455093"/>
                </a:cubicBezTo>
                <a:cubicBezTo>
                  <a:pt x="1621133" y="455093"/>
                  <a:pt x="1926026" y="381784"/>
                  <a:pt x="2017863" y="281957"/>
                </a:cubicBezTo>
                <a:cubicBezTo>
                  <a:pt x="2036308" y="261908"/>
                  <a:pt x="2046157" y="240794"/>
                  <a:pt x="2046157" y="218998"/>
                </a:cubicBezTo>
                <a:cubicBezTo>
                  <a:pt x="2046157" y="165401"/>
                  <a:pt x="1986638" y="115978"/>
                  <a:pt x="1886339" y="76352"/>
                </a:cubicBezTo>
                <a:cubicBezTo>
                  <a:pt x="1949868" y="55778"/>
                  <a:pt x="2010623" y="30632"/>
                  <a:pt x="2065824" y="0"/>
                </a:cubicBezTo>
                <a:cubicBezTo>
                  <a:pt x="2319443" y="98005"/>
                  <a:pt x="2518347" y="267859"/>
                  <a:pt x="2518347" y="557154"/>
                </a:cubicBezTo>
                <a:cubicBezTo>
                  <a:pt x="2518347" y="1146170"/>
                  <a:pt x="1690343" y="1242077"/>
                  <a:pt x="1259173" y="1242077"/>
                </a:cubicBez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11762" y="4718963"/>
            <a:ext cx="2518347" cy="1242074"/>
          </a:xfrm>
          <a:custGeom>
            <a:avLst/>
            <a:gdLst/>
            <a:ahLst/>
            <a:cxnLst/>
            <a:rect l="0" t="0" r="0" b="0"/>
            <a:pathLst>
              <a:path w="2518347" h="1242074">
                <a:moveTo>
                  <a:pt x="2046157" y="218995"/>
                </a:moveTo>
                <a:cubicBezTo>
                  <a:pt x="2046157" y="165403"/>
                  <a:pt x="1986635" y="115981"/>
                  <a:pt x="1886343" y="76355"/>
                </a:cubicBezTo>
                <a:cubicBezTo>
                  <a:pt x="1673767" y="145199"/>
                  <a:pt x="1430093" y="162782"/>
                  <a:pt x="1259173" y="162782"/>
                </a:cubicBezTo>
                <a:cubicBezTo>
                  <a:pt x="1088306" y="162782"/>
                  <a:pt x="844624" y="145196"/>
                  <a:pt x="632031" y="76344"/>
                </a:cubicBezTo>
                <a:cubicBezTo>
                  <a:pt x="531722" y="115972"/>
                  <a:pt x="472190" y="165398"/>
                  <a:pt x="472190" y="218995"/>
                </a:cubicBezTo>
                <a:cubicBezTo>
                  <a:pt x="472190" y="240798"/>
                  <a:pt x="482041" y="261910"/>
                  <a:pt x="500481" y="281954"/>
                </a:cubicBezTo>
                <a:cubicBezTo>
                  <a:pt x="592322" y="381781"/>
                  <a:pt x="897210" y="455090"/>
                  <a:pt x="1259173" y="455090"/>
                </a:cubicBezTo>
                <a:cubicBezTo>
                  <a:pt x="1621136" y="455090"/>
                  <a:pt x="1926025" y="381781"/>
                  <a:pt x="2017866" y="281954"/>
                </a:cubicBezTo>
                <a:cubicBezTo>
                  <a:pt x="2036305" y="261910"/>
                  <a:pt x="2046157" y="240798"/>
                  <a:pt x="2046157" y="218995"/>
                </a:cubicBezTo>
                <a:close/>
                <a:moveTo>
                  <a:pt x="1259173" y="1242074"/>
                </a:moveTo>
                <a:cubicBezTo>
                  <a:pt x="828156" y="1242074"/>
                  <a:pt x="0" y="1146156"/>
                  <a:pt x="0" y="557152"/>
                </a:cubicBezTo>
                <a:cubicBezTo>
                  <a:pt x="0" y="268832"/>
                  <a:pt x="199675" y="98954"/>
                  <a:pt x="453829" y="698"/>
                </a:cubicBezTo>
                <a:cubicBezTo>
                  <a:pt x="508691" y="31006"/>
                  <a:pt x="568994" y="55929"/>
                  <a:pt x="632031" y="76344"/>
                </a:cubicBezTo>
                <a:cubicBezTo>
                  <a:pt x="531722" y="115972"/>
                  <a:pt x="472190" y="165398"/>
                  <a:pt x="472190" y="218995"/>
                </a:cubicBezTo>
                <a:cubicBezTo>
                  <a:pt x="472190" y="240798"/>
                  <a:pt x="482041" y="261911"/>
                  <a:pt x="500481" y="281954"/>
                </a:cubicBezTo>
                <a:cubicBezTo>
                  <a:pt x="592322" y="381781"/>
                  <a:pt x="897210" y="455090"/>
                  <a:pt x="1259173" y="455090"/>
                </a:cubicBezTo>
                <a:cubicBezTo>
                  <a:pt x="1621136" y="455090"/>
                  <a:pt x="1926025" y="381781"/>
                  <a:pt x="2017866" y="281954"/>
                </a:cubicBezTo>
                <a:cubicBezTo>
                  <a:pt x="2036305" y="261911"/>
                  <a:pt x="2046157" y="240798"/>
                  <a:pt x="2046157" y="218995"/>
                </a:cubicBezTo>
                <a:cubicBezTo>
                  <a:pt x="2046157" y="165403"/>
                  <a:pt x="1986635" y="115981"/>
                  <a:pt x="1886343" y="76355"/>
                </a:cubicBezTo>
                <a:cubicBezTo>
                  <a:pt x="1949871" y="55781"/>
                  <a:pt x="2010622" y="30629"/>
                  <a:pt x="2065823" y="0"/>
                </a:cubicBezTo>
                <a:cubicBezTo>
                  <a:pt x="2319443" y="98003"/>
                  <a:pt x="2518347" y="267862"/>
                  <a:pt x="2518347" y="557152"/>
                </a:cubicBezTo>
                <a:cubicBezTo>
                  <a:pt x="2518347" y="1146166"/>
                  <a:pt x="1690341" y="1242074"/>
                  <a:pt x="1259173" y="1242074"/>
                </a:cubicBezTo>
                <a:close/>
              </a:path>
            </a:pathLst>
          </a:custGeom>
          <a:noFill/>
          <a:ln w="112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9634" y="795170"/>
            <a:ext cx="3950612" cy="26232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84848"/>
                </a:solidFill>
                <a:latin typeface="Shantell Sans"/>
              </a:rPr>
              <a:t>Jerarquía de Arquitectura de Aplicación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4628" y="1758288"/>
            <a:ext cx="718710" cy="2203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CB15"/>
                </a:solidFill>
                <a:latin typeface="Shantell San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7614" y="2024481"/>
            <a:ext cx="2264624" cy="4407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Shantell Sans"/>
              </a:rPr>
              <a:t>SvelteKit actúa como el núcleo
del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4628" y="2657698"/>
            <a:ext cx="514350" cy="2203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2BD39"/>
                </a:solidFill>
                <a:latin typeface="Shantell Sans"/>
              </a:rPr>
              <a:t>Diseño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7614" y="2923890"/>
            <a:ext cx="1766965" cy="4407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Shantell Sans"/>
              </a:rPr>
              <a:t>TailwindCSS asegura un
diseño responsivo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4628" y="3557108"/>
            <a:ext cx="1113664" cy="2203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CC583"/>
                </a:solidFill>
                <a:latin typeface="Shantell Sans"/>
              </a:rPr>
              <a:t>Estado 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7614" y="3823300"/>
            <a:ext cx="2156417" cy="4407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Shantell Sans"/>
              </a:rPr>
              <a:t>Stores de Svelte gestionan el
estado de la aplicación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4628" y="4456518"/>
            <a:ext cx="289085" cy="2203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ABDA"/>
                </a:solidFill>
                <a:latin typeface="Shantell Sans"/>
              </a:rP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7614" y="4722710"/>
            <a:ext cx="2129127" cy="6610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Shantell Sans"/>
              </a:rPr>
              <a:t>Supabase facilita la
comunicación con la base de
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4628" y="5355927"/>
            <a:ext cx="1108395" cy="2203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E88E7"/>
                </a:solidFill>
                <a:latin typeface="Shantell Sans"/>
              </a:rPr>
              <a:t>Base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7614" y="5622120"/>
            <a:ext cx="1997379" cy="4407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Shantell Sans"/>
              </a:rPr>
              <a:t>PostgreSQL gestiona datos
con seguridad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7486" y="1649564"/>
            <a:ext cx="329750" cy="329750"/>
          </a:xfrm>
          <a:custGeom>
            <a:avLst/>
            <a:gdLst/>
            <a:ahLst/>
            <a:cxnLst/>
            <a:rect l="0" t="0" r="0" b="0"/>
            <a:pathLst>
              <a:path w="329750" h="329750">
                <a:moveTo>
                  <a:pt x="14988" y="0"/>
                </a:moveTo>
                <a:lnTo>
                  <a:pt x="314762" y="0"/>
                </a:lnTo>
                <a:cubicBezTo>
                  <a:pt x="314762" y="0"/>
                  <a:pt x="329750" y="0"/>
                  <a:pt x="329750" y="14988"/>
                </a:cubicBezTo>
                <a:lnTo>
                  <a:pt x="329750" y="314762"/>
                </a:lnTo>
                <a:cubicBezTo>
                  <a:pt x="329750" y="314762"/>
                  <a:pt x="329750" y="329750"/>
                  <a:pt x="314762" y="329750"/>
                </a:cubicBezTo>
                <a:lnTo>
                  <a:pt x="14988" y="329750"/>
                </a:lnTo>
                <a:cubicBezTo>
                  <a:pt x="14988" y="329750"/>
                  <a:pt x="0" y="329750"/>
                  <a:pt x="0" y="314762"/>
                </a:cubicBezTo>
                <a:lnTo>
                  <a:pt x="0" y="14988"/>
                </a:lnTo>
                <a:cubicBezTo>
                  <a:pt x="0" y="14988"/>
                  <a:pt x="0" y="0"/>
                  <a:pt x="14988" y="0"/>
                </a:cubicBezTo>
                <a:moveTo>
                  <a:pt x="0" y="89931"/>
                </a:moveTo>
                <a:lnTo>
                  <a:pt x="329750" y="89931"/>
                </a:lnTo>
                <a:moveTo>
                  <a:pt x="224830" y="89931"/>
                </a:moveTo>
                <a:lnTo>
                  <a:pt x="224830" y="329750"/>
                </a:lnTo>
              </a:path>
            </a:pathLst>
          </a:custGeom>
          <a:noFill/>
          <a:ln w="11242">
            <a:solidFill>
              <a:srgbClr val="E0CB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54958" y="2549018"/>
            <a:ext cx="269796" cy="344739"/>
          </a:xfrm>
          <a:custGeom>
            <a:avLst/>
            <a:gdLst/>
            <a:ahLst/>
            <a:cxnLst/>
            <a:rect l="0" t="0" r="0" b="0"/>
            <a:pathLst>
              <a:path w="269796" h="344739">
                <a:moveTo>
                  <a:pt x="209841" y="179864"/>
                </a:moveTo>
                <a:lnTo>
                  <a:pt x="269796" y="179864"/>
                </a:lnTo>
                <a:moveTo>
                  <a:pt x="104920" y="284784"/>
                </a:moveTo>
                <a:lnTo>
                  <a:pt x="104920" y="329750"/>
                </a:lnTo>
                <a:cubicBezTo>
                  <a:pt x="104920" y="338028"/>
                  <a:pt x="98210" y="344739"/>
                  <a:pt x="89932" y="344739"/>
                </a:cubicBezTo>
                <a:lnTo>
                  <a:pt x="14988" y="344739"/>
                </a:lnTo>
                <a:cubicBezTo>
                  <a:pt x="6710" y="344739"/>
                  <a:pt x="0" y="338028"/>
                  <a:pt x="0" y="329750"/>
                </a:cubicBezTo>
                <a:lnTo>
                  <a:pt x="0" y="209841"/>
                </a:lnTo>
                <a:cubicBezTo>
                  <a:pt x="0" y="201563"/>
                  <a:pt x="6710" y="194852"/>
                  <a:pt x="14988" y="194852"/>
                </a:cubicBezTo>
                <a:lnTo>
                  <a:pt x="37471" y="194852"/>
                </a:lnTo>
                <a:moveTo>
                  <a:pt x="0" y="314762"/>
                </a:moveTo>
                <a:lnTo>
                  <a:pt x="104920" y="314762"/>
                </a:lnTo>
                <a:moveTo>
                  <a:pt x="74943" y="164875"/>
                </a:moveTo>
                <a:lnTo>
                  <a:pt x="74943" y="22482"/>
                </a:lnTo>
                <a:cubicBezTo>
                  <a:pt x="74943" y="10065"/>
                  <a:pt x="85009" y="0"/>
                  <a:pt x="97426" y="0"/>
                </a:cubicBezTo>
                <a:lnTo>
                  <a:pt x="247313" y="0"/>
                </a:lnTo>
                <a:cubicBezTo>
                  <a:pt x="259730" y="0"/>
                  <a:pt x="269796" y="10065"/>
                  <a:pt x="269796" y="22482"/>
                </a:cubicBezTo>
                <a:lnTo>
                  <a:pt x="269796" y="202347"/>
                </a:lnTo>
                <a:cubicBezTo>
                  <a:pt x="269796" y="214764"/>
                  <a:pt x="259730" y="224830"/>
                  <a:pt x="247313" y="224830"/>
                </a:cubicBezTo>
                <a:lnTo>
                  <a:pt x="149886" y="224830"/>
                </a:lnTo>
                <a:moveTo>
                  <a:pt x="164875" y="149886"/>
                </a:moveTo>
                <a:lnTo>
                  <a:pt x="59954" y="254807"/>
                </a:lnTo>
                <a:moveTo>
                  <a:pt x="119909" y="149886"/>
                </a:moveTo>
                <a:lnTo>
                  <a:pt x="164875" y="149886"/>
                </a:lnTo>
                <a:lnTo>
                  <a:pt x="164875" y="194852"/>
                </a:lnTo>
                <a:moveTo>
                  <a:pt x="59954" y="209841"/>
                </a:moveTo>
                <a:lnTo>
                  <a:pt x="59954" y="254807"/>
                </a:lnTo>
                <a:lnTo>
                  <a:pt x="104920" y="254807"/>
                </a:lnTo>
              </a:path>
            </a:pathLst>
          </a:custGeom>
          <a:noFill/>
          <a:ln w="11242">
            <a:solidFill>
              <a:srgbClr val="92BD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16602" y="3508324"/>
            <a:ext cx="344739" cy="224829"/>
          </a:xfrm>
          <a:custGeom>
            <a:avLst/>
            <a:gdLst/>
            <a:ahLst/>
            <a:cxnLst/>
            <a:rect l="0" t="0" r="0" b="0"/>
            <a:pathLst>
              <a:path w="344739" h="224829">
                <a:moveTo>
                  <a:pt x="0" y="224829"/>
                </a:moveTo>
                <a:lnTo>
                  <a:pt x="344739" y="224829"/>
                </a:lnTo>
                <a:moveTo>
                  <a:pt x="59954" y="224829"/>
                </a:moveTo>
                <a:lnTo>
                  <a:pt x="59954" y="157381"/>
                </a:lnTo>
                <a:cubicBezTo>
                  <a:pt x="59954" y="153241"/>
                  <a:pt x="56599" y="149886"/>
                  <a:pt x="52460" y="149886"/>
                </a:cubicBezTo>
                <a:lnTo>
                  <a:pt x="22483" y="149886"/>
                </a:lnTo>
                <a:cubicBezTo>
                  <a:pt x="18343" y="149886"/>
                  <a:pt x="14988" y="153241"/>
                  <a:pt x="14988" y="157381"/>
                </a:cubicBezTo>
                <a:lnTo>
                  <a:pt x="14988" y="224829"/>
                </a:lnTo>
                <a:moveTo>
                  <a:pt x="149886" y="224829"/>
                </a:moveTo>
                <a:lnTo>
                  <a:pt x="149886" y="82437"/>
                </a:lnTo>
                <a:cubicBezTo>
                  <a:pt x="149886" y="78298"/>
                  <a:pt x="146531" y="74943"/>
                  <a:pt x="142392" y="74943"/>
                </a:cubicBezTo>
                <a:lnTo>
                  <a:pt x="112415" y="74943"/>
                </a:lnTo>
                <a:cubicBezTo>
                  <a:pt x="108275" y="74943"/>
                  <a:pt x="104920" y="78298"/>
                  <a:pt x="104920" y="82437"/>
                </a:cubicBezTo>
                <a:lnTo>
                  <a:pt x="104920" y="224829"/>
                </a:lnTo>
                <a:moveTo>
                  <a:pt x="239818" y="224829"/>
                </a:moveTo>
                <a:lnTo>
                  <a:pt x="239818" y="112415"/>
                </a:lnTo>
                <a:cubicBezTo>
                  <a:pt x="239818" y="108275"/>
                  <a:pt x="236463" y="104920"/>
                  <a:pt x="232324" y="104920"/>
                </a:cubicBezTo>
                <a:lnTo>
                  <a:pt x="202346" y="104920"/>
                </a:lnTo>
                <a:cubicBezTo>
                  <a:pt x="198208" y="104920"/>
                  <a:pt x="194852" y="108275"/>
                  <a:pt x="194852" y="112415"/>
                </a:cubicBezTo>
                <a:lnTo>
                  <a:pt x="194852" y="224829"/>
                </a:lnTo>
                <a:moveTo>
                  <a:pt x="329750" y="224829"/>
                </a:moveTo>
                <a:lnTo>
                  <a:pt x="329750" y="7494"/>
                </a:lnTo>
                <a:cubicBezTo>
                  <a:pt x="329750" y="3355"/>
                  <a:pt x="326395" y="0"/>
                  <a:pt x="322256" y="0"/>
                </a:cubicBezTo>
                <a:lnTo>
                  <a:pt x="292279" y="0"/>
                </a:lnTo>
                <a:cubicBezTo>
                  <a:pt x="288140" y="0"/>
                  <a:pt x="284784" y="3355"/>
                  <a:pt x="284784" y="7494"/>
                </a:cubicBezTo>
                <a:lnTo>
                  <a:pt x="284784" y="224829"/>
                </a:lnTo>
              </a:path>
            </a:pathLst>
          </a:custGeom>
          <a:noFill/>
          <a:ln w="11242">
            <a:solidFill>
              <a:srgbClr val="3CC5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944" y="4351468"/>
            <a:ext cx="233822" cy="337243"/>
          </a:xfrm>
          <a:custGeom>
            <a:avLst/>
            <a:gdLst/>
            <a:ahLst/>
            <a:cxnLst/>
            <a:rect l="0" t="0" r="0" b="0"/>
            <a:pathLst>
              <a:path w="233822" h="337243">
                <a:moveTo>
                  <a:pt x="116911" y="101922"/>
                </a:moveTo>
                <a:cubicBezTo>
                  <a:pt x="181479" y="101922"/>
                  <a:pt x="233822" y="79106"/>
                  <a:pt x="233822" y="50961"/>
                </a:cubicBezTo>
                <a:cubicBezTo>
                  <a:pt x="233822" y="22816"/>
                  <a:pt x="181479" y="0"/>
                  <a:pt x="116911" y="0"/>
                </a:cubicBezTo>
                <a:cubicBezTo>
                  <a:pt x="52343" y="0"/>
                  <a:pt x="0" y="22816"/>
                  <a:pt x="0" y="50961"/>
                </a:cubicBezTo>
                <a:cubicBezTo>
                  <a:pt x="0" y="79106"/>
                  <a:pt x="52343" y="101922"/>
                  <a:pt x="116911" y="101922"/>
                </a:cubicBezTo>
                <a:close/>
                <a:moveTo>
                  <a:pt x="0" y="50961"/>
                </a:moveTo>
                <a:lnTo>
                  <a:pt x="0" y="128902"/>
                </a:lnTo>
                <a:cubicBezTo>
                  <a:pt x="0" y="157380"/>
                  <a:pt x="52460" y="179863"/>
                  <a:pt x="116911" y="179863"/>
                </a:cubicBezTo>
                <a:cubicBezTo>
                  <a:pt x="181362" y="179863"/>
                  <a:pt x="233822" y="157380"/>
                  <a:pt x="233822" y="128902"/>
                </a:cubicBezTo>
                <a:lnTo>
                  <a:pt x="233822" y="50961"/>
                </a:lnTo>
                <a:moveTo>
                  <a:pt x="0" y="128902"/>
                </a:moveTo>
                <a:lnTo>
                  <a:pt x="0" y="206843"/>
                </a:lnTo>
                <a:cubicBezTo>
                  <a:pt x="0" y="235321"/>
                  <a:pt x="52460" y="257804"/>
                  <a:pt x="116911" y="257804"/>
                </a:cubicBezTo>
                <a:cubicBezTo>
                  <a:pt x="181362" y="257804"/>
                  <a:pt x="233822" y="235321"/>
                  <a:pt x="233822" y="206843"/>
                </a:cubicBezTo>
                <a:lnTo>
                  <a:pt x="233822" y="128902"/>
                </a:lnTo>
                <a:moveTo>
                  <a:pt x="2998" y="277290"/>
                </a:moveTo>
                <a:lnTo>
                  <a:pt x="2998" y="307267"/>
                </a:lnTo>
                <a:moveTo>
                  <a:pt x="77942" y="311762"/>
                </a:moveTo>
                <a:lnTo>
                  <a:pt x="77942" y="337243"/>
                </a:lnTo>
                <a:moveTo>
                  <a:pt x="152885" y="311762"/>
                </a:moveTo>
                <a:lnTo>
                  <a:pt x="152885" y="337243"/>
                </a:lnTo>
                <a:moveTo>
                  <a:pt x="227828" y="277290"/>
                </a:moveTo>
                <a:lnTo>
                  <a:pt x="227828" y="307267"/>
                </a:lnTo>
              </a:path>
            </a:pathLst>
          </a:custGeom>
          <a:noFill/>
          <a:ln w="1124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3727" y="5261417"/>
            <a:ext cx="331813" cy="315464"/>
          </a:xfrm>
          <a:custGeom>
            <a:avLst/>
            <a:gdLst/>
            <a:ahLst/>
            <a:cxnLst/>
            <a:rect l="0" t="0" r="0" b="0"/>
            <a:pathLst>
              <a:path w="331813" h="315464">
                <a:moveTo>
                  <a:pt x="293532" y="186651"/>
                </a:moveTo>
                <a:cubicBezTo>
                  <a:pt x="317062" y="175765"/>
                  <a:pt x="331813" y="151875"/>
                  <a:pt x="331004" y="125962"/>
                </a:cubicBezTo>
                <a:cubicBezTo>
                  <a:pt x="330720" y="106785"/>
                  <a:pt x="322648" y="88548"/>
                  <a:pt x="308642" y="75444"/>
                </a:cubicBezTo>
                <a:cubicBezTo>
                  <a:pt x="294637" y="62341"/>
                  <a:pt x="275904" y="55498"/>
                  <a:pt x="256750" y="56489"/>
                </a:cubicBezTo>
                <a:cubicBezTo>
                  <a:pt x="239669" y="22119"/>
                  <a:pt x="204509" y="474"/>
                  <a:pt x="166129" y="702"/>
                </a:cubicBezTo>
                <a:cubicBezTo>
                  <a:pt x="113832" y="0"/>
                  <a:pt x="70010" y="40098"/>
                  <a:pt x="66079" y="92252"/>
                </a:cubicBezTo>
                <a:cubicBezTo>
                  <a:pt x="50465" y="88819"/>
                  <a:pt x="34134" y="92567"/>
                  <a:pt x="21578" y="102463"/>
                </a:cubicBezTo>
                <a:cubicBezTo>
                  <a:pt x="9021" y="112360"/>
                  <a:pt x="1563" y="127364"/>
                  <a:pt x="1254" y="143349"/>
                </a:cubicBezTo>
                <a:cubicBezTo>
                  <a:pt x="0" y="166717"/>
                  <a:pt x="15865" y="187551"/>
                  <a:pt x="38725" y="192557"/>
                </a:cubicBezTo>
                <a:moveTo>
                  <a:pt x="241072" y="300475"/>
                </a:moveTo>
                <a:cubicBezTo>
                  <a:pt x="241072" y="308753"/>
                  <a:pt x="234361" y="315464"/>
                  <a:pt x="226083" y="315464"/>
                </a:cubicBezTo>
                <a:lnTo>
                  <a:pt x="121163" y="315464"/>
                </a:lnTo>
                <a:cubicBezTo>
                  <a:pt x="112885" y="315464"/>
                  <a:pt x="106174" y="308753"/>
                  <a:pt x="106174" y="300475"/>
                </a:cubicBezTo>
                <a:lnTo>
                  <a:pt x="106174" y="210543"/>
                </a:lnTo>
                <a:cubicBezTo>
                  <a:pt x="106174" y="202265"/>
                  <a:pt x="112885" y="195554"/>
                  <a:pt x="121163" y="195554"/>
                </a:cubicBezTo>
                <a:lnTo>
                  <a:pt x="226083" y="195554"/>
                </a:lnTo>
                <a:cubicBezTo>
                  <a:pt x="234361" y="195554"/>
                  <a:pt x="241072" y="202265"/>
                  <a:pt x="241072" y="210543"/>
                </a:cubicBezTo>
                <a:close/>
                <a:moveTo>
                  <a:pt x="154887" y="256453"/>
                </a:moveTo>
                <a:cubicBezTo>
                  <a:pt x="154887" y="266801"/>
                  <a:pt x="163276" y="275189"/>
                  <a:pt x="173623" y="275189"/>
                </a:cubicBezTo>
                <a:cubicBezTo>
                  <a:pt x="183971" y="275189"/>
                  <a:pt x="192359" y="266801"/>
                  <a:pt x="192359" y="256453"/>
                </a:cubicBezTo>
                <a:cubicBezTo>
                  <a:pt x="192359" y="246106"/>
                  <a:pt x="183971" y="237717"/>
                  <a:pt x="173623" y="237717"/>
                </a:cubicBezTo>
                <a:cubicBezTo>
                  <a:pt x="163276" y="237717"/>
                  <a:pt x="154887" y="246106"/>
                  <a:pt x="154887" y="256453"/>
                </a:cubicBezTo>
                <a:close/>
                <a:moveTo>
                  <a:pt x="211095" y="173071"/>
                </a:moveTo>
                <a:cubicBezTo>
                  <a:pt x="211095" y="152376"/>
                  <a:pt x="194318" y="135600"/>
                  <a:pt x="173623" y="135600"/>
                </a:cubicBezTo>
                <a:cubicBezTo>
                  <a:pt x="152928" y="135600"/>
                  <a:pt x="136151" y="152376"/>
                  <a:pt x="136151" y="173071"/>
                </a:cubicBezTo>
                <a:lnTo>
                  <a:pt x="136151" y="195554"/>
                </a:lnTo>
                <a:lnTo>
                  <a:pt x="211095" y="195554"/>
                </a:lnTo>
                <a:close/>
              </a:path>
            </a:pathLst>
          </a:custGeom>
          <a:noFill/>
          <a:ln w="11242">
            <a:solidFill>
              <a:srgbClr val="4E88E7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42951" y="2209256"/>
            <a:ext cx="1389412" cy="427511"/>
          </a:xfrm>
          <a:custGeom>
            <a:avLst/>
            <a:gdLst/>
            <a:ahLst/>
            <a:cxnLst/>
            <a:rect l="0" t="0" r="0" b="0"/>
            <a:pathLst>
              <a:path w="1389412" h="427511">
                <a:moveTo>
                  <a:pt x="1389412" y="374072"/>
                </a:moveTo>
                <a:cubicBezTo>
                  <a:pt x="1389412" y="403588"/>
                  <a:pt x="1365490" y="427511"/>
                  <a:pt x="1335974" y="427511"/>
                </a:cubicBezTo>
                <a:lnTo>
                  <a:pt x="53438" y="427511"/>
                </a:lnTo>
                <a:cubicBezTo>
                  <a:pt x="23922" y="427511"/>
                  <a:pt x="0" y="403588"/>
                  <a:pt x="0" y="374072"/>
                </a:cubicBezTo>
                <a:lnTo>
                  <a:pt x="0" y="53438"/>
                </a:lnTo>
                <a:cubicBezTo>
                  <a:pt x="0" y="23922"/>
                  <a:pt x="23922" y="0"/>
                  <a:pt x="53438" y="0"/>
                </a:cubicBezTo>
                <a:lnTo>
                  <a:pt x="1335974" y="0"/>
                </a:lnTo>
                <a:cubicBezTo>
                  <a:pt x="1365490" y="0"/>
                  <a:pt x="1389412" y="23922"/>
                  <a:pt x="1389412" y="53438"/>
                </a:cubicBezTo>
                <a:lnTo>
                  <a:pt x="1389412" y="374072"/>
                </a:lnTo>
              </a:path>
            </a:pathLst>
          </a:custGeom>
          <a:solidFill>
            <a:srgbClr val="FFD7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42951" y="2209256"/>
            <a:ext cx="1389412" cy="427511"/>
          </a:xfrm>
          <a:custGeom>
            <a:avLst/>
            <a:gdLst/>
            <a:ahLst/>
            <a:cxnLst/>
            <a:rect l="0" t="0" r="0" b="0"/>
            <a:pathLst>
              <a:path w="1389412" h="427511">
                <a:moveTo>
                  <a:pt x="53438" y="0"/>
                </a:moveTo>
                <a:cubicBezTo>
                  <a:pt x="23925" y="0"/>
                  <a:pt x="0" y="23925"/>
                  <a:pt x="0" y="53438"/>
                </a:cubicBezTo>
                <a:moveTo>
                  <a:pt x="53438" y="0"/>
                </a:moveTo>
                <a:lnTo>
                  <a:pt x="1335974" y="0"/>
                </a:lnTo>
                <a:moveTo>
                  <a:pt x="1335974" y="0"/>
                </a:moveTo>
                <a:cubicBezTo>
                  <a:pt x="1365487" y="0"/>
                  <a:pt x="1389412" y="23925"/>
                  <a:pt x="1389412" y="53438"/>
                </a:cubicBezTo>
                <a:moveTo>
                  <a:pt x="1389412" y="374072"/>
                </a:moveTo>
                <a:lnTo>
                  <a:pt x="1389412" y="53438"/>
                </a:lnTo>
                <a:moveTo>
                  <a:pt x="0" y="374072"/>
                </a:moveTo>
                <a:lnTo>
                  <a:pt x="0" y="53438"/>
                </a:lnTo>
                <a:moveTo>
                  <a:pt x="0" y="374072"/>
                </a:moveTo>
                <a:cubicBezTo>
                  <a:pt x="0" y="403586"/>
                  <a:pt x="23925" y="427511"/>
                  <a:pt x="53438" y="427511"/>
                </a:cubicBezTo>
                <a:moveTo>
                  <a:pt x="1335974" y="427511"/>
                </a:moveTo>
                <a:lnTo>
                  <a:pt x="53438" y="427511"/>
                </a:lnTo>
                <a:moveTo>
                  <a:pt x="1335974" y="427511"/>
                </a:moveTo>
                <a:cubicBezTo>
                  <a:pt x="1365487" y="427511"/>
                  <a:pt x="1389412" y="403586"/>
                  <a:pt x="1389412" y="374072"/>
                </a:cubicBezTo>
              </a:path>
            </a:pathLst>
          </a:custGeom>
          <a:noFill/>
          <a:ln w="1335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59875" y="2289414"/>
            <a:ext cx="2030680" cy="1335974"/>
          </a:xfrm>
          <a:custGeom>
            <a:avLst/>
            <a:gdLst/>
            <a:ahLst/>
            <a:cxnLst/>
            <a:rect l="0" t="0" r="0" b="0"/>
            <a:pathLst>
              <a:path w="2030680" h="1335974">
                <a:moveTo>
                  <a:pt x="2030680" y="1282535"/>
                </a:moveTo>
                <a:cubicBezTo>
                  <a:pt x="2030680" y="1312051"/>
                  <a:pt x="2006757" y="1335974"/>
                  <a:pt x="1977241" y="1335974"/>
                </a:cubicBezTo>
                <a:lnTo>
                  <a:pt x="53438" y="1335974"/>
                </a:lnTo>
                <a:cubicBezTo>
                  <a:pt x="23922" y="1335974"/>
                  <a:pt x="0" y="1312051"/>
                  <a:pt x="0" y="1282535"/>
                </a:cubicBezTo>
                <a:lnTo>
                  <a:pt x="0" y="53438"/>
                </a:lnTo>
                <a:cubicBezTo>
                  <a:pt x="0" y="23922"/>
                  <a:pt x="23922" y="0"/>
                  <a:pt x="53438" y="0"/>
                </a:cubicBezTo>
                <a:lnTo>
                  <a:pt x="1977241" y="0"/>
                </a:lnTo>
                <a:cubicBezTo>
                  <a:pt x="2006757" y="0"/>
                  <a:pt x="2030680" y="23922"/>
                  <a:pt x="2030680" y="53438"/>
                </a:cubicBezTo>
                <a:lnTo>
                  <a:pt x="2030680" y="1282535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9875" y="2289414"/>
            <a:ext cx="2030680" cy="1335974"/>
          </a:xfrm>
          <a:custGeom>
            <a:avLst/>
            <a:gdLst/>
            <a:ahLst/>
            <a:cxnLst/>
            <a:rect l="0" t="0" r="0" b="0"/>
            <a:pathLst>
              <a:path w="2030680" h="1335974">
                <a:moveTo>
                  <a:pt x="53438" y="0"/>
                </a:moveTo>
                <a:cubicBezTo>
                  <a:pt x="23925" y="0"/>
                  <a:pt x="0" y="23925"/>
                  <a:pt x="0" y="53438"/>
                </a:cubicBezTo>
                <a:moveTo>
                  <a:pt x="53438" y="0"/>
                </a:moveTo>
                <a:lnTo>
                  <a:pt x="1977241" y="0"/>
                </a:lnTo>
                <a:moveTo>
                  <a:pt x="1977241" y="0"/>
                </a:moveTo>
                <a:cubicBezTo>
                  <a:pt x="2006755" y="0"/>
                  <a:pt x="2030680" y="23925"/>
                  <a:pt x="2030680" y="53438"/>
                </a:cubicBezTo>
                <a:moveTo>
                  <a:pt x="2030680" y="1282535"/>
                </a:moveTo>
                <a:lnTo>
                  <a:pt x="2030680" y="53438"/>
                </a:lnTo>
                <a:moveTo>
                  <a:pt x="0" y="1282535"/>
                </a:moveTo>
                <a:lnTo>
                  <a:pt x="0" y="53438"/>
                </a:lnTo>
                <a:moveTo>
                  <a:pt x="0" y="1282535"/>
                </a:moveTo>
                <a:cubicBezTo>
                  <a:pt x="0" y="1312048"/>
                  <a:pt x="23925" y="1335974"/>
                  <a:pt x="53438" y="1335974"/>
                </a:cubicBezTo>
                <a:moveTo>
                  <a:pt x="1977241" y="1335974"/>
                </a:moveTo>
                <a:lnTo>
                  <a:pt x="53438" y="1335974"/>
                </a:lnTo>
                <a:moveTo>
                  <a:pt x="1977241" y="1335974"/>
                </a:moveTo>
                <a:cubicBezTo>
                  <a:pt x="2006755" y="1335974"/>
                  <a:pt x="2030680" y="1312048"/>
                  <a:pt x="2030680" y="1282535"/>
                </a:cubicBezTo>
              </a:path>
            </a:pathLst>
          </a:custGeom>
          <a:noFill/>
          <a:ln w="1335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18067" y="2369573"/>
            <a:ext cx="1068779" cy="427511"/>
          </a:xfrm>
          <a:custGeom>
            <a:avLst/>
            <a:gdLst/>
            <a:ahLst/>
            <a:cxnLst/>
            <a:rect l="0" t="0" r="0" b="0"/>
            <a:pathLst>
              <a:path w="1068779" h="427511">
                <a:moveTo>
                  <a:pt x="1068779" y="374072"/>
                </a:moveTo>
                <a:cubicBezTo>
                  <a:pt x="1068779" y="403588"/>
                  <a:pt x="1044856" y="427511"/>
                  <a:pt x="1015340" y="427511"/>
                </a:cubicBezTo>
                <a:lnTo>
                  <a:pt x="53438" y="427511"/>
                </a:lnTo>
                <a:cubicBezTo>
                  <a:pt x="23922" y="427511"/>
                  <a:pt x="0" y="403588"/>
                  <a:pt x="0" y="374072"/>
                </a:cubicBezTo>
                <a:lnTo>
                  <a:pt x="0" y="53438"/>
                </a:lnTo>
                <a:cubicBezTo>
                  <a:pt x="0" y="23922"/>
                  <a:pt x="23922" y="0"/>
                  <a:pt x="53438" y="0"/>
                </a:cubicBezTo>
                <a:lnTo>
                  <a:pt x="1015340" y="0"/>
                </a:lnTo>
                <a:cubicBezTo>
                  <a:pt x="1044856" y="0"/>
                  <a:pt x="1068779" y="23922"/>
                  <a:pt x="1068779" y="53438"/>
                </a:cubicBezTo>
                <a:lnTo>
                  <a:pt x="1068779" y="374072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18067" y="2369573"/>
            <a:ext cx="1068779" cy="427511"/>
          </a:xfrm>
          <a:custGeom>
            <a:avLst/>
            <a:gdLst/>
            <a:ahLst/>
            <a:cxnLst/>
            <a:rect l="0" t="0" r="0" b="0"/>
            <a:pathLst>
              <a:path w="1068779" h="427511">
                <a:moveTo>
                  <a:pt x="53438" y="0"/>
                </a:moveTo>
                <a:cubicBezTo>
                  <a:pt x="23925" y="0"/>
                  <a:pt x="0" y="23925"/>
                  <a:pt x="0" y="53438"/>
                </a:cubicBezTo>
                <a:moveTo>
                  <a:pt x="53438" y="0"/>
                </a:moveTo>
                <a:lnTo>
                  <a:pt x="1015340" y="0"/>
                </a:lnTo>
                <a:moveTo>
                  <a:pt x="1015340" y="0"/>
                </a:moveTo>
                <a:cubicBezTo>
                  <a:pt x="1044853" y="0"/>
                  <a:pt x="1068779" y="23925"/>
                  <a:pt x="1068779" y="53438"/>
                </a:cubicBezTo>
                <a:moveTo>
                  <a:pt x="1068779" y="374072"/>
                </a:moveTo>
                <a:lnTo>
                  <a:pt x="1068779" y="53438"/>
                </a:lnTo>
                <a:moveTo>
                  <a:pt x="0" y="374072"/>
                </a:moveTo>
                <a:lnTo>
                  <a:pt x="0" y="53438"/>
                </a:lnTo>
                <a:moveTo>
                  <a:pt x="0" y="374072"/>
                </a:moveTo>
                <a:cubicBezTo>
                  <a:pt x="0" y="403586"/>
                  <a:pt x="23925" y="427511"/>
                  <a:pt x="53438" y="427511"/>
                </a:cubicBezTo>
                <a:moveTo>
                  <a:pt x="1015340" y="427511"/>
                </a:moveTo>
                <a:lnTo>
                  <a:pt x="53438" y="427511"/>
                </a:lnTo>
                <a:moveTo>
                  <a:pt x="1015340" y="427511"/>
                </a:moveTo>
                <a:cubicBezTo>
                  <a:pt x="1044853" y="427511"/>
                  <a:pt x="1068779" y="403586"/>
                  <a:pt x="1068779" y="374072"/>
                </a:cubicBezTo>
              </a:path>
            </a:pathLst>
          </a:custGeom>
          <a:noFill/>
          <a:ln w="1335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27070" y="3865863"/>
            <a:ext cx="1496290" cy="427511"/>
          </a:xfrm>
          <a:custGeom>
            <a:avLst/>
            <a:gdLst/>
            <a:ahLst/>
            <a:cxnLst/>
            <a:rect l="0" t="0" r="0" b="0"/>
            <a:pathLst>
              <a:path w="1496290" h="427511">
                <a:moveTo>
                  <a:pt x="1496290" y="374072"/>
                </a:moveTo>
                <a:cubicBezTo>
                  <a:pt x="1496290" y="403588"/>
                  <a:pt x="1472368" y="427511"/>
                  <a:pt x="1442851" y="427511"/>
                </a:cubicBezTo>
                <a:lnTo>
                  <a:pt x="53438" y="427511"/>
                </a:lnTo>
                <a:cubicBezTo>
                  <a:pt x="23922" y="427511"/>
                  <a:pt x="0" y="403588"/>
                  <a:pt x="0" y="374072"/>
                </a:cubicBezTo>
                <a:lnTo>
                  <a:pt x="0" y="53438"/>
                </a:lnTo>
                <a:cubicBezTo>
                  <a:pt x="0" y="23922"/>
                  <a:pt x="23922" y="0"/>
                  <a:pt x="53438" y="0"/>
                </a:cubicBezTo>
                <a:lnTo>
                  <a:pt x="1442851" y="0"/>
                </a:lnTo>
                <a:cubicBezTo>
                  <a:pt x="1472368" y="0"/>
                  <a:pt x="1496290" y="23922"/>
                  <a:pt x="1496290" y="53438"/>
                </a:cubicBezTo>
                <a:lnTo>
                  <a:pt x="1496290" y="374072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27070" y="3865863"/>
            <a:ext cx="1496290" cy="427511"/>
          </a:xfrm>
          <a:custGeom>
            <a:avLst/>
            <a:gdLst/>
            <a:ahLst/>
            <a:cxnLst/>
            <a:rect l="0" t="0" r="0" b="0"/>
            <a:pathLst>
              <a:path w="1496290" h="427511">
                <a:moveTo>
                  <a:pt x="53438" y="0"/>
                </a:moveTo>
                <a:cubicBezTo>
                  <a:pt x="23925" y="0"/>
                  <a:pt x="0" y="23925"/>
                  <a:pt x="0" y="53438"/>
                </a:cubicBezTo>
                <a:moveTo>
                  <a:pt x="53438" y="0"/>
                </a:moveTo>
                <a:lnTo>
                  <a:pt x="1442851" y="0"/>
                </a:lnTo>
                <a:moveTo>
                  <a:pt x="1442851" y="0"/>
                </a:moveTo>
                <a:cubicBezTo>
                  <a:pt x="1472365" y="0"/>
                  <a:pt x="1496290" y="23925"/>
                  <a:pt x="1496290" y="53438"/>
                </a:cubicBezTo>
                <a:moveTo>
                  <a:pt x="1496290" y="374072"/>
                </a:moveTo>
                <a:lnTo>
                  <a:pt x="1496290" y="53438"/>
                </a:lnTo>
                <a:moveTo>
                  <a:pt x="0" y="374072"/>
                </a:moveTo>
                <a:lnTo>
                  <a:pt x="0" y="53438"/>
                </a:lnTo>
                <a:moveTo>
                  <a:pt x="0" y="374072"/>
                </a:moveTo>
                <a:cubicBezTo>
                  <a:pt x="0" y="403586"/>
                  <a:pt x="23925" y="427511"/>
                  <a:pt x="53438" y="427511"/>
                </a:cubicBezTo>
                <a:moveTo>
                  <a:pt x="1442851" y="427511"/>
                </a:moveTo>
                <a:lnTo>
                  <a:pt x="53438" y="427511"/>
                </a:lnTo>
                <a:moveTo>
                  <a:pt x="1442851" y="427511"/>
                </a:moveTo>
                <a:cubicBezTo>
                  <a:pt x="1472365" y="427511"/>
                  <a:pt x="1496290" y="403586"/>
                  <a:pt x="1496290" y="374072"/>
                </a:cubicBezTo>
              </a:path>
            </a:pathLst>
          </a:custGeom>
          <a:noFill/>
          <a:ln w="1335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5590556" y="2583328"/>
            <a:ext cx="454230" cy="374073"/>
            <a:chOff x="5130140" y="1549729"/>
            <a:chExt cx="454230" cy="374073"/>
          </a:xfrm>
        </p:grpSpPr>
        <p:sp>
          <p:nvSpPr>
            <p:cNvPr id="10" name="Rounded Rectangle 9"/>
            <p:cNvSpPr/>
            <p:nvPr/>
          </p:nvSpPr>
          <p:spPr>
            <a:xfrm>
              <a:off x="5130140" y="1576449"/>
              <a:ext cx="400792" cy="347353"/>
            </a:xfrm>
            <a:custGeom>
              <a:avLst/>
              <a:gdLst/>
              <a:ahLst/>
              <a:cxnLst/>
              <a:rect l="0" t="0" r="0" b="0"/>
              <a:pathLst>
                <a:path w="400792" h="347353">
                  <a:moveTo>
                    <a:pt x="0" y="347353"/>
                  </a:moveTo>
                  <a:lnTo>
                    <a:pt x="106877" y="347353"/>
                  </a:lnTo>
                  <a:cubicBezTo>
                    <a:pt x="165927" y="347353"/>
                    <a:pt x="213755" y="299525"/>
                    <a:pt x="213755" y="240475"/>
                  </a:cubicBezTo>
                  <a:lnTo>
                    <a:pt x="213755" y="106877"/>
                  </a:lnTo>
                  <a:cubicBezTo>
                    <a:pt x="213755" y="47827"/>
                    <a:pt x="261583" y="0"/>
                    <a:pt x="320633" y="0"/>
                  </a:cubicBezTo>
                  <a:lnTo>
                    <a:pt x="400792" y="0"/>
                  </a:lnTo>
                </a:path>
              </a:pathLst>
            </a:custGeom>
            <a:noFill/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530932" y="1549729"/>
              <a:ext cx="53438" cy="53438"/>
            </a:xfrm>
            <a:custGeom>
              <a:avLst/>
              <a:gdLst/>
              <a:ahLst/>
              <a:cxnLst/>
              <a:rect l="0" t="0" r="0" b="0"/>
              <a:pathLst>
                <a:path w="53438" h="53438">
                  <a:moveTo>
                    <a:pt x="0" y="26719"/>
                  </a:moveTo>
                  <a:cubicBezTo>
                    <a:pt x="0" y="41476"/>
                    <a:pt x="11962" y="53438"/>
                    <a:pt x="26719" y="53438"/>
                  </a:cubicBezTo>
                  <a:cubicBezTo>
                    <a:pt x="41476" y="53438"/>
                    <a:pt x="53438" y="41476"/>
                    <a:pt x="53438" y="26719"/>
                  </a:cubicBezTo>
                  <a:cubicBezTo>
                    <a:pt x="53438" y="11962"/>
                    <a:pt x="41476" y="0"/>
                    <a:pt x="26719" y="0"/>
                  </a:cubicBezTo>
                  <a:cubicBezTo>
                    <a:pt x="11962" y="0"/>
                    <a:pt x="0" y="11962"/>
                    <a:pt x="0" y="26719"/>
                  </a:cubicBezTo>
                  <a:close/>
                </a:path>
              </a:pathLst>
            </a:custGeom>
            <a:solidFill>
              <a:srgbClr val="FFFFFF"/>
            </a:solidFill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124945" y="2797084"/>
            <a:ext cx="120238" cy="227115"/>
            <a:chOff x="5664529" y="1763485"/>
            <a:chExt cx="120238" cy="227115"/>
          </a:xfrm>
        </p:grpSpPr>
        <p:sp>
          <p:nvSpPr>
            <p:cNvPr id="13" name="Rounded Rectangle 12"/>
            <p:cNvSpPr/>
            <p:nvPr/>
          </p:nvSpPr>
          <p:spPr>
            <a:xfrm>
              <a:off x="5664529" y="1763485"/>
              <a:ext cx="106877" cy="213755"/>
            </a:xfrm>
            <a:custGeom>
              <a:avLst/>
              <a:gdLst/>
              <a:ahLst/>
              <a:cxnLst/>
              <a:rect l="0" t="0" r="0" b="0"/>
              <a:pathLst>
                <a:path w="106877" h="213755">
                  <a:moveTo>
                    <a:pt x="0" y="0"/>
                  </a:moveTo>
                  <a:lnTo>
                    <a:pt x="0" y="106877"/>
                  </a:lnTo>
                  <a:cubicBezTo>
                    <a:pt x="0" y="165904"/>
                    <a:pt x="47850" y="213755"/>
                    <a:pt x="106877" y="213755"/>
                  </a:cubicBezTo>
                  <a:lnTo>
                    <a:pt x="106877" y="213755"/>
                  </a:lnTo>
                </a:path>
              </a:pathLst>
            </a:custGeom>
            <a:noFill/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758048" y="1963881"/>
              <a:ext cx="26719" cy="26719"/>
            </a:xfrm>
            <a:custGeom>
              <a:avLst/>
              <a:gdLst/>
              <a:ahLst/>
              <a:cxnLst/>
              <a:rect l="0" t="0" r="0" b="0"/>
              <a:pathLst>
                <a:path w="26719" h="26719">
                  <a:moveTo>
                    <a:pt x="0" y="13359"/>
                  </a:moveTo>
                  <a:cubicBezTo>
                    <a:pt x="0" y="20738"/>
                    <a:pt x="5981" y="26719"/>
                    <a:pt x="13359" y="26719"/>
                  </a:cubicBezTo>
                  <a:cubicBezTo>
                    <a:pt x="20738" y="26719"/>
                    <a:pt x="26719" y="20738"/>
                    <a:pt x="26719" y="13359"/>
                  </a:cubicBezTo>
                  <a:cubicBezTo>
                    <a:pt x="26719" y="5981"/>
                    <a:pt x="20738" y="0"/>
                    <a:pt x="13359" y="0"/>
                  </a:cubicBezTo>
                  <a:cubicBezTo>
                    <a:pt x="5981" y="0"/>
                    <a:pt x="0" y="5981"/>
                    <a:pt x="0" y="13359"/>
                  </a:cubicBezTo>
                  <a:close/>
                </a:path>
              </a:pathLst>
            </a:custGeom>
            <a:solidFill>
              <a:srgbClr val="484848"/>
            </a:solidFill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548496" y="3625388"/>
            <a:ext cx="53438" cy="267194"/>
            <a:chOff x="4088080" y="2591789"/>
            <a:chExt cx="53438" cy="267194"/>
          </a:xfrm>
        </p:grpSpPr>
        <p:sp>
          <p:nvSpPr>
            <p:cNvPr id="16" name="Rounded Rectangle 15"/>
            <p:cNvSpPr/>
            <p:nvPr/>
          </p:nvSpPr>
          <p:spPr>
            <a:xfrm>
              <a:off x="4114800" y="2591789"/>
              <a:ext cx="8906" cy="213755"/>
            </a:xfrm>
            <a:custGeom>
              <a:avLst/>
              <a:gdLst/>
              <a:ahLst/>
              <a:cxnLst/>
              <a:rect l="0" t="0" r="0" b="0"/>
              <a:pathLst>
                <a:path w="8906" h="213755">
                  <a:moveTo>
                    <a:pt x="0" y="0"/>
                  </a:moveTo>
                  <a:lnTo>
                    <a:pt x="0" y="213755"/>
                  </a:lnTo>
                </a:path>
              </a:pathLst>
            </a:custGeom>
            <a:noFill/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088080" y="2805545"/>
              <a:ext cx="53438" cy="53438"/>
            </a:xfrm>
            <a:custGeom>
              <a:avLst/>
              <a:gdLst/>
              <a:ahLst/>
              <a:cxnLst/>
              <a:rect l="0" t="0" r="0" b="0"/>
              <a:pathLst>
                <a:path w="53438" h="53438">
                  <a:moveTo>
                    <a:pt x="0" y="26719"/>
                  </a:moveTo>
                  <a:cubicBezTo>
                    <a:pt x="0" y="41476"/>
                    <a:pt x="11962" y="53438"/>
                    <a:pt x="26719" y="53438"/>
                  </a:cubicBezTo>
                  <a:cubicBezTo>
                    <a:pt x="41476" y="53438"/>
                    <a:pt x="53438" y="41476"/>
                    <a:pt x="53438" y="26719"/>
                  </a:cubicBezTo>
                  <a:cubicBezTo>
                    <a:pt x="53438" y="11962"/>
                    <a:pt x="41476" y="0"/>
                    <a:pt x="26719" y="0"/>
                  </a:cubicBezTo>
                  <a:cubicBezTo>
                    <a:pt x="11962" y="0"/>
                    <a:pt x="0" y="11962"/>
                    <a:pt x="0" y="26719"/>
                  </a:cubicBezTo>
                  <a:close/>
                </a:path>
              </a:pathLst>
            </a:custGeom>
            <a:solidFill>
              <a:srgbClr val="FFFFFF"/>
            </a:solidFill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933948" y="4293375"/>
            <a:ext cx="120237" cy="868383"/>
            <a:chOff x="3473532" y="3259776"/>
            <a:chExt cx="120237" cy="868383"/>
          </a:xfrm>
        </p:grpSpPr>
        <p:sp>
          <p:nvSpPr>
            <p:cNvPr id="19" name="Rounded Rectangle 18"/>
            <p:cNvSpPr/>
            <p:nvPr/>
          </p:nvSpPr>
          <p:spPr>
            <a:xfrm>
              <a:off x="3473532" y="3259776"/>
              <a:ext cx="106877" cy="855023"/>
            </a:xfrm>
            <a:custGeom>
              <a:avLst/>
              <a:gdLst/>
              <a:ahLst/>
              <a:cxnLst/>
              <a:rect l="0" t="0" r="0" b="0"/>
              <a:pathLst>
                <a:path w="106877" h="855023">
                  <a:moveTo>
                    <a:pt x="0" y="0"/>
                  </a:moveTo>
                  <a:lnTo>
                    <a:pt x="0" y="748145"/>
                  </a:lnTo>
                  <a:cubicBezTo>
                    <a:pt x="0" y="807172"/>
                    <a:pt x="47850" y="855023"/>
                    <a:pt x="106877" y="855023"/>
                  </a:cubicBezTo>
                  <a:lnTo>
                    <a:pt x="106877" y="855023"/>
                  </a:lnTo>
                  <a:moveTo>
                    <a:pt x="106877" y="213755"/>
                  </a:moveTo>
                  <a:lnTo>
                    <a:pt x="0" y="213755"/>
                  </a:lnTo>
                  <a:moveTo>
                    <a:pt x="106877" y="534389"/>
                  </a:moveTo>
                  <a:lnTo>
                    <a:pt x="0" y="534389"/>
                  </a:lnTo>
                </a:path>
              </a:pathLst>
            </a:custGeom>
            <a:noFill/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567050" y="4101440"/>
              <a:ext cx="26719" cy="26719"/>
            </a:xfrm>
            <a:custGeom>
              <a:avLst/>
              <a:gdLst/>
              <a:ahLst/>
              <a:cxnLst/>
              <a:rect l="0" t="0" r="0" b="0"/>
              <a:pathLst>
                <a:path w="26719" h="26719">
                  <a:moveTo>
                    <a:pt x="0" y="13359"/>
                  </a:moveTo>
                  <a:cubicBezTo>
                    <a:pt x="0" y="20738"/>
                    <a:pt x="5981" y="26719"/>
                    <a:pt x="13359" y="26719"/>
                  </a:cubicBezTo>
                  <a:cubicBezTo>
                    <a:pt x="20738" y="26719"/>
                    <a:pt x="26719" y="20738"/>
                    <a:pt x="26719" y="13359"/>
                  </a:cubicBezTo>
                  <a:cubicBezTo>
                    <a:pt x="26719" y="5981"/>
                    <a:pt x="20738" y="0"/>
                    <a:pt x="13359" y="0"/>
                  </a:cubicBezTo>
                  <a:cubicBezTo>
                    <a:pt x="5981" y="0"/>
                    <a:pt x="0" y="5981"/>
                    <a:pt x="0" y="13359"/>
                  </a:cubicBezTo>
                  <a:close/>
                </a:path>
              </a:pathLst>
            </a:custGeom>
            <a:solidFill>
              <a:srgbClr val="484848"/>
            </a:solidFill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567050" y="3460172"/>
              <a:ext cx="26719" cy="26719"/>
            </a:xfrm>
            <a:custGeom>
              <a:avLst/>
              <a:gdLst/>
              <a:ahLst/>
              <a:cxnLst/>
              <a:rect l="0" t="0" r="0" b="0"/>
              <a:pathLst>
                <a:path w="26719" h="26719">
                  <a:moveTo>
                    <a:pt x="0" y="13359"/>
                  </a:moveTo>
                  <a:cubicBezTo>
                    <a:pt x="0" y="20738"/>
                    <a:pt x="5981" y="26719"/>
                    <a:pt x="13359" y="26719"/>
                  </a:cubicBezTo>
                  <a:cubicBezTo>
                    <a:pt x="20738" y="26719"/>
                    <a:pt x="26719" y="20738"/>
                    <a:pt x="26719" y="13359"/>
                  </a:cubicBezTo>
                  <a:cubicBezTo>
                    <a:pt x="26719" y="5981"/>
                    <a:pt x="20738" y="0"/>
                    <a:pt x="13359" y="0"/>
                  </a:cubicBezTo>
                  <a:cubicBezTo>
                    <a:pt x="5981" y="0"/>
                    <a:pt x="0" y="5981"/>
                    <a:pt x="0" y="13359"/>
                  </a:cubicBezTo>
                  <a:close/>
                </a:path>
              </a:pathLst>
            </a:custGeom>
            <a:solidFill>
              <a:srgbClr val="484848"/>
            </a:solidFill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567050" y="3780806"/>
              <a:ext cx="26719" cy="26719"/>
            </a:xfrm>
            <a:custGeom>
              <a:avLst/>
              <a:gdLst/>
              <a:ahLst/>
              <a:cxnLst/>
              <a:rect l="0" t="0" r="0" b="0"/>
              <a:pathLst>
                <a:path w="26719" h="26719">
                  <a:moveTo>
                    <a:pt x="0" y="13359"/>
                  </a:moveTo>
                  <a:cubicBezTo>
                    <a:pt x="0" y="20738"/>
                    <a:pt x="5981" y="26719"/>
                    <a:pt x="13359" y="26719"/>
                  </a:cubicBezTo>
                  <a:cubicBezTo>
                    <a:pt x="20738" y="26719"/>
                    <a:pt x="26719" y="20738"/>
                    <a:pt x="26719" y="13359"/>
                  </a:cubicBezTo>
                  <a:cubicBezTo>
                    <a:pt x="26719" y="5981"/>
                    <a:pt x="20738" y="0"/>
                    <a:pt x="13359" y="0"/>
                  </a:cubicBezTo>
                  <a:cubicBezTo>
                    <a:pt x="5981" y="0"/>
                    <a:pt x="0" y="5981"/>
                    <a:pt x="0" y="13359"/>
                  </a:cubicBezTo>
                  <a:close/>
                </a:path>
              </a:pathLst>
            </a:custGeom>
            <a:solidFill>
              <a:srgbClr val="484848"/>
            </a:solidFill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105644" y="2423011"/>
            <a:ext cx="454231" cy="534390"/>
            <a:chOff x="2645228" y="1389412"/>
            <a:chExt cx="454231" cy="534390"/>
          </a:xfrm>
        </p:grpSpPr>
        <p:sp>
          <p:nvSpPr>
            <p:cNvPr id="24" name="Rounded Rectangle 23"/>
            <p:cNvSpPr/>
            <p:nvPr/>
          </p:nvSpPr>
          <p:spPr>
            <a:xfrm>
              <a:off x="2698667" y="1416132"/>
              <a:ext cx="400792" cy="507670"/>
            </a:xfrm>
            <a:custGeom>
              <a:avLst/>
              <a:gdLst/>
              <a:ahLst/>
              <a:cxnLst/>
              <a:rect l="0" t="0" r="0" b="0"/>
              <a:pathLst>
                <a:path w="400792" h="507670">
                  <a:moveTo>
                    <a:pt x="400792" y="507670"/>
                  </a:moveTo>
                  <a:lnTo>
                    <a:pt x="293914" y="507670"/>
                  </a:lnTo>
                  <a:cubicBezTo>
                    <a:pt x="234864" y="507670"/>
                    <a:pt x="187036" y="459842"/>
                    <a:pt x="187036" y="400792"/>
                  </a:cubicBezTo>
                  <a:lnTo>
                    <a:pt x="187036" y="106877"/>
                  </a:lnTo>
                  <a:cubicBezTo>
                    <a:pt x="187036" y="47827"/>
                    <a:pt x="139208" y="0"/>
                    <a:pt x="80158" y="0"/>
                  </a:cubicBezTo>
                  <a:lnTo>
                    <a:pt x="0" y="0"/>
                  </a:lnTo>
                </a:path>
              </a:pathLst>
            </a:custGeom>
            <a:noFill/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645228" y="1389412"/>
              <a:ext cx="53438" cy="53438"/>
            </a:xfrm>
            <a:custGeom>
              <a:avLst/>
              <a:gdLst/>
              <a:ahLst/>
              <a:cxnLst/>
              <a:rect l="0" t="0" r="0" b="0"/>
              <a:pathLst>
                <a:path w="53438" h="53438">
                  <a:moveTo>
                    <a:pt x="0" y="26719"/>
                  </a:moveTo>
                  <a:cubicBezTo>
                    <a:pt x="0" y="41476"/>
                    <a:pt x="11962" y="53438"/>
                    <a:pt x="26719" y="53438"/>
                  </a:cubicBezTo>
                  <a:cubicBezTo>
                    <a:pt x="41476" y="53438"/>
                    <a:pt x="53438" y="41476"/>
                    <a:pt x="53438" y="26719"/>
                  </a:cubicBezTo>
                  <a:cubicBezTo>
                    <a:pt x="53438" y="11962"/>
                    <a:pt x="41476" y="0"/>
                    <a:pt x="26719" y="0"/>
                  </a:cubicBezTo>
                  <a:cubicBezTo>
                    <a:pt x="11962" y="0"/>
                    <a:pt x="0" y="11962"/>
                    <a:pt x="0" y="26719"/>
                  </a:cubicBezTo>
                  <a:close/>
                </a:path>
              </a:pathLst>
            </a:custGeom>
            <a:solidFill>
              <a:srgbClr val="FFFFFF"/>
            </a:solidFill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905248" y="2636767"/>
            <a:ext cx="120237" cy="547749"/>
            <a:chOff x="2444832" y="1603168"/>
            <a:chExt cx="120237" cy="547749"/>
          </a:xfrm>
        </p:grpSpPr>
        <p:sp>
          <p:nvSpPr>
            <p:cNvPr id="27" name="Rounded Rectangle 26"/>
            <p:cNvSpPr/>
            <p:nvPr/>
          </p:nvSpPr>
          <p:spPr>
            <a:xfrm>
              <a:off x="2458192" y="1603168"/>
              <a:ext cx="106877" cy="534389"/>
            </a:xfrm>
            <a:custGeom>
              <a:avLst/>
              <a:gdLst/>
              <a:ahLst/>
              <a:cxnLst/>
              <a:rect l="0" t="0" r="0" b="0"/>
              <a:pathLst>
                <a:path w="106877" h="534389">
                  <a:moveTo>
                    <a:pt x="106877" y="0"/>
                  </a:moveTo>
                  <a:lnTo>
                    <a:pt x="106877" y="427511"/>
                  </a:lnTo>
                  <a:cubicBezTo>
                    <a:pt x="106877" y="486538"/>
                    <a:pt x="59027" y="534389"/>
                    <a:pt x="0" y="534389"/>
                  </a:cubicBezTo>
                  <a:lnTo>
                    <a:pt x="0" y="534389"/>
                  </a:lnTo>
                  <a:moveTo>
                    <a:pt x="0" y="213755"/>
                  </a:moveTo>
                  <a:lnTo>
                    <a:pt x="106877" y="213755"/>
                  </a:lnTo>
                </a:path>
              </a:pathLst>
            </a:custGeom>
            <a:noFill/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444832" y="2124198"/>
              <a:ext cx="26719" cy="26719"/>
            </a:xfrm>
            <a:custGeom>
              <a:avLst/>
              <a:gdLst/>
              <a:ahLst/>
              <a:cxnLst/>
              <a:rect l="0" t="0" r="0" b="0"/>
              <a:pathLst>
                <a:path w="26719" h="26719">
                  <a:moveTo>
                    <a:pt x="0" y="13359"/>
                  </a:moveTo>
                  <a:cubicBezTo>
                    <a:pt x="0" y="20738"/>
                    <a:pt x="5981" y="26719"/>
                    <a:pt x="13359" y="26719"/>
                  </a:cubicBezTo>
                  <a:cubicBezTo>
                    <a:pt x="20738" y="26719"/>
                    <a:pt x="26719" y="20738"/>
                    <a:pt x="26719" y="13359"/>
                  </a:cubicBezTo>
                  <a:cubicBezTo>
                    <a:pt x="26719" y="5981"/>
                    <a:pt x="20738" y="0"/>
                    <a:pt x="13359" y="0"/>
                  </a:cubicBezTo>
                  <a:cubicBezTo>
                    <a:pt x="5981" y="0"/>
                    <a:pt x="0" y="5981"/>
                    <a:pt x="0" y="13359"/>
                  </a:cubicBezTo>
                  <a:close/>
                </a:path>
              </a:pathLst>
            </a:custGeom>
            <a:solidFill>
              <a:srgbClr val="484848"/>
            </a:solidFill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444832" y="1803564"/>
              <a:ext cx="26719" cy="26719"/>
            </a:xfrm>
            <a:custGeom>
              <a:avLst/>
              <a:gdLst/>
              <a:ahLst/>
              <a:cxnLst/>
              <a:rect l="0" t="0" r="0" b="0"/>
              <a:pathLst>
                <a:path w="26719" h="26719">
                  <a:moveTo>
                    <a:pt x="0" y="13359"/>
                  </a:moveTo>
                  <a:cubicBezTo>
                    <a:pt x="0" y="20738"/>
                    <a:pt x="5981" y="26719"/>
                    <a:pt x="13359" y="26719"/>
                  </a:cubicBezTo>
                  <a:cubicBezTo>
                    <a:pt x="20738" y="26719"/>
                    <a:pt x="26719" y="20738"/>
                    <a:pt x="26719" y="13359"/>
                  </a:cubicBezTo>
                  <a:cubicBezTo>
                    <a:pt x="26719" y="5981"/>
                    <a:pt x="20738" y="0"/>
                    <a:pt x="13359" y="0"/>
                  </a:cubicBezTo>
                  <a:cubicBezTo>
                    <a:pt x="5981" y="0"/>
                    <a:pt x="0" y="5981"/>
                    <a:pt x="0" y="13359"/>
                  </a:cubicBezTo>
                  <a:close/>
                </a:path>
              </a:pathLst>
            </a:custGeom>
            <a:solidFill>
              <a:srgbClr val="484848"/>
            </a:solidFill>
            <a:ln w="1335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4308021" y="2450007"/>
            <a:ext cx="534389" cy="640991"/>
          </a:xfrm>
          <a:custGeom>
            <a:avLst/>
            <a:gdLst/>
            <a:ahLst/>
            <a:cxnLst/>
            <a:rect l="0" t="0" r="0" b="0"/>
            <a:pathLst>
              <a:path w="534389" h="640991">
                <a:moveTo>
                  <a:pt x="123711" y="306997"/>
                </a:moveTo>
                <a:lnTo>
                  <a:pt x="400792" y="306997"/>
                </a:lnTo>
                <a:cubicBezTo>
                  <a:pt x="460955" y="300763"/>
                  <a:pt x="506904" y="250450"/>
                  <a:pt x="507670" y="189966"/>
                </a:cubicBezTo>
                <a:cubicBezTo>
                  <a:pt x="507616" y="158455"/>
                  <a:pt x="494675" y="128342"/>
                  <a:pt x="471866" y="106601"/>
                </a:cubicBezTo>
                <a:cubicBezTo>
                  <a:pt x="452975" y="88423"/>
                  <a:pt x="428687" y="76889"/>
                  <a:pt x="402662" y="73736"/>
                </a:cubicBezTo>
                <a:cubicBezTo>
                  <a:pt x="400801" y="73442"/>
                  <a:pt x="399153" y="72374"/>
                  <a:pt x="398120" y="70797"/>
                </a:cubicBezTo>
                <a:cubicBezTo>
                  <a:pt x="368149" y="26461"/>
                  <a:pt x="318033" y="0"/>
                  <a:pt x="264522" y="258"/>
                </a:cubicBezTo>
                <a:cubicBezTo>
                  <a:pt x="194357" y="44"/>
                  <a:pt x="132492" y="46215"/>
                  <a:pt x="112756" y="113548"/>
                </a:cubicBezTo>
                <a:cubicBezTo>
                  <a:pt x="111927" y="116176"/>
                  <a:pt x="109621" y="118064"/>
                  <a:pt x="106877" y="118358"/>
                </a:cubicBezTo>
                <a:cubicBezTo>
                  <a:pt x="88610" y="120593"/>
                  <a:pt x="71367" y="128013"/>
                  <a:pt x="57179" y="139733"/>
                </a:cubicBezTo>
                <a:cubicBezTo>
                  <a:pt x="34940" y="157689"/>
                  <a:pt x="22221" y="184898"/>
                  <a:pt x="22711" y="213479"/>
                </a:cubicBezTo>
                <a:cubicBezTo>
                  <a:pt x="22186" y="238132"/>
                  <a:pt x="31849" y="261913"/>
                  <a:pt x="49431" y="279209"/>
                </a:cubicBezTo>
                <a:cubicBezTo>
                  <a:pt x="70094" y="297013"/>
                  <a:pt x="96430" y="306864"/>
                  <a:pt x="123711" y="306997"/>
                </a:cubicBezTo>
                <a:moveTo>
                  <a:pt x="91113" y="181149"/>
                </a:moveTo>
                <a:cubicBezTo>
                  <a:pt x="99191" y="174567"/>
                  <a:pt x="109291" y="170977"/>
                  <a:pt x="119703" y="170995"/>
                </a:cubicBezTo>
                <a:cubicBezTo>
                  <a:pt x="122811" y="170728"/>
                  <a:pt x="125946" y="170728"/>
                  <a:pt x="129055" y="170995"/>
                </a:cubicBezTo>
                <a:cubicBezTo>
                  <a:pt x="136358" y="172296"/>
                  <a:pt x="143875" y="170505"/>
                  <a:pt x="149807" y="166043"/>
                </a:cubicBezTo>
                <a:cubicBezTo>
                  <a:pt x="155730" y="161581"/>
                  <a:pt x="159542" y="154857"/>
                  <a:pt x="160316" y="147482"/>
                </a:cubicBezTo>
                <a:cubicBezTo>
                  <a:pt x="164832" y="93197"/>
                  <a:pt x="210870" y="51844"/>
                  <a:pt x="265324" y="53162"/>
                </a:cubicBezTo>
                <a:cubicBezTo>
                  <a:pt x="305145" y="53278"/>
                  <a:pt x="341590" y="75518"/>
                  <a:pt x="359911" y="110876"/>
                </a:cubicBezTo>
                <a:cubicBezTo>
                  <a:pt x="364533" y="120317"/>
                  <a:pt x="374259" y="126169"/>
                  <a:pt x="384760" y="125839"/>
                </a:cubicBezTo>
                <a:cubicBezTo>
                  <a:pt x="403268" y="124993"/>
                  <a:pt x="421321" y="131753"/>
                  <a:pt x="434725" y="144543"/>
                </a:cubicBezTo>
                <a:cubicBezTo>
                  <a:pt x="447177" y="156264"/>
                  <a:pt x="454231" y="172598"/>
                  <a:pt x="454231" y="189699"/>
                </a:cubicBezTo>
                <a:cubicBezTo>
                  <a:pt x="453073" y="222867"/>
                  <a:pt x="427654" y="250112"/>
                  <a:pt x="394646" y="253558"/>
                </a:cubicBezTo>
                <a:lnTo>
                  <a:pt x="124245" y="253558"/>
                </a:lnTo>
                <a:cubicBezTo>
                  <a:pt x="110360" y="253131"/>
                  <a:pt x="96929" y="248473"/>
                  <a:pt x="85769" y="240199"/>
                </a:cubicBezTo>
                <a:cubicBezTo>
                  <a:pt x="79178" y="232904"/>
                  <a:pt x="75723" y="223303"/>
                  <a:pt x="76150" y="213479"/>
                </a:cubicBezTo>
                <a:cubicBezTo>
                  <a:pt x="75723" y="200939"/>
                  <a:pt x="81280" y="188942"/>
                  <a:pt x="91113" y="181149"/>
                </a:cubicBezTo>
                <a:moveTo>
                  <a:pt x="507670" y="507394"/>
                </a:moveTo>
                <a:lnTo>
                  <a:pt x="26719" y="507394"/>
                </a:lnTo>
                <a:cubicBezTo>
                  <a:pt x="11961" y="507394"/>
                  <a:pt x="0" y="519355"/>
                  <a:pt x="0" y="534113"/>
                </a:cubicBezTo>
                <a:lnTo>
                  <a:pt x="0" y="614271"/>
                </a:lnTo>
                <a:cubicBezTo>
                  <a:pt x="0" y="629030"/>
                  <a:pt x="11961" y="640991"/>
                  <a:pt x="26719" y="640991"/>
                </a:cubicBezTo>
                <a:lnTo>
                  <a:pt x="507670" y="640991"/>
                </a:lnTo>
                <a:cubicBezTo>
                  <a:pt x="522428" y="640991"/>
                  <a:pt x="534389" y="629030"/>
                  <a:pt x="534389" y="614271"/>
                </a:cubicBezTo>
                <a:lnTo>
                  <a:pt x="534389" y="534113"/>
                </a:lnTo>
                <a:cubicBezTo>
                  <a:pt x="534389" y="519355"/>
                  <a:pt x="522428" y="507394"/>
                  <a:pt x="507670" y="507394"/>
                </a:cubicBezTo>
                <a:moveTo>
                  <a:pt x="99663" y="600912"/>
                </a:moveTo>
                <a:cubicBezTo>
                  <a:pt x="84905" y="600912"/>
                  <a:pt x="72944" y="588950"/>
                  <a:pt x="72944" y="574192"/>
                </a:cubicBezTo>
                <a:cubicBezTo>
                  <a:pt x="72944" y="559434"/>
                  <a:pt x="84905" y="547473"/>
                  <a:pt x="99663" y="547473"/>
                </a:cubicBezTo>
                <a:cubicBezTo>
                  <a:pt x="114421" y="547473"/>
                  <a:pt x="126383" y="559434"/>
                  <a:pt x="126383" y="574192"/>
                </a:cubicBezTo>
                <a:cubicBezTo>
                  <a:pt x="126383" y="588950"/>
                  <a:pt x="114421" y="600912"/>
                  <a:pt x="99663" y="600912"/>
                </a:cubicBezTo>
                <a:moveTo>
                  <a:pt x="206541" y="600912"/>
                </a:moveTo>
                <a:cubicBezTo>
                  <a:pt x="191783" y="600912"/>
                  <a:pt x="179822" y="588950"/>
                  <a:pt x="179822" y="574192"/>
                </a:cubicBezTo>
                <a:cubicBezTo>
                  <a:pt x="179822" y="559434"/>
                  <a:pt x="191783" y="547473"/>
                  <a:pt x="206541" y="547473"/>
                </a:cubicBezTo>
                <a:cubicBezTo>
                  <a:pt x="221299" y="547473"/>
                  <a:pt x="233261" y="559434"/>
                  <a:pt x="233261" y="574192"/>
                </a:cubicBezTo>
                <a:cubicBezTo>
                  <a:pt x="233261" y="588745"/>
                  <a:pt x="221620" y="600618"/>
                  <a:pt x="207075" y="600912"/>
                </a:cubicBezTo>
                <a:lnTo>
                  <a:pt x="206541" y="600912"/>
                </a:lnTo>
                <a:moveTo>
                  <a:pt x="507670" y="347077"/>
                </a:moveTo>
                <a:lnTo>
                  <a:pt x="26719" y="347077"/>
                </a:lnTo>
                <a:cubicBezTo>
                  <a:pt x="11961" y="347077"/>
                  <a:pt x="0" y="359038"/>
                  <a:pt x="0" y="373796"/>
                </a:cubicBezTo>
                <a:lnTo>
                  <a:pt x="0" y="453955"/>
                </a:lnTo>
                <a:cubicBezTo>
                  <a:pt x="0" y="468713"/>
                  <a:pt x="11961" y="480674"/>
                  <a:pt x="26719" y="480674"/>
                </a:cubicBezTo>
                <a:lnTo>
                  <a:pt x="507670" y="480674"/>
                </a:lnTo>
                <a:cubicBezTo>
                  <a:pt x="522428" y="480674"/>
                  <a:pt x="534389" y="468713"/>
                  <a:pt x="534389" y="453955"/>
                </a:cubicBezTo>
                <a:lnTo>
                  <a:pt x="534389" y="373796"/>
                </a:lnTo>
                <a:cubicBezTo>
                  <a:pt x="534389" y="359038"/>
                  <a:pt x="522428" y="347077"/>
                  <a:pt x="507670" y="347077"/>
                </a:cubicBezTo>
                <a:moveTo>
                  <a:pt x="99663" y="440595"/>
                </a:moveTo>
                <a:cubicBezTo>
                  <a:pt x="84905" y="440595"/>
                  <a:pt x="72944" y="428633"/>
                  <a:pt x="72944" y="413875"/>
                </a:cubicBezTo>
                <a:cubicBezTo>
                  <a:pt x="72944" y="399117"/>
                  <a:pt x="84905" y="387156"/>
                  <a:pt x="99663" y="387156"/>
                </a:cubicBezTo>
                <a:cubicBezTo>
                  <a:pt x="114421" y="387156"/>
                  <a:pt x="126383" y="399117"/>
                  <a:pt x="126383" y="413875"/>
                </a:cubicBezTo>
                <a:cubicBezTo>
                  <a:pt x="126383" y="428633"/>
                  <a:pt x="114421" y="440595"/>
                  <a:pt x="99663" y="440595"/>
                </a:cubicBezTo>
                <a:moveTo>
                  <a:pt x="206541" y="440595"/>
                </a:moveTo>
                <a:cubicBezTo>
                  <a:pt x="191783" y="440595"/>
                  <a:pt x="179822" y="428633"/>
                  <a:pt x="179822" y="413875"/>
                </a:cubicBezTo>
                <a:cubicBezTo>
                  <a:pt x="179822" y="399117"/>
                  <a:pt x="191783" y="387156"/>
                  <a:pt x="206541" y="387156"/>
                </a:cubicBezTo>
                <a:cubicBezTo>
                  <a:pt x="221299" y="387156"/>
                  <a:pt x="233261" y="399117"/>
                  <a:pt x="233261" y="413875"/>
                </a:cubicBezTo>
                <a:cubicBezTo>
                  <a:pt x="233261" y="428429"/>
                  <a:pt x="221620" y="440301"/>
                  <a:pt x="207075" y="440595"/>
                </a:cubicBezTo>
                <a:lnTo>
                  <a:pt x="206541" y="440595"/>
                </a:ln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947530" y="3946022"/>
            <a:ext cx="239807" cy="267194"/>
          </a:xfrm>
          <a:custGeom>
            <a:avLst/>
            <a:gdLst/>
            <a:ahLst/>
            <a:cxnLst/>
            <a:rect l="0" t="0" r="0" b="0"/>
            <a:pathLst>
              <a:path w="239807" h="267194">
                <a:moveTo>
                  <a:pt x="77370" y="235131"/>
                </a:moveTo>
                <a:cubicBezTo>
                  <a:pt x="78403" y="235175"/>
                  <a:pt x="79383" y="234668"/>
                  <a:pt x="79935" y="233795"/>
                </a:cubicBezTo>
                <a:cubicBezTo>
                  <a:pt x="80434" y="232931"/>
                  <a:pt x="80434" y="231871"/>
                  <a:pt x="79935" y="231016"/>
                </a:cubicBezTo>
                <a:cubicBezTo>
                  <a:pt x="75233" y="220462"/>
                  <a:pt x="72481" y="209142"/>
                  <a:pt x="71804" y="197617"/>
                </a:cubicBezTo>
                <a:cubicBezTo>
                  <a:pt x="71768" y="196272"/>
                  <a:pt x="70788" y="195150"/>
                  <a:pt x="69470" y="194945"/>
                </a:cubicBezTo>
                <a:cubicBezTo>
                  <a:pt x="46144" y="192647"/>
                  <a:pt x="23798" y="184408"/>
                  <a:pt x="4569" y="171004"/>
                </a:cubicBezTo>
                <a:cubicBezTo>
                  <a:pt x="3678" y="170461"/>
                  <a:pt x="2556" y="170461"/>
                  <a:pt x="1665" y="171004"/>
                </a:cubicBezTo>
                <a:cubicBezTo>
                  <a:pt x="650" y="171450"/>
                  <a:pt x="0" y="172456"/>
                  <a:pt x="0" y="173560"/>
                </a:cubicBezTo>
                <a:lnTo>
                  <a:pt x="0" y="192380"/>
                </a:lnTo>
                <a:cubicBezTo>
                  <a:pt x="222" y="212972"/>
                  <a:pt x="32954" y="230125"/>
                  <a:pt x="77370" y="235131"/>
                </a:cubicBezTo>
                <a:moveTo>
                  <a:pt x="222" y="143171"/>
                </a:moveTo>
                <a:cubicBezTo>
                  <a:pt x="222" y="162205"/>
                  <a:pt x="29061" y="178468"/>
                  <a:pt x="69247" y="184587"/>
                </a:cubicBezTo>
                <a:cubicBezTo>
                  <a:pt x="69924" y="184863"/>
                  <a:pt x="70681" y="184863"/>
                  <a:pt x="71367" y="184587"/>
                </a:cubicBezTo>
                <a:cubicBezTo>
                  <a:pt x="72000" y="184159"/>
                  <a:pt x="72409" y="183464"/>
                  <a:pt x="72481" y="182698"/>
                </a:cubicBezTo>
                <a:cubicBezTo>
                  <a:pt x="73674" y="171966"/>
                  <a:pt x="76729" y="161537"/>
                  <a:pt x="81494" y="151855"/>
                </a:cubicBezTo>
                <a:cubicBezTo>
                  <a:pt x="81877" y="151045"/>
                  <a:pt x="81877" y="150110"/>
                  <a:pt x="81494" y="149299"/>
                </a:cubicBezTo>
                <a:cubicBezTo>
                  <a:pt x="81049" y="148506"/>
                  <a:pt x="80274" y="147972"/>
                  <a:pt x="79383" y="147847"/>
                </a:cubicBezTo>
                <a:cubicBezTo>
                  <a:pt x="52673" y="146324"/>
                  <a:pt x="26879" y="137551"/>
                  <a:pt x="4791" y="122464"/>
                </a:cubicBezTo>
                <a:cubicBezTo>
                  <a:pt x="3918" y="121867"/>
                  <a:pt x="2761" y="121867"/>
                  <a:pt x="1897" y="122464"/>
                </a:cubicBezTo>
                <a:cubicBezTo>
                  <a:pt x="872" y="122909"/>
                  <a:pt x="222" y="123916"/>
                  <a:pt x="222" y="125020"/>
                </a:cubicBezTo>
                <a:lnTo>
                  <a:pt x="222" y="143171"/>
                </a:lnTo>
                <a:moveTo>
                  <a:pt x="104873" y="99200"/>
                </a:moveTo>
                <a:cubicBezTo>
                  <a:pt x="66237" y="99200"/>
                  <a:pt x="26158" y="89955"/>
                  <a:pt x="4675" y="72703"/>
                </a:cubicBezTo>
                <a:cubicBezTo>
                  <a:pt x="3785" y="72160"/>
                  <a:pt x="2671" y="72160"/>
                  <a:pt x="1781" y="72703"/>
                </a:cubicBezTo>
                <a:cubicBezTo>
                  <a:pt x="783" y="73166"/>
                  <a:pt x="133" y="74155"/>
                  <a:pt x="106" y="75259"/>
                </a:cubicBezTo>
                <a:lnTo>
                  <a:pt x="106" y="93633"/>
                </a:lnTo>
                <a:cubicBezTo>
                  <a:pt x="115" y="115900"/>
                  <a:pt x="38520" y="133820"/>
                  <a:pt x="89171" y="137053"/>
                </a:cubicBezTo>
                <a:cubicBezTo>
                  <a:pt x="90071" y="137133"/>
                  <a:pt x="90953" y="136750"/>
                  <a:pt x="91514" y="136046"/>
                </a:cubicBezTo>
                <a:cubicBezTo>
                  <a:pt x="117458" y="101819"/>
                  <a:pt x="163389" y="89697"/>
                  <a:pt x="202845" y="106655"/>
                </a:cubicBezTo>
                <a:cubicBezTo>
                  <a:pt x="204029" y="107171"/>
                  <a:pt x="205410" y="106797"/>
                  <a:pt x="206185" y="105764"/>
                </a:cubicBezTo>
                <a:cubicBezTo>
                  <a:pt x="210861" y="99200"/>
                  <a:pt x="210415" y="94631"/>
                  <a:pt x="210309" y="74814"/>
                </a:cubicBezTo>
                <a:cubicBezTo>
                  <a:pt x="210309" y="73701"/>
                  <a:pt x="209649" y="72694"/>
                  <a:pt x="208634" y="72249"/>
                </a:cubicBezTo>
                <a:cubicBezTo>
                  <a:pt x="207743" y="71715"/>
                  <a:pt x="206630" y="71715"/>
                  <a:pt x="205740" y="72249"/>
                </a:cubicBezTo>
                <a:cubicBezTo>
                  <a:pt x="183473" y="89955"/>
                  <a:pt x="143394" y="99200"/>
                  <a:pt x="104873" y="99200"/>
                </a:cubicBezTo>
                <a:moveTo>
                  <a:pt x="222" y="44532"/>
                </a:moveTo>
                <a:cubicBezTo>
                  <a:pt x="222" y="68909"/>
                  <a:pt x="47097" y="89064"/>
                  <a:pt x="104873" y="89064"/>
                </a:cubicBezTo>
                <a:cubicBezTo>
                  <a:pt x="162659" y="89064"/>
                  <a:pt x="209079" y="68473"/>
                  <a:pt x="209079" y="44532"/>
                </a:cubicBezTo>
                <a:cubicBezTo>
                  <a:pt x="209079" y="20600"/>
                  <a:pt x="162543" y="0"/>
                  <a:pt x="104873" y="0"/>
                </a:cubicBezTo>
                <a:cubicBezTo>
                  <a:pt x="47204" y="0"/>
                  <a:pt x="222" y="19816"/>
                  <a:pt x="222" y="44532"/>
                </a:cubicBezTo>
                <a:moveTo>
                  <a:pt x="165322" y="118233"/>
                </a:moveTo>
                <a:cubicBezTo>
                  <a:pt x="124192" y="118233"/>
                  <a:pt x="90846" y="151579"/>
                  <a:pt x="90846" y="192709"/>
                </a:cubicBezTo>
                <a:cubicBezTo>
                  <a:pt x="90846" y="233848"/>
                  <a:pt x="124192" y="267194"/>
                  <a:pt x="165322" y="267194"/>
                </a:cubicBezTo>
                <a:cubicBezTo>
                  <a:pt x="206461" y="267194"/>
                  <a:pt x="239807" y="233848"/>
                  <a:pt x="239807" y="192709"/>
                </a:cubicBezTo>
                <a:cubicBezTo>
                  <a:pt x="239807" y="151579"/>
                  <a:pt x="206461" y="118233"/>
                  <a:pt x="165322" y="118233"/>
                </a:cubicBezTo>
                <a:moveTo>
                  <a:pt x="165322" y="244812"/>
                </a:moveTo>
                <a:cubicBezTo>
                  <a:pt x="136474" y="244812"/>
                  <a:pt x="113094" y="221415"/>
                  <a:pt x="113112" y="192567"/>
                </a:cubicBezTo>
                <a:cubicBezTo>
                  <a:pt x="113130" y="163710"/>
                  <a:pt x="136545" y="140348"/>
                  <a:pt x="165402" y="140393"/>
                </a:cubicBezTo>
                <a:cubicBezTo>
                  <a:pt x="194250" y="140428"/>
                  <a:pt x="217603" y="163861"/>
                  <a:pt x="217541" y="192709"/>
                </a:cubicBezTo>
                <a:cubicBezTo>
                  <a:pt x="217541" y="221549"/>
                  <a:pt x="194161" y="244928"/>
                  <a:pt x="165322" y="244928"/>
                </a:cubicBezTo>
                <a:moveTo>
                  <a:pt x="165322" y="203851"/>
                </a:moveTo>
                <a:lnTo>
                  <a:pt x="187597" y="203851"/>
                </a:lnTo>
                <a:cubicBezTo>
                  <a:pt x="193742" y="203851"/>
                  <a:pt x="198730" y="198864"/>
                  <a:pt x="198730" y="192709"/>
                </a:cubicBezTo>
                <a:cubicBezTo>
                  <a:pt x="198730" y="186564"/>
                  <a:pt x="193742" y="181576"/>
                  <a:pt x="187597" y="181576"/>
                </a:cubicBezTo>
                <a:lnTo>
                  <a:pt x="179465" y="181576"/>
                </a:lnTo>
                <a:cubicBezTo>
                  <a:pt x="177925" y="181576"/>
                  <a:pt x="176678" y="180338"/>
                  <a:pt x="176678" y="178797"/>
                </a:cubicBezTo>
                <a:lnTo>
                  <a:pt x="176678" y="165215"/>
                </a:lnTo>
                <a:cubicBezTo>
                  <a:pt x="176678" y="159069"/>
                  <a:pt x="171699" y="154082"/>
                  <a:pt x="165544" y="154082"/>
                </a:cubicBezTo>
                <a:cubicBezTo>
                  <a:pt x="159399" y="154082"/>
                  <a:pt x="154411" y="159069"/>
                  <a:pt x="154411" y="165215"/>
                </a:cubicBezTo>
                <a:lnTo>
                  <a:pt x="154411" y="192709"/>
                </a:lnTo>
                <a:cubicBezTo>
                  <a:pt x="154411" y="198775"/>
                  <a:pt x="159265" y="203727"/>
                  <a:pt x="165322" y="203851"/>
                </a:cubicBez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58291" y="2289414"/>
            <a:ext cx="267194" cy="267194"/>
          </a:xfrm>
          <a:custGeom>
            <a:avLst/>
            <a:gdLst/>
            <a:ahLst/>
            <a:cxnLst/>
            <a:rect l="0" t="0" r="0" b="0"/>
            <a:pathLst>
              <a:path w="267194" h="267194">
                <a:moveTo>
                  <a:pt x="61232" y="0"/>
                </a:moveTo>
                <a:lnTo>
                  <a:pt x="16699" y="0"/>
                </a:lnTo>
                <a:cubicBezTo>
                  <a:pt x="7472" y="0"/>
                  <a:pt x="0" y="7472"/>
                  <a:pt x="0" y="16699"/>
                </a:cubicBezTo>
                <a:lnTo>
                  <a:pt x="0" y="250495"/>
                </a:lnTo>
                <a:cubicBezTo>
                  <a:pt x="0" y="259722"/>
                  <a:pt x="7472" y="267194"/>
                  <a:pt x="16699" y="267194"/>
                </a:cubicBezTo>
                <a:lnTo>
                  <a:pt x="61232" y="267194"/>
                </a:lnTo>
                <a:cubicBezTo>
                  <a:pt x="70459" y="267194"/>
                  <a:pt x="77931" y="259722"/>
                  <a:pt x="77931" y="250495"/>
                </a:cubicBezTo>
                <a:lnTo>
                  <a:pt x="77931" y="16699"/>
                </a:lnTo>
                <a:cubicBezTo>
                  <a:pt x="77931" y="7472"/>
                  <a:pt x="70459" y="0"/>
                  <a:pt x="61232" y="0"/>
                </a:cubicBezTo>
                <a:moveTo>
                  <a:pt x="50099" y="86286"/>
                </a:moveTo>
                <a:cubicBezTo>
                  <a:pt x="51639" y="86286"/>
                  <a:pt x="52886" y="87524"/>
                  <a:pt x="52886" y="89064"/>
                </a:cubicBezTo>
                <a:lnTo>
                  <a:pt x="52886" y="166996"/>
                </a:lnTo>
                <a:cubicBezTo>
                  <a:pt x="52886" y="174683"/>
                  <a:pt x="46652" y="180917"/>
                  <a:pt x="38965" y="180917"/>
                </a:cubicBezTo>
                <a:cubicBezTo>
                  <a:pt x="31279" y="180917"/>
                  <a:pt x="25053" y="174683"/>
                  <a:pt x="25053" y="166996"/>
                </a:cubicBezTo>
                <a:lnTo>
                  <a:pt x="25053" y="89064"/>
                </a:lnTo>
                <a:cubicBezTo>
                  <a:pt x="25053" y="87524"/>
                  <a:pt x="26291" y="86286"/>
                  <a:pt x="27832" y="86286"/>
                </a:cubicBezTo>
                <a:lnTo>
                  <a:pt x="50099" y="86286"/>
                </a:lnTo>
                <a:moveTo>
                  <a:pt x="27832" y="64019"/>
                </a:moveTo>
                <a:cubicBezTo>
                  <a:pt x="26291" y="64019"/>
                  <a:pt x="25053" y="62772"/>
                  <a:pt x="25053" y="61232"/>
                </a:cubicBezTo>
                <a:lnTo>
                  <a:pt x="25053" y="44532"/>
                </a:lnTo>
                <a:cubicBezTo>
                  <a:pt x="25053" y="36846"/>
                  <a:pt x="31279" y="30620"/>
                  <a:pt x="38965" y="30620"/>
                </a:cubicBezTo>
                <a:cubicBezTo>
                  <a:pt x="46652" y="30620"/>
                  <a:pt x="52886" y="36846"/>
                  <a:pt x="52886" y="44532"/>
                </a:cubicBezTo>
                <a:lnTo>
                  <a:pt x="52886" y="61232"/>
                </a:lnTo>
                <a:cubicBezTo>
                  <a:pt x="52886" y="62772"/>
                  <a:pt x="51639" y="64019"/>
                  <a:pt x="50099" y="64019"/>
                </a:cubicBezTo>
                <a:lnTo>
                  <a:pt x="27832" y="64019"/>
                </a:lnTo>
                <a:moveTo>
                  <a:pt x="38965" y="205962"/>
                </a:moveTo>
                <a:cubicBezTo>
                  <a:pt x="48193" y="205962"/>
                  <a:pt x="55665" y="213435"/>
                  <a:pt x="55665" y="222662"/>
                </a:cubicBezTo>
                <a:cubicBezTo>
                  <a:pt x="55665" y="231889"/>
                  <a:pt x="48193" y="239362"/>
                  <a:pt x="38965" y="239362"/>
                </a:cubicBezTo>
                <a:cubicBezTo>
                  <a:pt x="29738" y="239362"/>
                  <a:pt x="22266" y="231889"/>
                  <a:pt x="22266" y="222662"/>
                </a:cubicBezTo>
                <a:cubicBezTo>
                  <a:pt x="22266" y="213435"/>
                  <a:pt x="29738" y="205962"/>
                  <a:pt x="38965" y="205962"/>
                </a:cubicBezTo>
                <a:moveTo>
                  <a:pt x="155863" y="0"/>
                </a:moveTo>
                <a:lnTo>
                  <a:pt x="111331" y="0"/>
                </a:lnTo>
                <a:cubicBezTo>
                  <a:pt x="102104" y="0"/>
                  <a:pt x="94631" y="7472"/>
                  <a:pt x="94631" y="16699"/>
                </a:cubicBezTo>
                <a:lnTo>
                  <a:pt x="94631" y="250495"/>
                </a:lnTo>
                <a:cubicBezTo>
                  <a:pt x="94631" y="259722"/>
                  <a:pt x="102104" y="267194"/>
                  <a:pt x="111331" y="267194"/>
                </a:cubicBezTo>
                <a:lnTo>
                  <a:pt x="155863" y="267194"/>
                </a:lnTo>
                <a:cubicBezTo>
                  <a:pt x="165090" y="267194"/>
                  <a:pt x="172563" y="259722"/>
                  <a:pt x="172563" y="250495"/>
                </a:cubicBezTo>
                <a:lnTo>
                  <a:pt x="172563" y="16699"/>
                </a:lnTo>
                <a:cubicBezTo>
                  <a:pt x="172563" y="7472"/>
                  <a:pt x="165090" y="0"/>
                  <a:pt x="155863" y="0"/>
                </a:cubicBezTo>
                <a:moveTo>
                  <a:pt x="144730" y="86286"/>
                </a:moveTo>
                <a:cubicBezTo>
                  <a:pt x="146271" y="86286"/>
                  <a:pt x="147518" y="87524"/>
                  <a:pt x="147518" y="89064"/>
                </a:cubicBezTo>
                <a:lnTo>
                  <a:pt x="147518" y="166996"/>
                </a:lnTo>
                <a:cubicBezTo>
                  <a:pt x="147518" y="174683"/>
                  <a:pt x="141283" y="180917"/>
                  <a:pt x="133597" y="180917"/>
                </a:cubicBezTo>
                <a:cubicBezTo>
                  <a:pt x="125911" y="180917"/>
                  <a:pt x="119685" y="174683"/>
                  <a:pt x="119685" y="166996"/>
                </a:cubicBezTo>
                <a:lnTo>
                  <a:pt x="119685" y="89064"/>
                </a:lnTo>
                <a:cubicBezTo>
                  <a:pt x="119685" y="87524"/>
                  <a:pt x="120923" y="86286"/>
                  <a:pt x="122464" y="86286"/>
                </a:cubicBezTo>
                <a:lnTo>
                  <a:pt x="144730" y="86286"/>
                </a:lnTo>
                <a:moveTo>
                  <a:pt x="122464" y="64019"/>
                </a:moveTo>
                <a:cubicBezTo>
                  <a:pt x="120923" y="64019"/>
                  <a:pt x="119685" y="62772"/>
                  <a:pt x="119685" y="61232"/>
                </a:cubicBezTo>
                <a:lnTo>
                  <a:pt x="119685" y="44532"/>
                </a:lnTo>
                <a:cubicBezTo>
                  <a:pt x="119685" y="36846"/>
                  <a:pt x="125911" y="30620"/>
                  <a:pt x="133597" y="30620"/>
                </a:cubicBezTo>
                <a:cubicBezTo>
                  <a:pt x="141283" y="30620"/>
                  <a:pt x="147518" y="36846"/>
                  <a:pt x="147518" y="44532"/>
                </a:cubicBezTo>
                <a:lnTo>
                  <a:pt x="147518" y="61232"/>
                </a:lnTo>
                <a:cubicBezTo>
                  <a:pt x="147518" y="62772"/>
                  <a:pt x="146271" y="64019"/>
                  <a:pt x="144730" y="64019"/>
                </a:cubicBezTo>
                <a:lnTo>
                  <a:pt x="122464" y="64019"/>
                </a:lnTo>
                <a:moveTo>
                  <a:pt x="133597" y="205962"/>
                </a:moveTo>
                <a:cubicBezTo>
                  <a:pt x="142824" y="205962"/>
                  <a:pt x="150297" y="213435"/>
                  <a:pt x="150297" y="222662"/>
                </a:cubicBezTo>
                <a:cubicBezTo>
                  <a:pt x="150297" y="231889"/>
                  <a:pt x="142824" y="239362"/>
                  <a:pt x="133597" y="239362"/>
                </a:cubicBezTo>
                <a:cubicBezTo>
                  <a:pt x="124370" y="239362"/>
                  <a:pt x="116897" y="231889"/>
                  <a:pt x="116897" y="222662"/>
                </a:cubicBezTo>
                <a:cubicBezTo>
                  <a:pt x="116897" y="213435"/>
                  <a:pt x="124370" y="205962"/>
                  <a:pt x="133597" y="205962"/>
                </a:cubicBezTo>
                <a:moveTo>
                  <a:pt x="250495" y="0"/>
                </a:moveTo>
                <a:lnTo>
                  <a:pt x="205962" y="0"/>
                </a:lnTo>
                <a:cubicBezTo>
                  <a:pt x="196735" y="0"/>
                  <a:pt x="189262" y="7472"/>
                  <a:pt x="189262" y="16699"/>
                </a:cubicBezTo>
                <a:lnTo>
                  <a:pt x="189262" y="250495"/>
                </a:lnTo>
                <a:cubicBezTo>
                  <a:pt x="189262" y="259722"/>
                  <a:pt x="196735" y="267194"/>
                  <a:pt x="205962" y="267194"/>
                </a:cubicBezTo>
                <a:lnTo>
                  <a:pt x="250495" y="267194"/>
                </a:lnTo>
                <a:cubicBezTo>
                  <a:pt x="259722" y="267194"/>
                  <a:pt x="267194" y="259722"/>
                  <a:pt x="267194" y="250495"/>
                </a:cubicBezTo>
                <a:lnTo>
                  <a:pt x="267194" y="16699"/>
                </a:lnTo>
                <a:cubicBezTo>
                  <a:pt x="267194" y="7472"/>
                  <a:pt x="259722" y="0"/>
                  <a:pt x="250495" y="0"/>
                </a:cubicBezTo>
                <a:moveTo>
                  <a:pt x="239362" y="86286"/>
                </a:moveTo>
                <a:cubicBezTo>
                  <a:pt x="240902" y="86286"/>
                  <a:pt x="242149" y="87524"/>
                  <a:pt x="242149" y="89064"/>
                </a:cubicBezTo>
                <a:lnTo>
                  <a:pt x="242149" y="166996"/>
                </a:lnTo>
                <a:cubicBezTo>
                  <a:pt x="242149" y="174683"/>
                  <a:pt x="235915" y="180917"/>
                  <a:pt x="228228" y="180917"/>
                </a:cubicBezTo>
                <a:cubicBezTo>
                  <a:pt x="220542" y="180917"/>
                  <a:pt x="214316" y="174683"/>
                  <a:pt x="214316" y="166996"/>
                </a:cubicBezTo>
                <a:lnTo>
                  <a:pt x="214316" y="89064"/>
                </a:lnTo>
                <a:cubicBezTo>
                  <a:pt x="214316" y="87524"/>
                  <a:pt x="215554" y="86286"/>
                  <a:pt x="217095" y="86286"/>
                </a:cubicBezTo>
                <a:lnTo>
                  <a:pt x="239362" y="86286"/>
                </a:lnTo>
                <a:moveTo>
                  <a:pt x="217095" y="64019"/>
                </a:moveTo>
                <a:cubicBezTo>
                  <a:pt x="215554" y="64019"/>
                  <a:pt x="214316" y="62772"/>
                  <a:pt x="214316" y="61232"/>
                </a:cubicBezTo>
                <a:lnTo>
                  <a:pt x="214316" y="44532"/>
                </a:lnTo>
                <a:cubicBezTo>
                  <a:pt x="214316" y="36846"/>
                  <a:pt x="220542" y="30620"/>
                  <a:pt x="228228" y="30620"/>
                </a:cubicBezTo>
                <a:cubicBezTo>
                  <a:pt x="235915" y="30620"/>
                  <a:pt x="242149" y="36846"/>
                  <a:pt x="242149" y="44532"/>
                </a:cubicBezTo>
                <a:lnTo>
                  <a:pt x="242149" y="61232"/>
                </a:lnTo>
                <a:cubicBezTo>
                  <a:pt x="242149" y="62772"/>
                  <a:pt x="240902" y="64019"/>
                  <a:pt x="239362" y="64019"/>
                </a:cubicBezTo>
                <a:lnTo>
                  <a:pt x="217095" y="64019"/>
                </a:lnTo>
                <a:moveTo>
                  <a:pt x="228228" y="205962"/>
                </a:moveTo>
                <a:cubicBezTo>
                  <a:pt x="237456" y="205962"/>
                  <a:pt x="244928" y="213435"/>
                  <a:pt x="244928" y="222662"/>
                </a:cubicBezTo>
                <a:cubicBezTo>
                  <a:pt x="244928" y="231889"/>
                  <a:pt x="237456" y="239362"/>
                  <a:pt x="228228" y="239362"/>
                </a:cubicBezTo>
                <a:cubicBezTo>
                  <a:pt x="219001" y="239362"/>
                  <a:pt x="211529" y="231889"/>
                  <a:pt x="211529" y="222662"/>
                </a:cubicBezTo>
                <a:cubicBezTo>
                  <a:pt x="211529" y="213435"/>
                  <a:pt x="219001" y="205962"/>
                  <a:pt x="228228" y="205962"/>
                </a:cubicBezTo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24758" y="2449722"/>
            <a:ext cx="268495" cy="273179"/>
          </a:xfrm>
          <a:custGeom>
            <a:avLst/>
            <a:gdLst/>
            <a:ahLst/>
            <a:cxnLst/>
            <a:rect l="0" t="0" r="0" b="0"/>
            <a:pathLst>
              <a:path w="268495" h="273179">
                <a:moveTo>
                  <a:pt x="264932" y="140954"/>
                </a:moveTo>
                <a:cubicBezTo>
                  <a:pt x="260185" y="136794"/>
                  <a:pt x="253086" y="136794"/>
                  <a:pt x="248348" y="140954"/>
                </a:cubicBezTo>
                <a:lnTo>
                  <a:pt x="197020" y="192282"/>
                </a:lnTo>
                <a:cubicBezTo>
                  <a:pt x="196495" y="192825"/>
                  <a:pt x="195773" y="193128"/>
                  <a:pt x="195016" y="193128"/>
                </a:cubicBezTo>
                <a:cubicBezTo>
                  <a:pt x="194259" y="193128"/>
                  <a:pt x="193538" y="192825"/>
                  <a:pt x="193012" y="192282"/>
                </a:cubicBezTo>
                <a:lnTo>
                  <a:pt x="179991" y="179252"/>
                </a:lnTo>
                <a:cubicBezTo>
                  <a:pt x="175618" y="174887"/>
                  <a:pt x="168546" y="174887"/>
                  <a:pt x="164182" y="179252"/>
                </a:cubicBezTo>
                <a:cubicBezTo>
                  <a:pt x="159809" y="183616"/>
                  <a:pt x="159809" y="190696"/>
                  <a:pt x="164182" y="195061"/>
                </a:cubicBezTo>
                <a:lnTo>
                  <a:pt x="181763" y="212651"/>
                </a:lnTo>
                <a:cubicBezTo>
                  <a:pt x="189102" y="219928"/>
                  <a:pt x="200930" y="219928"/>
                  <a:pt x="208260" y="212651"/>
                </a:cubicBezTo>
                <a:lnTo>
                  <a:pt x="263926" y="156985"/>
                </a:lnTo>
                <a:cubicBezTo>
                  <a:pt x="268076" y="152577"/>
                  <a:pt x="268495" y="145843"/>
                  <a:pt x="264932" y="140954"/>
                </a:cubicBezTo>
                <a:moveTo>
                  <a:pt x="256809" y="202515"/>
                </a:moveTo>
                <a:cubicBezTo>
                  <a:pt x="250931" y="200707"/>
                  <a:pt x="244705" y="203994"/>
                  <a:pt x="242888" y="209872"/>
                </a:cubicBezTo>
                <a:cubicBezTo>
                  <a:pt x="235184" y="234374"/>
                  <a:pt x="210184" y="249078"/>
                  <a:pt x="185014" y="243913"/>
                </a:cubicBezTo>
                <a:cubicBezTo>
                  <a:pt x="159853" y="238747"/>
                  <a:pt x="142673" y="215376"/>
                  <a:pt x="145247" y="189815"/>
                </a:cubicBezTo>
                <a:cubicBezTo>
                  <a:pt x="147829" y="164253"/>
                  <a:pt x="169321" y="144783"/>
                  <a:pt x="195016" y="144739"/>
                </a:cubicBezTo>
                <a:cubicBezTo>
                  <a:pt x="201162" y="144739"/>
                  <a:pt x="206149" y="139751"/>
                  <a:pt x="206149" y="133606"/>
                </a:cubicBezTo>
                <a:cubicBezTo>
                  <a:pt x="206149" y="127460"/>
                  <a:pt x="201162" y="122473"/>
                  <a:pt x="195016" y="122473"/>
                </a:cubicBezTo>
                <a:cubicBezTo>
                  <a:pt x="157885" y="122508"/>
                  <a:pt x="126810" y="150644"/>
                  <a:pt x="123087" y="187588"/>
                </a:cubicBezTo>
                <a:cubicBezTo>
                  <a:pt x="119364" y="224532"/>
                  <a:pt x="144205" y="258297"/>
                  <a:pt x="180588" y="265734"/>
                </a:cubicBezTo>
                <a:cubicBezTo>
                  <a:pt x="216962" y="273179"/>
                  <a:pt x="253069" y="251875"/>
                  <a:pt x="264157" y="216436"/>
                </a:cubicBezTo>
                <a:cubicBezTo>
                  <a:pt x="265965" y="210567"/>
                  <a:pt x="262679" y="204332"/>
                  <a:pt x="256809" y="202515"/>
                </a:cubicBezTo>
                <a:moveTo>
                  <a:pt x="133784" y="94978"/>
                </a:moveTo>
                <a:cubicBezTo>
                  <a:pt x="132243" y="95726"/>
                  <a:pt x="131103" y="97107"/>
                  <a:pt x="130667" y="98755"/>
                </a:cubicBezTo>
                <a:cubicBezTo>
                  <a:pt x="130275" y="100438"/>
                  <a:pt x="130684" y="102210"/>
                  <a:pt x="131780" y="103546"/>
                </a:cubicBezTo>
                <a:cubicBezTo>
                  <a:pt x="135102" y="107688"/>
                  <a:pt x="138050" y="112123"/>
                  <a:pt x="140571" y="116790"/>
                </a:cubicBezTo>
                <a:cubicBezTo>
                  <a:pt x="141310" y="118144"/>
                  <a:pt x="142548" y="119142"/>
                  <a:pt x="144026" y="119578"/>
                </a:cubicBezTo>
                <a:cubicBezTo>
                  <a:pt x="145505" y="119908"/>
                  <a:pt x="147055" y="119676"/>
                  <a:pt x="148373" y="118910"/>
                </a:cubicBezTo>
                <a:cubicBezTo>
                  <a:pt x="162383" y="110262"/>
                  <a:pt x="178548" y="105711"/>
                  <a:pt x="195016" y="105773"/>
                </a:cubicBezTo>
                <a:cubicBezTo>
                  <a:pt x="196610" y="105791"/>
                  <a:pt x="198018" y="104740"/>
                  <a:pt x="198472" y="103208"/>
                </a:cubicBezTo>
                <a:cubicBezTo>
                  <a:pt x="198899" y="101676"/>
                  <a:pt x="198267" y="100037"/>
                  <a:pt x="196913" y="99209"/>
                </a:cubicBezTo>
                <a:cubicBezTo>
                  <a:pt x="186306" y="92547"/>
                  <a:pt x="174023" y="89029"/>
                  <a:pt x="161510" y="89073"/>
                </a:cubicBezTo>
                <a:cubicBezTo>
                  <a:pt x="151953" y="89038"/>
                  <a:pt x="142494" y="91051"/>
                  <a:pt x="133784" y="94978"/>
                </a:cubicBezTo>
                <a:moveTo>
                  <a:pt x="117084" y="38974"/>
                </a:moveTo>
                <a:cubicBezTo>
                  <a:pt x="117075" y="60501"/>
                  <a:pt x="134577" y="77949"/>
                  <a:pt x="156157" y="77949"/>
                </a:cubicBezTo>
                <a:cubicBezTo>
                  <a:pt x="177746" y="77949"/>
                  <a:pt x="195248" y="60501"/>
                  <a:pt x="195239" y="38974"/>
                </a:cubicBezTo>
                <a:cubicBezTo>
                  <a:pt x="195248" y="17447"/>
                  <a:pt x="177746" y="0"/>
                  <a:pt x="156157" y="0"/>
                </a:cubicBezTo>
                <a:cubicBezTo>
                  <a:pt x="134577" y="0"/>
                  <a:pt x="117075" y="17447"/>
                  <a:pt x="117084" y="38974"/>
                </a:cubicBezTo>
                <a:moveTo>
                  <a:pt x="128885" y="130595"/>
                </a:moveTo>
                <a:cubicBezTo>
                  <a:pt x="117636" y="101819"/>
                  <a:pt x="88120" y="84504"/>
                  <a:pt x="57509" y="88744"/>
                </a:cubicBezTo>
                <a:cubicBezTo>
                  <a:pt x="26897" y="92983"/>
                  <a:pt x="3197" y="117654"/>
                  <a:pt x="187" y="148417"/>
                </a:cubicBezTo>
                <a:cubicBezTo>
                  <a:pt x="0" y="150314"/>
                  <a:pt x="596" y="152211"/>
                  <a:pt x="1861" y="153645"/>
                </a:cubicBezTo>
                <a:cubicBezTo>
                  <a:pt x="3143" y="155062"/>
                  <a:pt x="4960" y="155863"/>
                  <a:pt x="6866" y="155872"/>
                </a:cubicBezTo>
                <a:lnTo>
                  <a:pt x="111518" y="155872"/>
                </a:lnTo>
                <a:cubicBezTo>
                  <a:pt x="113566" y="155899"/>
                  <a:pt x="115454" y="154785"/>
                  <a:pt x="116416" y="152977"/>
                </a:cubicBezTo>
                <a:cubicBezTo>
                  <a:pt x="119498" y="147055"/>
                  <a:pt x="123230" y="141488"/>
                  <a:pt x="127549" y="136394"/>
                </a:cubicBezTo>
                <a:cubicBezTo>
                  <a:pt x="129099" y="134888"/>
                  <a:pt x="129625" y="132626"/>
                  <a:pt x="128885" y="130604"/>
                </a:cubicBezTo>
                <a:moveTo>
                  <a:pt x="22453" y="38974"/>
                </a:moveTo>
                <a:cubicBezTo>
                  <a:pt x="22444" y="60501"/>
                  <a:pt x="39945" y="77949"/>
                  <a:pt x="61526" y="77949"/>
                </a:cubicBezTo>
                <a:cubicBezTo>
                  <a:pt x="83115" y="77949"/>
                  <a:pt x="100616" y="60501"/>
                  <a:pt x="100607" y="38974"/>
                </a:cubicBezTo>
                <a:cubicBezTo>
                  <a:pt x="100616" y="17447"/>
                  <a:pt x="83115" y="0"/>
                  <a:pt x="61526" y="0"/>
                </a:cubicBezTo>
                <a:cubicBezTo>
                  <a:pt x="39945" y="0"/>
                  <a:pt x="22444" y="17447"/>
                  <a:pt x="22453" y="38974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6514" y="2935135"/>
            <a:ext cx="1072680" cy="5237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84848"/>
                </a:solidFill>
                <a:latin typeface="Shantell Sans"/>
              </a:rPr>
              <a:t>Correo y
Contraseña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4806" y="3095452"/>
            <a:ext cx="1079146" cy="5237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84848"/>
                </a:solidFill>
                <a:latin typeface="Shantell Sans"/>
              </a:rPr>
              <a:t>Políticas de
Acceso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37283" y="3229049"/>
            <a:ext cx="875828" cy="261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969696"/>
                </a:solidFill>
                <a:latin typeface="Shantell Sans"/>
              </a:rPr>
              <a:t>Supabase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7053" y="2774818"/>
            <a:ext cx="616845" cy="261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84848"/>
                </a:solidFill>
                <a:latin typeface="Shantell Sans"/>
              </a:rPr>
              <a:t>Bucket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3392" y="2507623"/>
            <a:ext cx="453117" cy="261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E8431"/>
                </a:solidFill>
                <a:latin typeface="Shantell Sans"/>
              </a:rPr>
              <a:t>Auth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5103" y="2347306"/>
            <a:ext cx="731935" cy="261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DE58A9"/>
                </a:solidFill>
                <a:latin typeface="Shantell Sans"/>
              </a:rPr>
              <a:t>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2395" y="4003914"/>
            <a:ext cx="881538" cy="261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55753"/>
                </a:solidFill>
                <a:latin typeface="Shantell Sans"/>
              </a:rPr>
              <a:t>Database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95153" y="1523456"/>
            <a:ext cx="4560053" cy="31172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84848"/>
                </a:solidFill>
                <a:latin typeface="Shantell Sans"/>
              </a:rPr>
              <a:t>Arquitectura de Backend con Supabase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5517" y="4431426"/>
            <a:ext cx="933097" cy="261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84848"/>
                </a:solidFill>
                <a:latin typeface="Shantell Sans"/>
              </a:rPr>
              <a:t>Productos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5517" y="5072693"/>
            <a:ext cx="770340" cy="261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84848"/>
                </a:solidFill>
                <a:latin typeface="Shantell Sans"/>
              </a:rPr>
              <a:t>Órdenes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5517" y="4752060"/>
            <a:ext cx="763936" cy="261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84848"/>
                </a:solidFill>
                <a:latin typeface="Shantell Sans"/>
              </a:rPr>
              <a:t>Carritos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90888" y="3116461"/>
            <a:ext cx="7197885" cy="1200150"/>
          </a:xfrm>
          <a:custGeom>
            <a:avLst/>
            <a:gdLst/>
            <a:ahLst/>
            <a:cxnLst/>
            <a:rect l="0" t="0" r="0" b="0"/>
            <a:pathLst>
              <a:path w="7197885" h="1200150">
                <a:moveTo>
                  <a:pt x="1197135" y="642937"/>
                </a:moveTo>
                <a:cubicBezTo>
                  <a:pt x="1175158" y="954345"/>
                  <a:pt x="915568" y="1200150"/>
                  <a:pt x="598567" y="1200150"/>
                </a:cubicBezTo>
                <a:cubicBezTo>
                  <a:pt x="281567" y="1200150"/>
                  <a:pt x="21977" y="954345"/>
                  <a:pt x="0" y="642937"/>
                </a:cubicBezTo>
                <a:moveTo>
                  <a:pt x="2397285" y="557212"/>
                </a:moveTo>
                <a:cubicBezTo>
                  <a:pt x="2375308" y="245804"/>
                  <a:pt x="2115717" y="0"/>
                  <a:pt x="1798717" y="0"/>
                </a:cubicBezTo>
                <a:cubicBezTo>
                  <a:pt x="1481717" y="0"/>
                  <a:pt x="1222127" y="245804"/>
                  <a:pt x="1200149" y="557212"/>
                </a:cubicBezTo>
                <a:moveTo>
                  <a:pt x="3597435" y="642937"/>
                </a:moveTo>
                <a:cubicBezTo>
                  <a:pt x="3575458" y="954345"/>
                  <a:pt x="3315868" y="1200150"/>
                  <a:pt x="2998867" y="1200150"/>
                </a:cubicBezTo>
                <a:cubicBezTo>
                  <a:pt x="2681867" y="1200150"/>
                  <a:pt x="2422277" y="954345"/>
                  <a:pt x="2400300" y="642937"/>
                </a:cubicBezTo>
                <a:moveTo>
                  <a:pt x="4797585" y="557212"/>
                </a:moveTo>
                <a:cubicBezTo>
                  <a:pt x="4775608" y="245804"/>
                  <a:pt x="4516018" y="0"/>
                  <a:pt x="4199017" y="0"/>
                </a:cubicBezTo>
                <a:cubicBezTo>
                  <a:pt x="3882017" y="0"/>
                  <a:pt x="3622427" y="245804"/>
                  <a:pt x="3600450" y="557212"/>
                </a:cubicBezTo>
                <a:moveTo>
                  <a:pt x="5997735" y="642937"/>
                </a:moveTo>
                <a:cubicBezTo>
                  <a:pt x="5975757" y="954345"/>
                  <a:pt x="5716167" y="1200150"/>
                  <a:pt x="5399167" y="1200150"/>
                </a:cubicBezTo>
                <a:cubicBezTo>
                  <a:pt x="5082167" y="1200150"/>
                  <a:pt x="4822577" y="954345"/>
                  <a:pt x="4800599" y="642937"/>
                </a:cubicBezTo>
                <a:moveTo>
                  <a:pt x="7197885" y="557212"/>
                </a:moveTo>
                <a:cubicBezTo>
                  <a:pt x="7175907" y="245804"/>
                  <a:pt x="6916317" y="0"/>
                  <a:pt x="6599317" y="0"/>
                </a:cubicBezTo>
                <a:cubicBezTo>
                  <a:pt x="6282317" y="0"/>
                  <a:pt x="6022727" y="245804"/>
                  <a:pt x="6000749" y="557212"/>
                </a:cubicBezTo>
              </a:path>
            </a:pathLst>
          </a:custGeom>
          <a:noFill/>
          <a:ln w="10715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946518" y="2709267"/>
            <a:ext cx="1114425" cy="1478756"/>
            <a:chOff x="471487" y="2164556"/>
            <a:chExt cx="1114425" cy="1478756"/>
          </a:xfrm>
        </p:grpSpPr>
        <p:sp>
          <p:nvSpPr>
            <p:cNvPr id="3" name="Rounded Rectangle 2"/>
            <p:cNvSpPr/>
            <p:nvPr/>
          </p:nvSpPr>
          <p:spPr>
            <a:xfrm>
              <a:off x="471487" y="2700337"/>
              <a:ext cx="1114425" cy="942975"/>
            </a:xfrm>
            <a:custGeom>
              <a:avLst/>
              <a:gdLst/>
              <a:ahLst/>
              <a:cxnLst/>
              <a:rect l="0" t="0" r="0" b="0"/>
              <a:pathLst>
                <a:path w="1114425" h="942975">
                  <a:moveTo>
                    <a:pt x="171450" y="471487"/>
                  </a:moveTo>
                  <a:cubicBezTo>
                    <a:pt x="171450" y="731884"/>
                    <a:pt x="382540" y="942975"/>
                    <a:pt x="642937" y="942975"/>
                  </a:cubicBezTo>
                  <a:cubicBezTo>
                    <a:pt x="903334" y="942975"/>
                    <a:pt x="1114425" y="731884"/>
                    <a:pt x="1114425" y="471487"/>
                  </a:cubicBezTo>
                  <a:cubicBezTo>
                    <a:pt x="1114425" y="211090"/>
                    <a:pt x="903334" y="0"/>
                    <a:pt x="642937" y="0"/>
                  </a:cubicBezTo>
                  <a:cubicBezTo>
                    <a:pt x="382540" y="0"/>
                    <a:pt x="171450" y="211090"/>
                    <a:pt x="171450" y="471487"/>
                  </a:cubicBezTo>
                  <a:moveTo>
                    <a:pt x="0" y="471487"/>
                  </a:moveTo>
                  <a:cubicBezTo>
                    <a:pt x="0" y="495161"/>
                    <a:pt x="19188" y="514350"/>
                    <a:pt x="42862" y="514350"/>
                  </a:cubicBezTo>
                  <a:cubicBezTo>
                    <a:pt x="66536" y="514350"/>
                    <a:pt x="85725" y="495161"/>
                    <a:pt x="85725" y="471487"/>
                  </a:cubicBezTo>
                  <a:cubicBezTo>
                    <a:pt x="85725" y="447813"/>
                    <a:pt x="66536" y="428625"/>
                    <a:pt x="42862" y="428625"/>
                  </a:cubicBezTo>
                  <a:cubicBezTo>
                    <a:pt x="19188" y="428625"/>
                    <a:pt x="0" y="447813"/>
                    <a:pt x="0" y="471487"/>
                  </a:cubicBezTo>
                </a:path>
              </a:pathLst>
            </a:custGeom>
            <a:solidFill>
              <a:srgbClr val="DCE9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50131" y="216455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5"/>
                    <a:pt x="99805" y="128587"/>
                    <a:pt x="64293" y="128587"/>
                  </a:cubicBezTo>
                  <a:cubicBezTo>
                    <a:pt x="28782" y="128587"/>
                    <a:pt x="0" y="99805"/>
                    <a:pt x="0" y="64293"/>
                  </a:cubicBezTo>
                  <a:cubicBezTo>
                    <a:pt x="0" y="28782"/>
                    <a:pt x="28782" y="0"/>
                    <a:pt x="64293" y="0"/>
                  </a:cubicBezTo>
                  <a:cubicBezTo>
                    <a:pt x="99805" y="0"/>
                    <a:pt x="128587" y="28782"/>
                    <a:pt x="128587" y="64293"/>
                  </a:cubicBezTo>
                </a:path>
              </a:pathLst>
            </a:custGeom>
            <a:solidFill>
              <a:srgbClr val="DCE9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46518" y="2709267"/>
            <a:ext cx="1114425" cy="1478756"/>
            <a:chOff x="471487" y="2164556"/>
            <a:chExt cx="1114425" cy="1478756"/>
          </a:xfrm>
        </p:grpSpPr>
        <p:sp>
          <p:nvSpPr>
            <p:cNvPr id="6" name="Rounded Rectangle 5"/>
            <p:cNvSpPr/>
            <p:nvPr/>
          </p:nvSpPr>
          <p:spPr>
            <a:xfrm>
              <a:off x="471487" y="2700337"/>
              <a:ext cx="1114425" cy="942975"/>
            </a:xfrm>
            <a:custGeom>
              <a:avLst/>
              <a:gdLst/>
              <a:ahLst/>
              <a:cxnLst/>
              <a:rect l="0" t="0" r="0" b="0"/>
              <a:pathLst>
                <a:path w="1114425" h="942975">
                  <a:moveTo>
                    <a:pt x="171450" y="471487"/>
                  </a:moveTo>
                  <a:cubicBezTo>
                    <a:pt x="171450" y="731882"/>
                    <a:pt x="382542" y="942975"/>
                    <a:pt x="642937" y="942975"/>
                  </a:cubicBezTo>
                  <a:cubicBezTo>
                    <a:pt x="903332" y="942975"/>
                    <a:pt x="1114425" y="731882"/>
                    <a:pt x="1114425" y="471487"/>
                  </a:cubicBezTo>
                  <a:cubicBezTo>
                    <a:pt x="1114425" y="211092"/>
                    <a:pt x="903332" y="0"/>
                    <a:pt x="642937" y="0"/>
                  </a:cubicBezTo>
                  <a:cubicBezTo>
                    <a:pt x="382542" y="0"/>
                    <a:pt x="171450" y="211092"/>
                    <a:pt x="171450" y="471487"/>
                  </a:cubicBezTo>
                  <a:moveTo>
                    <a:pt x="0" y="471487"/>
                  </a:moveTo>
                  <a:cubicBezTo>
                    <a:pt x="0" y="495159"/>
                    <a:pt x="19190" y="514349"/>
                    <a:pt x="42862" y="514349"/>
                  </a:cubicBezTo>
                  <a:cubicBezTo>
                    <a:pt x="66534" y="514349"/>
                    <a:pt x="85725" y="495159"/>
                    <a:pt x="85725" y="471487"/>
                  </a:cubicBezTo>
                  <a:cubicBezTo>
                    <a:pt x="85725" y="447815"/>
                    <a:pt x="66534" y="428624"/>
                    <a:pt x="42862" y="428624"/>
                  </a:cubicBezTo>
                  <a:cubicBezTo>
                    <a:pt x="19190" y="428624"/>
                    <a:pt x="0" y="447815"/>
                    <a:pt x="0" y="471487"/>
                  </a:cubicBezTo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050131" y="216455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2"/>
                    <a:pt x="99802" y="128587"/>
                    <a:pt x="64293" y="128587"/>
                  </a:cubicBezTo>
                  <a:cubicBezTo>
                    <a:pt x="28785" y="128587"/>
                    <a:pt x="0" y="99802"/>
                    <a:pt x="0" y="64293"/>
                  </a:cubicBezTo>
                  <a:cubicBezTo>
                    <a:pt x="0" y="28785"/>
                    <a:pt x="28785" y="0"/>
                    <a:pt x="64293" y="0"/>
                  </a:cubicBezTo>
                  <a:cubicBezTo>
                    <a:pt x="99802" y="0"/>
                    <a:pt x="128587" y="28785"/>
                    <a:pt x="128587" y="64293"/>
                  </a:cubicBezTo>
                  <a:close/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146668" y="3245048"/>
            <a:ext cx="1114425" cy="1478756"/>
            <a:chOff x="1671637" y="2700337"/>
            <a:chExt cx="1114425" cy="1478756"/>
          </a:xfrm>
        </p:grpSpPr>
        <p:sp>
          <p:nvSpPr>
            <p:cNvPr id="9" name="Rounded Rectangle 8"/>
            <p:cNvSpPr/>
            <p:nvPr/>
          </p:nvSpPr>
          <p:spPr>
            <a:xfrm>
              <a:off x="1671637" y="2700337"/>
              <a:ext cx="1114425" cy="942975"/>
            </a:xfrm>
            <a:custGeom>
              <a:avLst/>
              <a:gdLst/>
              <a:ahLst/>
              <a:cxnLst/>
              <a:rect l="0" t="0" r="0" b="0"/>
              <a:pathLst>
                <a:path w="1114425" h="942975">
                  <a:moveTo>
                    <a:pt x="171450" y="471487"/>
                  </a:moveTo>
                  <a:cubicBezTo>
                    <a:pt x="171450" y="731884"/>
                    <a:pt x="382540" y="942975"/>
                    <a:pt x="642937" y="942975"/>
                  </a:cubicBezTo>
                  <a:cubicBezTo>
                    <a:pt x="903334" y="942975"/>
                    <a:pt x="1114425" y="731884"/>
                    <a:pt x="1114425" y="471487"/>
                  </a:cubicBezTo>
                  <a:cubicBezTo>
                    <a:pt x="1114425" y="211090"/>
                    <a:pt x="903334" y="0"/>
                    <a:pt x="642937" y="0"/>
                  </a:cubicBezTo>
                  <a:cubicBezTo>
                    <a:pt x="382540" y="0"/>
                    <a:pt x="171450" y="211090"/>
                    <a:pt x="171450" y="471487"/>
                  </a:cubicBezTo>
                  <a:moveTo>
                    <a:pt x="0" y="471487"/>
                  </a:moveTo>
                  <a:cubicBezTo>
                    <a:pt x="0" y="495161"/>
                    <a:pt x="19188" y="514350"/>
                    <a:pt x="42862" y="514350"/>
                  </a:cubicBezTo>
                  <a:cubicBezTo>
                    <a:pt x="66536" y="514350"/>
                    <a:pt x="85725" y="495161"/>
                    <a:pt x="85725" y="471487"/>
                  </a:cubicBezTo>
                  <a:cubicBezTo>
                    <a:pt x="85725" y="447813"/>
                    <a:pt x="66536" y="428625"/>
                    <a:pt x="42862" y="428625"/>
                  </a:cubicBezTo>
                  <a:cubicBezTo>
                    <a:pt x="19188" y="428625"/>
                    <a:pt x="0" y="447813"/>
                    <a:pt x="0" y="471487"/>
                  </a:cubicBez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50281" y="405050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5"/>
                    <a:pt x="99805" y="128587"/>
                    <a:pt x="64293" y="128587"/>
                  </a:cubicBezTo>
                  <a:cubicBezTo>
                    <a:pt x="28782" y="128587"/>
                    <a:pt x="0" y="99805"/>
                    <a:pt x="0" y="64293"/>
                  </a:cubicBezTo>
                  <a:cubicBezTo>
                    <a:pt x="0" y="28782"/>
                    <a:pt x="28782" y="0"/>
                    <a:pt x="64293" y="0"/>
                  </a:cubicBezTo>
                  <a:cubicBezTo>
                    <a:pt x="99805" y="0"/>
                    <a:pt x="128587" y="28782"/>
                    <a:pt x="128587" y="64293"/>
                  </a:cubicBez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146668" y="3245048"/>
            <a:ext cx="1114425" cy="1478756"/>
            <a:chOff x="1671637" y="2700337"/>
            <a:chExt cx="1114425" cy="1478756"/>
          </a:xfrm>
        </p:grpSpPr>
        <p:sp>
          <p:nvSpPr>
            <p:cNvPr id="12" name="Rounded Rectangle 11"/>
            <p:cNvSpPr/>
            <p:nvPr/>
          </p:nvSpPr>
          <p:spPr>
            <a:xfrm>
              <a:off x="1671637" y="2700337"/>
              <a:ext cx="1114425" cy="942975"/>
            </a:xfrm>
            <a:custGeom>
              <a:avLst/>
              <a:gdLst/>
              <a:ahLst/>
              <a:cxnLst/>
              <a:rect l="0" t="0" r="0" b="0"/>
              <a:pathLst>
                <a:path w="1114425" h="942975">
                  <a:moveTo>
                    <a:pt x="171450" y="471487"/>
                  </a:moveTo>
                  <a:cubicBezTo>
                    <a:pt x="171450" y="731882"/>
                    <a:pt x="382542" y="942975"/>
                    <a:pt x="642937" y="942975"/>
                  </a:cubicBezTo>
                  <a:cubicBezTo>
                    <a:pt x="903332" y="942975"/>
                    <a:pt x="1114425" y="731882"/>
                    <a:pt x="1114425" y="471487"/>
                  </a:cubicBezTo>
                  <a:cubicBezTo>
                    <a:pt x="1114425" y="211092"/>
                    <a:pt x="903332" y="0"/>
                    <a:pt x="642937" y="0"/>
                  </a:cubicBezTo>
                  <a:cubicBezTo>
                    <a:pt x="382542" y="0"/>
                    <a:pt x="171450" y="211092"/>
                    <a:pt x="171450" y="471487"/>
                  </a:cubicBezTo>
                  <a:moveTo>
                    <a:pt x="0" y="471487"/>
                  </a:moveTo>
                  <a:cubicBezTo>
                    <a:pt x="0" y="495159"/>
                    <a:pt x="19190" y="514349"/>
                    <a:pt x="42862" y="514349"/>
                  </a:cubicBezTo>
                  <a:cubicBezTo>
                    <a:pt x="66534" y="514349"/>
                    <a:pt x="85725" y="495159"/>
                    <a:pt x="85725" y="471487"/>
                  </a:cubicBezTo>
                  <a:cubicBezTo>
                    <a:pt x="85725" y="447815"/>
                    <a:pt x="66534" y="428624"/>
                    <a:pt x="42862" y="428624"/>
                  </a:cubicBezTo>
                  <a:cubicBezTo>
                    <a:pt x="19190" y="428624"/>
                    <a:pt x="0" y="447815"/>
                    <a:pt x="0" y="471487"/>
                  </a:cubicBezTo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250281" y="405050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2"/>
                    <a:pt x="99802" y="128587"/>
                    <a:pt x="64293" y="128587"/>
                  </a:cubicBezTo>
                  <a:cubicBezTo>
                    <a:pt x="28785" y="128587"/>
                    <a:pt x="0" y="99802"/>
                    <a:pt x="0" y="64293"/>
                  </a:cubicBezTo>
                  <a:cubicBezTo>
                    <a:pt x="0" y="28785"/>
                    <a:pt x="28785" y="0"/>
                    <a:pt x="64293" y="0"/>
                  </a:cubicBezTo>
                  <a:cubicBezTo>
                    <a:pt x="99802" y="0"/>
                    <a:pt x="128587" y="28785"/>
                    <a:pt x="128587" y="64293"/>
                  </a:cubicBezTo>
                  <a:close/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346818" y="2709267"/>
            <a:ext cx="1114425" cy="1478756"/>
            <a:chOff x="2871787" y="2164556"/>
            <a:chExt cx="1114425" cy="1478756"/>
          </a:xfrm>
        </p:grpSpPr>
        <p:sp>
          <p:nvSpPr>
            <p:cNvPr id="15" name="Rounded Rectangle 14"/>
            <p:cNvSpPr/>
            <p:nvPr/>
          </p:nvSpPr>
          <p:spPr>
            <a:xfrm>
              <a:off x="2871787" y="2700337"/>
              <a:ext cx="1114425" cy="942975"/>
            </a:xfrm>
            <a:custGeom>
              <a:avLst/>
              <a:gdLst/>
              <a:ahLst/>
              <a:cxnLst/>
              <a:rect l="0" t="0" r="0" b="0"/>
              <a:pathLst>
                <a:path w="1114425" h="942975">
                  <a:moveTo>
                    <a:pt x="171450" y="471487"/>
                  </a:moveTo>
                  <a:cubicBezTo>
                    <a:pt x="171450" y="731884"/>
                    <a:pt x="382540" y="942975"/>
                    <a:pt x="642937" y="942975"/>
                  </a:cubicBezTo>
                  <a:cubicBezTo>
                    <a:pt x="903334" y="942975"/>
                    <a:pt x="1114425" y="731884"/>
                    <a:pt x="1114425" y="471487"/>
                  </a:cubicBezTo>
                  <a:cubicBezTo>
                    <a:pt x="1114425" y="211090"/>
                    <a:pt x="903334" y="0"/>
                    <a:pt x="642937" y="0"/>
                  </a:cubicBezTo>
                  <a:cubicBezTo>
                    <a:pt x="382540" y="0"/>
                    <a:pt x="171450" y="211090"/>
                    <a:pt x="171450" y="471487"/>
                  </a:cubicBezTo>
                  <a:moveTo>
                    <a:pt x="0" y="471487"/>
                  </a:moveTo>
                  <a:cubicBezTo>
                    <a:pt x="0" y="495161"/>
                    <a:pt x="19188" y="514350"/>
                    <a:pt x="42862" y="514350"/>
                  </a:cubicBezTo>
                  <a:cubicBezTo>
                    <a:pt x="66536" y="514350"/>
                    <a:pt x="85725" y="495161"/>
                    <a:pt x="85725" y="471487"/>
                  </a:cubicBezTo>
                  <a:cubicBezTo>
                    <a:pt x="85725" y="447813"/>
                    <a:pt x="66536" y="428625"/>
                    <a:pt x="42862" y="428625"/>
                  </a:cubicBezTo>
                  <a:cubicBezTo>
                    <a:pt x="19188" y="428625"/>
                    <a:pt x="0" y="447813"/>
                    <a:pt x="0" y="471487"/>
                  </a:cubicBez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450431" y="216455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5"/>
                    <a:pt x="99805" y="128587"/>
                    <a:pt x="64293" y="128587"/>
                  </a:cubicBezTo>
                  <a:cubicBezTo>
                    <a:pt x="28782" y="128587"/>
                    <a:pt x="0" y="99805"/>
                    <a:pt x="0" y="64293"/>
                  </a:cubicBezTo>
                  <a:cubicBezTo>
                    <a:pt x="0" y="28782"/>
                    <a:pt x="28782" y="0"/>
                    <a:pt x="64293" y="0"/>
                  </a:cubicBezTo>
                  <a:cubicBezTo>
                    <a:pt x="99805" y="0"/>
                    <a:pt x="128587" y="28782"/>
                    <a:pt x="128587" y="64293"/>
                  </a:cubicBez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346818" y="2709267"/>
            <a:ext cx="1114425" cy="1478756"/>
            <a:chOff x="2871787" y="2164556"/>
            <a:chExt cx="1114425" cy="1478756"/>
          </a:xfrm>
        </p:grpSpPr>
        <p:sp>
          <p:nvSpPr>
            <p:cNvPr id="18" name="Rounded Rectangle 17"/>
            <p:cNvSpPr/>
            <p:nvPr/>
          </p:nvSpPr>
          <p:spPr>
            <a:xfrm>
              <a:off x="2871787" y="2700337"/>
              <a:ext cx="1114425" cy="942975"/>
            </a:xfrm>
            <a:custGeom>
              <a:avLst/>
              <a:gdLst/>
              <a:ahLst/>
              <a:cxnLst/>
              <a:rect l="0" t="0" r="0" b="0"/>
              <a:pathLst>
                <a:path w="1114425" h="942975">
                  <a:moveTo>
                    <a:pt x="171450" y="471487"/>
                  </a:moveTo>
                  <a:cubicBezTo>
                    <a:pt x="171450" y="731882"/>
                    <a:pt x="382542" y="942975"/>
                    <a:pt x="642937" y="942975"/>
                  </a:cubicBezTo>
                  <a:cubicBezTo>
                    <a:pt x="903332" y="942975"/>
                    <a:pt x="1114425" y="731882"/>
                    <a:pt x="1114425" y="471487"/>
                  </a:cubicBezTo>
                  <a:cubicBezTo>
                    <a:pt x="1114425" y="211092"/>
                    <a:pt x="903332" y="0"/>
                    <a:pt x="642937" y="0"/>
                  </a:cubicBezTo>
                  <a:cubicBezTo>
                    <a:pt x="382542" y="0"/>
                    <a:pt x="171450" y="211092"/>
                    <a:pt x="171450" y="471487"/>
                  </a:cubicBezTo>
                  <a:moveTo>
                    <a:pt x="0" y="471487"/>
                  </a:moveTo>
                  <a:cubicBezTo>
                    <a:pt x="0" y="495159"/>
                    <a:pt x="19190" y="514349"/>
                    <a:pt x="42862" y="514349"/>
                  </a:cubicBezTo>
                  <a:cubicBezTo>
                    <a:pt x="66534" y="514349"/>
                    <a:pt x="85725" y="495159"/>
                    <a:pt x="85725" y="471487"/>
                  </a:cubicBezTo>
                  <a:cubicBezTo>
                    <a:pt x="85725" y="447815"/>
                    <a:pt x="66534" y="428624"/>
                    <a:pt x="42862" y="428624"/>
                  </a:cubicBezTo>
                  <a:cubicBezTo>
                    <a:pt x="19190" y="428624"/>
                    <a:pt x="0" y="447815"/>
                    <a:pt x="0" y="471487"/>
                  </a:cubicBezTo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450431" y="216455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2"/>
                    <a:pt x="99802" y="128587"/>
                    <a:pt x="64293" y="128587"/>
                  </a:cubicBezTo>
                  <a:cubicBezTo>
                    <a:pt x="28785" y="128587"/>
                    <a:pt x="0" y="99802"/>
                    <a:pt x="0" y="64293"/>
                  </a:cubicBezTo>
                  <a:cubicBezTo>
                    <a:pt x="0" y="28785"/>
                    <a:pt x="28785" y="0"/>
                    <a:pt x="64293" y="0"/>
                  </a:cubicBezTo>
                  <a:cubicBezTo>
                    <a:pt x="99802" y="0"/>
                    <a:pt x="128587" y="28785"/>
                    <a:pt x="128587" y="64293"/>
                  </a:cubicBezTo>
                  <a:close/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546968" y="3245048"/>
            <a:ext cx="1114425" cy="1478756"/>
            <a:chOff x="4071937" y="2700337"/>
            <a:chExt cx="1114425" cy="1478756"/>
          </a:xfrm>
        </p:grpSpPr>
        <p:sp>
          <p:nvSpPr>
            <p:cNvPr id="21" name="Rounded Rectangle 20"/>
            <p:cNvSpPr/>
            <p:nvPr/>
          </p:nvSpPr>
          <p:spPr>
            <a:xfrm>
              <a:off x="4071937" y="2700337"/>
              <a:ext cx="1114425" cy="942975"/>
            </a:xfrm>
            <a:custGeom>
              <a:avLst/>
              <a:gdLst/>
              <a:ahLst/>
              <a:cxnLst/>
              <a:rect l="0" t="0" r="0" b="0"/>
              <a:pathLst>
                <a:path w="1114425" h="942975">
                  <a:moveTo>
                    <a:pt x="171450" y="471487"/>
                  </a:moveTo>
                  <a:cubicBezTo>
                    <a:pt x="171450" y="731884"/>
                    <a:pt x="382540" y="942975"/>
                    <a:pt x="642937" y="942975"/>
                  </a:cubicBezTo>
                  <a:cubicBezTo>
                    <a:pt x="903334" y="942975"/>
                    <a:pt x="1114425" y="731884"/>
                    <a:pt x="1114425" y="471487"/>
                  </a:cubicBezTo>
                  <a:cubicBezTo>
                    <a:pt x="1114425" y="211090"/>
                    <a:pt x="903334" y="0"/>
                    <a:pt x="642937" y="0"/>
                  </a:cubicBezTo>
                  <a:cubicBezTo>
                    <a:pt x="382540" y="0"/>
                    <a:pt x="171450" y="211090"/>
                    <a:pt x="171450" y="471487"/>
                  </a:cubicBezTo>
                  <a:moveTo>
                    <a:pt x="0" y="471487"/>
                  </a:moveTo>
                  <a:cubicBezTo>
                    <a:pt x="0" y="495161"/>
                    <a:pt x="19188" y="514350"/>
                    <a:pt x="42862" y="514350"/>
                  </a:cubicBezTo>
                  <a:cubicBezTo>
                    <a:pt x="66536" y="514350"/>
                    <a:pt x="85725" y="495161"/>
                    <a:pt x="85725" y="471487"/>
                  </a:cubicBezTo>
                  <a:cubicBezTo>
                    <a:pt x="85725" y="447813"/>
                    <a:pt x="66536" y="428625"/>
                    <a:pt x="42862" y="428625"/>
                  </a:cubicBezTo>
                  <a:cubicBezTo>
                    <a:pt x="19188" y="428625"/>
                    <a:pt x="0" y="447813"/>
                    <a:pt x="0" y="471487"/>
                  </a:cubicBezTo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650581" y="405050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5"/>
                    <a:pt x="99805" y="128587"/>
                    <a:pt x="64293" y="128587"/>
                  </a:cubicBezTo>
                  <a:cubicBezTo>
                    <a:pt x="28782" y="128587"/>
                    <a:pt x="0" y="99805"/>
                    <a:pt x="0" y="64293"/>
                  </a:cubicBezTo>
                  <a:cubicBezTo>
                    <a:pt x="0" y="28782"/>
                    <a:pt x="28782" y="0"/>
                    <a:pt x="64293" y="0"/>
                  </a:cubicBezTo>
                  <a:cubicBezTo>
                    <a:pt x="99805" y="0"/>
                    <a:pt x="128587" y="28782"/>
                    <a:pt x="128587" y="64293"/>
                  </a:cubicBezTo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546968" y="3245048"/>
            <a:ext cx="1114425" cy="1478756"/>
            <a:chOff x="4071937" y="2700337"/>
            <a:chExt cx="1114425" cy="1478756"/>
          </a:xfrm>
        </p:grpSpPr>
        <p:sp>
          <p:nvSpPr>
            <p:cNvPr id="24" name="Rounded Rectangle 23"/>
            <p:cNvSpPr/>
            <p:nvPr/>
          </p:nvSpPr>
          <p:spPr>
            <a:xfrm>
              <a:off x="4071937" y="2700337"/>
              <a:ext cx="1114425" cy="942975"/>
            </a:xfrm>
            <a:custGeom>
              <a:avLst/>
              <a:gdLst/>
              <a:ahLst/>
              <a:cxnLst/>
              <a:rect l="0" t="0" r="0" b="0"/>
              <a:pathLst>
                <a:path w="1114425" h="942975">
                  <a:moveTo>
                    <a:pt x="171450" y="471487"/>
                  </a:moveTo>
                  <a:cubicBezTo>
                    <a:pt x="171450" y="731882"/>
                    <a:pt x="382542" y="942975"/>
                    <a:pt x="642937" y="942975"/>
                  </a:cubicBezTo>
                  <a:cubicBezTo>
                    <a:pt x="903332" y="942975"/>
                    <a:pt x="1114425" y="731882"/>
                    <a:pt x="1114425" y="471487"/>
                  </a:cubicBezTo>
                  <a:cubicBezTo>
                    <a:pt x="1114425" y="211092"/>
                    <a:pt x="903332" y="0"/>
                    <a:pt x="642937" y="0"/>
                  </a:cubicBezTo>
                  <a:cubicBezTo>
                    <a:pt x="382542" y="0"/>
                    <a:pt x="171450" y="211092"/>
                    <a:pt x="171450" y="471487"/>
                  </a:cubicBezTo>
                  <a:moveTo>
                    <a:pt x="0" y="471487"/>
                  </a:moveTo>
                  <a:cubicBezTo>
                    <a:pt x="0" y="495159"/>
                    <a:pt x="19190" y="514349"/>
                    <a:pt x="42862" y="514349"/>
                  </a:cubicBezTo>
                  <a:cubicBezTo>
                    <a:pt x="66534" y="514349"/>
                    <a:pt x="85725" y="495159"/>
                    <a:pt x="85725" y="471487"/>
                  </a:cubicBezTo>
                  <a:cubicBezTo>
                    <a:pt x="85725" y="447815"/>
                    <a:pt x="66534" y="428624"/>
                    <a:pt x="42862" y="428624"/>
                  </a:cubicBezTo>
                  <a:cubicBezTo>
                    <a:pt x="19190" y="428624"/>
                    <a:pt x="0" y="447815"/>
                    <a:pt x="0" y="471487"/>
                  </a:cubicBezTo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650581" y="405050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2"/>
                    <a:pt x="99802" y="128587"/>
                    <a:pt x="64293" y="128587"/>
                  </a:cubicBezTo>
                  <a:cubicBezTo>
                    <a:pt x="28785" y="128587"/>
                    <a:pt x="0" y="99802"/>
                    <a:pt x="0" y="64293"/>
                  </a:cubicBezTo>
                  <a:cubicBezTo>
                    <a:pt x="0" y="28785"/>
                    <a:pt x="28785" y="0"/>
                    <a:pt x="64293" y="0"/>
                  </a:cubicBezTo>
                  <a:cubicBezTo>
                    <a:pt x="99802" y="0"/>
                    <a:pt x="128587" y="28785"/>
                    <a:pt x="128587" y="64293"/>
                  </a:cubicBezTo>
                  <a:close/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747118" y="2709267"/>
            <a:ext cx="1114425" cy="1478756"/>
            <a:chOff x="5272087" y="2164556"/>
            <a:chExt cx="1114425" cy="1478756"/>
          </a:xfrm>
        </p:grpSpPr>
        <p:sp>
          <p:nvSpPr>
            <p:cNvPr id="27" name="Rounded Rectangle 26"/>
            <p:cNvSpPr/>
            <p:nvPr/>
          </p:nvSpPr>
          <p:spPr>
            <a:xfrm>
              <a:off x="5272087" y="2700337"/>
              <a:ext cx="1114425" cy="942975"/>
            </a:xfrm>
            <a:custGeom>
              <a:avLst/>
              <a:gdLst/>
              <a:ahLst/>
              <a:cxnLst/>
              <a:rect l="0" t="0" r="0" b="0"/>
              <a:pathLst>
                <a:path w="1114425" h="942975">
                  <a:moveTo>
                    <a:pt x="171450" y="471487"/>
                  </a:moveTo>
                  <a:cubicBezTo>
                    <a:pt x="171450" y="731884"/>
                    <a:pt x="382540" y="942975"/>
                    <a:pt x="642937" y="942975"/>
                  </a:cubicBezTo>
                  <a:cubicBezTo>
                    <a:pt x="903334" y="942975"/>
                    <a:pt x="1114425" y="731884"/>
                    <a:pt x="1114425" y="471487"/>
                  </a:cubicBezTo>
                  <a:cubicBezTo>
                    <a:pt x="1114425" y="211090"/>
                    <a:pt x="903334" y="0"/>
                    <a:pt x="642937" y="0"/>
                  </a:cubicBezTo>
                  <a:cubicBezTo>
                    <a:pt x="382540" y="0"/>
                    <a:pt x="171450" y="211090"/>
                    <a:pt x="171450" y="471487"/>
                  </a:cubicBezTo>
                  <a:moveTo>
                    <a:pt x="0" y="471487"/>
                  </a:moveTo>
                  <a:cubicBezTo>
                    <a:pt x="0" y="495161"/>
                    <a:pt x="19188" y="514350"/>
                    <a:pt x="42862" y="514350"/>
                  </a:cubicBezTo>
                  <a:cubicBezTo>
                    <a:pt x="66536" y="514350"/>
                    <a:pt x="85725" y="495161"/>
                    <a:pt x="85725" y="471487"/>
                  </a:cubicBezTo>
                  <a:cubicBezTo>
                    <a:pt x="85725" y="447813"/>
                    <a:pt x="66536" y="428625"/>
                    <a:pt x="42862" y="428625"/>
                  </a:cubicBezTo>
                  <a:cubicBezTo>
                    <a:pt x="19188" y="428625"/>
                    <a:pt x="0" y="447813"/>
                    <a:pt x="0" y="471487"/>
                  </a:cubicBezTo>
                </a:path>
              </a:pathLst>
            </a:custGeom>
            <a:solidFill>
              <a:srgbClr val="FFF8B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5850731" y="216455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5"/>
                    <a:pt x="99805" y="128587"/>
                    <a:pt x="64293" y="128587"/>
                  </a:cubicBezTo>
                  <a:cubicBezTo>
                    <a:pt x="28782" y="128587"/>
                    <a:pt x="0" y="99805"/>
                    <a:pt x="0" y="64293"/>
                  </a:cubicBezTo>
                  <a:cubicBezTo>
                    <a:pt x="0" y="28782"/>
                    <a:pt x="28782" y="0"/>
                    <a:pt x="64293" y="0"/>
                  </a:cubicBezTo>
                  <a:cubicBezTo>
                    <a:pt x="99805" y="0"/>
                    <a:pt x="128587" y="28782"/>
                    <a:pt x="128587" y="64293"/>
                  </a:cubicBezTo>
                </a:path>
              </a:pathLst>
            </a:custGeom>
            <a:solidFill>
              <a:srgbClr val="FFF8B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747118" y="2709267"/>
            <a:ext cx="1114425" cy="1478756"/>
            <a:chOff x="5272087" y="2164556"/>
            <a:chExt cx="1114425" cy="1478756"/>
          </a:xfrm>
        </p:grpSpPr>
        <p:sp>
          <p:nvSpPr>
            <p:cNvPr id="30" name="Rounded Rectangle 29"/>
            <p:cNvSpPr/>
            <p:nvPr/>
          </p:nvSpPr>
          <p:spPr>
            <a:xfrm>
              <a:off x="5272087" y="2700337"/>
              <a:ext cx="1114425" cy="942975"/>
            </a:xfrm>
            <a:custGeom>
              <a:avLst/>
              <a:gdLst/>
              <a:ahLst/>
              <a:cxnLst/>
              <a:rect l="0" t="0" r="0" b="0"/>
              <a:pathLst>
                <a:path w="1114425" h="942975">
                  <a:moveTo>
                    <a:pt x="171450" y="471487"/>
                  </a:moveTo>
                  <a:cubicBezTo>
                    <a:pt x="171450" y="731882"/>
                    <a:pt x="382542" y="942975"/>
                    <a:pt x="642937" y="942975"/>
                  </a:cubicBezTo>
                  <a:cubicBezTo>
                    <a:pt x="903332" y="942975"/>
                    <a:pt x="1114425" y="731882"/>
                    <a:pt x="1114425" y="471487"/>
                  </a:cubicBezTo>
                  <a:cubicBezTo>
                    <a:pt x="1114425" y="211092"/>
                    <a:pt x="903332" y="0"/>
                    <a:pt x="642937" y="0"/>
                  </a:cubicBezTo>
                  <a:cubicBezTo>
                    <a:pt x="382542" y="0"/>
                    <a:pt x="171450" y="211092"/>
                    <a:pt x="171450" y="471487"/>
                  </a:cubicBezTo>
                  <a:moveTo>
                    <a:pt x="0" y="471487"/>
                  </a:moveTo>
                  <a:cubicBezTo>
                    <a:pt x="0" y="495159"/>
                    <a:pt x="19190" y="514349"/>
                    <a:pt x="42862" y="514349"/>
                  </a:cubicBezTo>
                  <a:cubicBezTo>
                    <a:pt x="66534" y="514349"/>
                    <a:pt x="85725" y="495159"/>
                    <a:pt x="85725" y="471487"/>
                  </a:cubicBezTo>
                  <a:cubicBezTo>
                    <a:pt x="85725" y="447815"/>
                    <a:pt x="66534" y="428624"/>
                    <a:pt x="42862" y="428624"/>
                  </a:cubicBezTo>
                  <a:cubicBezTo>
                    <a:pt x="19190" y="428624"/>
                    <a:pt x="0" y="447815"/>
                    <a:pt x="0" y="471487"/>
                  </a:cubicBezTo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5850731" y="216455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2"/>
                    <a:pt x="99802" y="128587"/>
                    <a:pt x="64293" y="128587"/>
                  </a:cubicBezTo>
                  <a:cubicBezTo>
                    <a:pt x="28785" y="128587"/>
                    <a:pt x="0" y="99802"/>
                    <a:pt x="0" y="64293"/>
                  </a:cubicBezTo>
                  <a:cubicBezTo>
                    <a:pt x="0" y="28785"/>
                    <a:pt x="28785" y="0"/>
                    <a:pt x="64293" y="0"/>
                  </a:cubicBezTo>
                  <a:cubicBezTo>
                    <a:pt x="99802" y="0"/>
                    <a:pt x="128587" y="28785"/>
                    <a:pt x="128587" y="64293"/>
                  </a:cubicBezTo>
                  <a:close/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947268" y="3245048"/>
            <a:ext cx="1285875" cy="1478756"/>
            <a:chOff x="6472237" y="2700337"/>
            <a:chExt cx="1285875" cy="1478756"/>
          </a:xfrm>
        </p:grpSpPr>
        <p:sp>
          <p:nvSpPr>
            <p:cNvPr id="33" name="Rounded Rectangle 32"/>
            <p:cNvSpPr/>
            <p:nvPr/>
          </p:nvSpPr>
          <p:spPr>
            <a:xfrm>
              <a:off x="6472237" y="2700337"/>
              <a:ext cx="1285875" cy="942975"/>
            </a:xfrm>
            <a:custGeom>
              <a:avLst/>
              <a:gdLst/>
              <a:ahLst/>
              <a:cxnLst/>
              <a:rect l="0" t="0" r="0" b="0"/>
              <a:pathLst>
                <a:path w="1285875" h="942975">
                  <a:moveTo>
                    <a:pt x="171450" y="471487"/>
                  </a:moveTo>
                  <a:cubicBezTo>
                    <a:pt x="171450" y="731884"/>
                    <a:pt x="382540" y="942975"/>
                    <a:pt x="642937" y="942975"/>
                  </a:cubicBezTo>
                  <a:cubicBezTo>
                    <a:pt x="903334" y="942975"/>
                    <a:pt x="1114425" y="731884"/>
                    <a:pt x="1114425" y="471487"/>
                  </a:cubicBezTo>
                  <a:cubicBezTo>
                    <a:pt x="1114425" y="211090"/>
                    <a:pt x="903334" y="0"/>
                    <a:pt x="642937" y="0"/>
                  </a:cubicBezTo>
                  <a:cubicBezTo>
                    <a:pt x="382540" y="0"/>
                    <a:pt x="171450" y="211090"/>
                    <a:pt x="171450" y="471487"/>
                  </a:cubicBezTo>
                  <a:moveTo>
                    <a:pt x="0" y="471487"/>
                  </a:moveTo>
                  <a:cubicBezTo>
                    <a:pt x="0" y="495161"/>
                    <a:pt x="19188" y="514350"/>
                    <a:pt x="42862" y="514350"/>
                  </a:cubicBezTo>
                  <a:cubicBezTo>
                    <a:pt x="66536" y="514350"/>
                    <a:pt x="85725" y="495161"/>
                    <a:pt x="85725" y="471487"/>
                  </a:cubicBezTo>
                  <a:cubicBezTo>
                    <a:pt x="85725" y="447813"/>
                    <a:pt x="66536" y="428625"/>
                    <a:pt x="42862" y="428625"/>
                  </a:cubicBezTo>
                  <a:cubicBezTo>
                    <a:pt x="19188" y="428625"/>
                    <a:pt x="0" y="447813"/>
                    <a:pt x="0" y="471487"/>
                  </a:cubicBezTo>
                  <a:moveTo>
                    <a:pt x="1200150" y="471487"/>
                  </a:moveTo>
                  <a:cubicBezTo>
                    <a:pt x="1200150" y="495161"/>
                    <a:pt x="1219338" y="514350"/>
                    <a:pt x="1243012" y="514350"/>
                  </a:cubicBezTo>
                  <a:cubicBezTo>
                    <a:pt x="1266686" y="514350"/>
                    <a:pt x="1285875" y="495161"/>
                    <a:pt x="1285875" y="471487"/>
                  </a:cubicBezTo>
                  <a:cubicBezTo>
                    <a:pt x="1285875" y="447813"/>
                    <a:pt x="1266686" y="428625"/>
                    <a:pt x="1243012" y="428625"/>
                  </a:cubicBezTo>
                  <a:cubicBezTo>
                    <a:pt x="1219338" y="428625"/>
                    <a:pt x="1200150" y="447813"/>
                    <a:pt x="1200150" y="471487"/>
                  </a:cubicBezTo>
                </a:path>
              </a:pathLst>
            </a:custGeom>
            <a:solidFill>
              <a:srgbClr val="FFE4C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7050881" y="405050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5"/>
                    <a:pt x="99805" y="128587"/>
                    <a:pt x="64293" y="128587"/>
                  </a:cubicBezTo>
                  <a:cubicBezTo>
                    <a:pt x="28782" y="128587"/>
                    <a:pt x="0" y="99805"/>
                    <a:pt x="0" y="64293"/>
                  </a:cubicBezTo>
                  <a:cubicBezTo>
                    <a:pt x="0" y="28782"/>
                    <a:pt x="28782" y="0"/>
                    <a:pt x="64293" y="0"/>
                  </a:cubicBezTo>
                  <a:cubicBezTo>
                    <a:pt x="99805" y="0"/>
                    <a:pt x="128587" y="28782"/>
                    <a:pt x="128587" y="64293"/>
                  </a:cubicBezTo>
                </a:path>
              </a:pathLst>
            </a:custGeom>
            <a:solidFill>
              <a:srgbClr val="FFE4C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947268" y="3245048"/>
            <a:ext cx="1285875" cy="1478756"/>
            <a:chOff x="6472237" y="2700337"/>
            <a:chExt cx="1285875" cy="1478756"/>
          </a:xfrm>
        </p:grpSpPr>
        <p:sp>
          <p:nvSpPr>
            <p:cNvPr id="36" name="Rounded Rectangle 35"/>
            <p:cNvSpPr/>
            <p:nvPr/>
          </p:nvSpPr>
          <p:spPr>
            <a:xfrm>
              <a:off x="6472237" y="2700337"/>
              <a:ext cx="1285875" cy="942975"/>
            </a:xfrm>
            <a:custGeom>
              <a:avLst/>
              <a:gdLst/>
              <a:ahLst/>
              <a:cxnLst/>
              <a:rect l="0" t="0" r="0" b="0"/>
              <a:pathLst>
                <a:path w="1285875" h="942975">
                  <a:moveTo>
                    <a:pt x="171450" y="471487"/>
                  </a:moveTo>
                  <a:cubicBezTo>
                    <a:pt x="171450" y="731882"/>
                    <a:pt x="382542" y="942975"/>
                    <a:pt x="642937" y="942975"/>
                  </a:cubicBezTo>
                  <a:cubicBezTo>
                    <a:pt x="903332" y="942975"/>
                    <a:pt x="1114425" y="731882"/>
                    <a:pt x="1114425" y="471487"/>
                  </a:cubicBezTo>
                  <a:cubicBezTo>
                    <a:pt x="1114425" y="211092"/>
                    <a:pt x="903332" y="0"/>
                    <a:pt x="642937" y="0"/>
                  </a:cubicBezTo>
                  <a:cubicBezTo>
                    <a:pt x="382542" y="0"/>
                    <a:pt x="171450" y="211092"/>
                    <a:pt x="171450" y="471487"/>
                  </a:cubicBezTo>
                  <a:moveTo>
                    <a:pt x="0" y="471487"/>
                  </a:moveTo>
                  <a:cubicBezTo>
                    <a:pt x="0" y="495159"/>
                    <a:pt x="19190" y="514349"/>
                    <a:pt x="42862" y="514349"/>
                  </a:cubicBezTo>
                  <a:cubicBezTo>
                    <a:pt x="66534" y="514349"/>
                    <a:pt x="85725" y="495159"/>
                    <a:pt x="85725" y="471487"/>
                  </a:cubicBezTo>
                  <a:cubicBezTo>
                    <a:pt x="85725" y="447815"/>
                    <a:pt x="66534" y="428624"/>
                    <a:pt x="42862" y="428624"/>
                  </a:cubicBezTo>
                  <a:cubicBezTo>
                    <a:pt x="19190" y="428624"/>
                    <a:pt x="0" y="447815"/>
                    <a:pt x="0" y="471487"/>
                  </a:cubicBezTo>
                  <a:moveTo>
                    <a:pt x="1200150" y="471487"/>
                  </a:moveTo>
                  <a:cubicBezTo>
                    <a:pt x="1200150" y="495159"/>
                    <a:pt x="1219340" y="514349"/>
                    <a:pt x="1243012" y="514349"/>
                  </a:cubicBezTo>
                  <a:cubicBezTo>
                    <a:pt x="1266684" y="514349"/>
                    <a:pt x="1285875" y="495159"/>
                    <a:pt x="1285875" y="471487"/>
                  </a:cubicBezTo>
                  <a:cubicBezTo>
                    <a:pt x="1285875" y="447815"/>
                    <a:pt x="1266684" y="428624"/>
                    <a:pt x="1243012" y="428624"/>
                  </a:cubicBezTo>
                  <a:cubicBezTo>
                    <a:pt x="1219340" y="428624"/>
                    <a:pt x="1200150" y="447815"/>
                    <a:pt x="1200150" y="471487"/>
                  </a:cubicBezTo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050881" y="4050506"/>
              <a:ext cx="128587" cy="128587"/>
            </a:xfrm>
            <a:custGeom>
              <a:avLst/>
              <a:gdLst/>
              <a:ahLst/>
              <a:cxnLst/>
              <a:rect l="0" t="0" r="0" b="0"/>
              <a:pathLst>
                <a:path w="128587" h="128587">
                  <a:moveTo>
                    <a:pt x="128587" y="64293"/>
                  </a:moveTo>
                  <a:cubicBezTo>
                    <a:pt x="128587" y="99802"/>
                    <a:pt x="99802" y="128587"/>
                    <a:pt x="64293" y="128587"/>
                  </a:cubicBezTo>
                  <a:cubicBezTo>
                    <a:pt x="28785" y="128587"/>
                    <a:pt x="0" y="99802"/>
                    <a:pt x="0" y="64293"/>
                  </a:cubicBezTo>
                  <a:cubicBezTo>
                    <a:pt x="0" y="28785"/>
                    <a:pt x="28785" y="0"/>
                    <a:pt x="64293" y="0"/>
                  </a:cubicBezTo>
                  <a:cubicBezTo>
                    <a:pt x="99802" y="0"/>
                    <a:pt x="128587" y="28785"/>
                    <a:pt x="128587" y="64293"/>
                  </a:cubicBezTo>
                  <a:close/>
                </a:path>
              </a:pathLst>
            </a:custGeom>
            <a:noFill/>
            <a:ln w="107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9" name="Rounded Rectangle 38"/>
          <p:cNvSpPr/>
          <p:nvPr/>
        </p:nvSpPr>
        <p:spPr>
          <a:xfrm>
            <a:off x="1589456" y="2837854"/>
            <a:ext cx="7143" cy="407193"/>
          </a:xfrm>
          <a:custGeom>
            <a:avLst/>
            <a:gdLst/>
            <a:ahLst/>
            <a:cxnLst/>
            <a:rect l="0" t="0" r="0" b="0"/>
            <a:pathLst>
              <a:path w="7143" h="407193">
                <a:moveTo>
                  <a:pt x="0" y="407193"/>
                </a:moveTo>
                <a:lnTo>
                  <a:pt x="0" y="0"/>
                </a:lnTo>
              </a:path>
            </a:pathLst>
          </a:custGeom>
          <a:noFill/>
          <a:ln w="1071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989756" y="2837854"/>
            <a:ext cx="7143" cy="407193"/>
          </a:xfrm>
          <a:custGeom>
            <a:avLst/>
            <a:gdLst/>
            <a:ahLst/>
            <a:cxnLst/>
            <a:rect l="0" t="0" r="0" b="0"/>
            <a:pathLst>
              <a:path w="7143" h="407193">
                <a:moveTo>
                  <a:pt x="0" y="407193"/>
                </a:moveTo>
                <a:lnTo>
                  <a:pt x="0" y="0"/>
                </a:lnTo>
              </a:path>
            </a:pathLst>
          </a:custGeom>
          <a:noFill/>
          <a:ln w="1071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90056" y="2837854"/>
            <a:ext cx="7143" cy="407193"/>
          </a:xfrm>
          <a:custGeom>
            <a:avLst/>
            <a:gdLst/>
            <a:ahLst/>
            <a:cxnLst/>
            <a:rect l="0" t="0" r="0" b="0"/>
            <a:pathLst>
              <a:path w="7143" h="407193">
                <a:moveTo>
                  <a:pt x="0" y="407193"/>
                </a:moveTo>
                <a:lnTo>
                  <a:pt x="0" y="0"/>
                </a:lnTo>
              </a:path>
            </a:pathLst>
          </a:custGeom>
          <a:noFill/>
          <a:ln w="1071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89606" y="4188023"/>
            <a:ext cx="7143" cy="407193"/>
          </a:xfrm>
          <a:custGeom>
            <a:avLst/>
            <a:gdLst/>
            <a:ahLst/>
            <a:cxnLst/>
            <a:rect l="0" t="0" r="0" b="0"/>
            <a:pathLst>
              <a:path w="7143" h="407193">
                <a:moveTo>
                  <a:pt x="0" y="407193"/>
                </a:moveTo>
                <a:lnTo>
                  <a:pt x="0" y="0"/>
                </a:lnTo>
              </a:path>
            </a:pathLst>
          </a:custGeom>
          <a:noFill/>
          <a:ln w="1071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89906" y="4188023"/>
            <a:ext cx="7143" cy="407193"/>
          </a:xfrm>
          <a:custGeom>
            <a:avLst/>
            <a:gdLst/>
            <a:ahLst/>
            <a:cxnLst/>
            <a:rect l="0" t="0" r="0" b="0"/>
            <a:pathLst>
              <a:path w="7143" h="407193">
                <a:moveTo>
                  <a:pt x="0" y="407193"/>
                </a:moveTo>
                <a:lnTo>
                  <a:pt x="0" y="0"/>
                </a:lnTo>
              </a:path>
            </a:pathLst>
          </a:custGeom>
          <a:noFill/>
          <a:ln w="1071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590206" y="4188023"/>
            <a:ext cx="7143" cy="407193"/>
          </a:xfrm>
          <a:custGeom>
            <a:avLst/>
            <a:gdLst/>
            <a:ahLst/>
            <a:cxnLst/>
            <a:rect l="0" t="0" r="0" b="0"/>
            <a:pathLst>
              <a:path w="7143" h="407193">
                <a:moveTo>
                  <a:pt x="0" y="407193"/>
                </a:moveTo>
                <a:lnTo>
                  <a:pt x="0" y="0"/>
                </a:lnTo>
              </a:path>
            </a:pathLst>
          </a:custGeom>
          <a:noFill/>
          <a:ln w="1071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775350" y="3502216"/>
            <a:ext cx="428739" cy="428632"/>
          </a:xfrm>
          <a:custGeom>
            <a:avLst/>
            <a:gdLst/>
            <a:ahLst/>
            <a:cxnLst/>
            <a:rect l="0" t="0" r="0" b="0"/>
            <a:pathLst>
              <a:path w="428739" h="428632">
                <a:moveTo>
                  <a:pt x="126001" y="378804"/>
                </a:moveTo>
                <a:cubicBezTo>
                  <a:pt x="126022" y="377211"/>
                  <a:pt x="125115" y="375746"/>
                  <a:pt x="123679" y="375054"/>
                </a:cubicBezTo>
                <a:cubicBezTo>
                  <a:pt x="122322" y="374175"/>
                  <a:pt x="120572" y="374175"/>
                  <a:pt x="119214" y="375054"/>
                </a:cubicBezTo>
                <a:cubicBezTo>
                  <a:pt x="102027" y="384590"/>
                  <a:pt x="82610" y="389398"/>
                  <a:pt x="62957" y="388984"/>
                </a:cubicBezTo>
                <a:cubicBezTo>
                  <a:pt x="43362" y="389405"/>
                  <a:pt x="24002" y="384598"/>
                  <a:pt x="6879" y="375054"/>
                </a:cubicBezTo>
                <a:cubicBezTo>
                  <a:pt x="5522" y="374175"/>
                  <a:pt x="3771" y="374175"/>
                  <a:pt x="2414" y="375054"/>
                </a:cubicBezTo>
                <a:cubicBezTo>
                  <a:pt x="978" y="375746"/>
                  <a:pt x="71" y="377211"/>
                  <a:pt x="92" y="378804"/>
                </a:cubicBezTo>
                <a:lnTo>
                  <a:pt x="92" y="396663"/>
                </a:lnTo>
                <a:cubicBezTo>
                  <a:pt x="92" y="411844"/>
                  <a:pt x="25988" y="428632"/>
                  <a:pt x="62957" y="428632"/>
                </a:cubicBezTo>
                <a:cubicBezTo>
                  <a:pt x="99926" y="428632"/>
                  <a:pt x="126001" y="411844"/>
                  <a:pt x="126001" y="396842"/>
                </a:cubicBezTo>
                <a:lnTo>
                  <a:pt x="126001" y="378804"/>
                </a:lnTo>
                <a:moveTo>
                  <a:pt x="92" y="339335"/>
                </a:moveTo>
                <a:cubicBezTo>
                  <a:pt x="92" y="354337"/>
                  <a:pt x="25988" y="371124"/>
                  <a:pt x="62957" y="371124"/>
                </a:cubicBezTo>
                <a:cubicBezTo>
                  <a:pt x="99926" y="371124"/>
                  <a:pt x="126001" y="354337"/>
                  <a:pt x="126001" y="339335"/>
                </a:cubicBezTo>
                <a:lnTo>
                  <a:pt x="126001" y="321475"/>
                </a:lnTo>
                <a:cubicBezTo>
                  <a:pt x="126022" y="319882"/>
                  <a:pt x="125115" y="318418"/>
                  <a:pt x="123679" y="317725"/>
                </a:cubicBezTo>
                <a:cubicBezTo>
                  <a:pt x="122322" y="316846"/>
                  <a:pt x="120572" y="316846"/>
                  <a:pt x="119214" y="317725"/>
                </a:cubicBezTo>
                <a:cubicBezTo>
                  <a:pt x="102027" y="327262"/>
                  <a:pt x="82610" y="332070"/>
                  <a:pt x="62957" y="331655"/>
                </a:cubicBezTo>
                <a:cubicBezTo>
                  <a:pt x="43362" y="332077"/>
                  <a:pt x="24002" y="327269"/>
                  <a:pt x="6879" y="317725"/>
                </a:cubicBezTo>
                <a:cubicBezTo>
                  <a:pt x="5522" y="316846"/>
                  <a:pt x="3771" y="316846"/>
                  <a:pt x="2414" y="317725"/>
                </a:cubicBezTo>
                <a:cubicBezTo>
                  <a:pt x="978" y="318418"/>
                  <a:pt x="71" y="319882"/>
                  <a:pt x="92" y="321475"/>
                </a:cubicBezTo>
                <a:lnTo>
                  <a:pt x="92" y="339335"/>
                </a:lnTo>
                <a:moveTo>
                  <a:pt x="92" y="281828"/>
                </a:moveTo>
                <a:cubicBezTo>
                  <a:pt x="85" y="299387"/>
                  <a:pt x="28232" y="313624"/>
                  <a:pt x="62957" y="313624"/>
                </a:cubicBezTo>
                <a:cubicBezTo>
                  <a:pt x="97683" y="313624"/>
                  <a:pt x="125830" y="299387"/>
                  <a:pt x="125822" y="281828"/>
                </a:cubicBezTo>
                <a:cubicBezTo>
                  <a:pt x="125830" y="264268"/>
                  <a:pt x="97683" y="250031"/>
                  <a:pt x="62957" y="250031"/>
                </a:cubicBezTo>
                <a:cubicBezTo>
                  <a:pt x="28232" y="250031"/>
                  <a:pt x="85" y="264268"/>
                  <a:pt x="92" y="281828"/>
                </a:cubicBezTo>
                <a:moveTo>
                  <a:pt x="428717" y="378804"/>
                </a:moveTo>
                <a:cubicBezTo>
                  <a:pt x="428739" y="377211"/>
                  <a:pt x="427832" y="375746"/>
                  <a:pt x="426396" y="375054"/>
                </a:cubicBezTo>
                <a:cubicBezTo>
                  <a:pt x="425038" y="374175"/>
                  <a:pt x="423288" y="374175"/>
                  <a:pt x="421931" y="375054"/>
                </a:cubicBezTo>
                <a:cubicBezTo>
                  <a:pt x="404807" y="384598"/>
                  <a:pt x="385448" y="389405"/>
                  <a:pt x="365852" y="388984"/>
                </a:cubicBezTo>
                <a:cubicBezTo>
                  <a:pt x="346200" y="389398"/>
                  <a:pt x="326783" y="384590"/>
                  <a:pt x="309595" y="375054"/>
                </a:cubicBezTo>
                <a:cubicBezTo>
                  <a:pt x="308238" y="374175"/>
                  <a:pt x="306488" y="374175"/>
                  <a:pt x="305130" y="375054"/>
                </a:cubicBezTo>
                <a:cubicBezTo>
                  <a:pt x="303695" y="375746"/>
                  <a:pt x="302787" y="377211"/>
                  <a:pt x="302809" y="378804"/>
                </a:cubicBezTo>
                <a:lnTo>
                  <a:pt x="302809" y="396663"/>
                </a:lnTo>
                <a:cubicBezTo>
                  <a:pt x="303702" y="411844"/>
                  <a:pt x="328705" y="428632"/>
                  <a:pt x="365852" y="428632"/>
                </a:cubicBezTo>
                <a:cubicBezTo>
                  <a:pt x="403000" y="428632"/>
                  <a:pt x="428717" y="411844"/>
                  <a:pt x="428717" y="396842"/>
                </a:cubicBezTo>
                <a:lnTo>
                  <a:pt x="428717" y="378804"/>
                </a:lnTo>
                <a:moveTo>
                  <a:pt x="303702" y="339335"/>
                </a:moveTo>
                <a:cubicBezTo>
                  <a:pt x="303702" y="354337"/>
                  <a:pt x="329598" y="371124"/>
                  <a:pt x="366745" y="371124"/>
                </a:cubicBezTo>
                <a:cubicBezTo>
                  <a:pt x="403893" y="371124"/>
                  <a:pt x="428717" y="354337"/>
                  <a:pt x="428717" y="339335"/>
                </a:cubicBezTo>
                <a:lnTo>
                  <a:pt x="428717" y="321475"/>
                </a:lnTo>
                <a:cubicBezTo>
                  <a:pt x="428739" y="319882"/>
                  <a:pt x="427832" y="318418"/>
                  <a:pt x="426396" y="317725"/>
                </a:cubicBezTo>
                <a:cubicBezTo>
                  <a:pt x="425038" y="316846"/>
                  <a:pt x="423288" y="316846"/>
                  <a:pt x="421931" y="317725"/>
                </a:cubicBezTo>
                <a:cubicBezTo>
                  <a:pt x="404807" y="327269"/>
                  <a:pt x="385448" y="332077"/>
                  <a:pt x="365852" y="331655"/>
                </a:cubicBezTo>
                <a:cubicBezTo>
                  <a:pt x="346200" y="332070"/>
                  <a:pt x="326783" y="327262"/>
                  <a:pt x="309595" y="317725"/>
                </a:cubicBezTo>
                <a:cubicBezTo>
                  <a:pt x="308238" y="316846"/>
                  <a:pt x="306488" y="316846"/>
                  <a:pt x="305130" y="317725"/>
                </a:cubicBezTo>
                <a:cubicBezTo>
                  <a:pt x="304038" y="318639"/>
                  <a:pt x="303495" y="320061"/>
                  <a:pt x="303702" y="321475"/>
                </a:cubicBezTo>
                <a:lnTo>
                  <a:pt x="303702" y="339335"/>
                </a:lnTo>
                <a:moveTo>
                  <a:pt x="302987" y="281828"/>
                </a:moveTo>
                <a:cubicBezTo>
                  <a:pt x="302980" y="299387"/>
                  <a:pt x="331127" y="313624"/>
                  <a:pt x="365852" y="313624"/>
                </a:cubicBezTo>
                <a:cubicBezTo>
                  <a:pt x="400578" y="313624"/>
                  <a:pt x="428725" y="299387"/>
                  <a:pt x="428717" y="281828"/>
                </a:cubicBezTo>
                <a:cubicBezTo>
                  <a:pt x="428725" y="264268"/>
                  <a:pt x="400578" y="250031"/>
                  <a:pt x="365852" y="250031"/>
                </a:cubicBezTo>
                <a:cubicBezTo>
                  <a:pt x="331127" y="250031"/>
                  <a:pt x="302980" y="264268"/>
                  <a:pt x="302987" y="281828"/>
                </a:cubicBezTo>
                <a:moveTo>
                  <a:pt x="428717" y="128773"/>
                </a:moveTo>
                <a:cubicBezTo>
                  <a:pt x="428739" y="127180"/>
                  <a:pt x="427832" y="125715"/>
                  <a:pt x="426396" y="125022"/>
                </a:cubicBezTo>
                <a:cubicBezTo>
                  <a:pt x="425038" y="124144"/>
                  <a:pt x="423288" y="124144"/>
                  <a:pt x="421931" y="125022"/>
                </a:cubicBezTo>
                <a:cubicBezTo>
                  <a:pt x="404807" y="134566"/>
                  <a:pt x="385448" y="139374"/>
                  <a:pt x="365852" y="138953"/>
                </a:cubicBezTo>
                <a:cubicBezTo>
                  <a:pt x="346200" y="139367"/>
                  <a:pt x="326783" y="134559"/>
                  <a:pt x="309595" y="125022"/>
                </a:cubicBezTo>
                <a:cubicBezTo>
                  <a:pt x="308238" y="124144"/>
                  <a:pt x="306488" y="124144"/>
                  <a:pt x="305130" y="125022"/>
                </a:cubicBezTo>
                <a:cubicBezTo>
                  <a:pt x="303695" y="125715"/>
                  <a:pt x="302787" y="127180"/>
                  <a:pt x="302809" y="128773"/>
                </a:cubicBezTo>
                <a:lnTo>
                  <a:pt x="302809" y="146632"/>
                </a:lnTo>
                <a:cubicBezTo>
                  <a:pt x="303702" y="161813"/>
                  <a:pt x="328705" y="178600"/>
                  <a:pt x="365852" y="178600"/>
                </a:cubicBezTo>
                <a:cubicBezTo>
                  <a:pt x="403000" y="178600"/>
                  <a:pt x="428717" y="161813"/>
                  <a:pt x="428717" y="146811"/>
                </a:cubicBezTo>
                <a:lnTo>
                  <a:pt x="428717" y="128773"/>
                </a:lnTo>
                <a:moveTo>
                  <a:pt x="303702" y="89304"/>
                </a:moveTo>
                <a:cubicBezTo>
                  <a:pt x="303702" y="104305"/>
                  <a:pt x="329598" y="121093"/>
                  <a:pt x="366745" y="121093"/>
                </a:cubicBezTo>
                <a:cubicBezTo>
                  <a:pt x="403893" y="121093"/>
                  <a:pt x="428717" y="104305"/>
                  <a:pt x="428717" y="89304"/>
                </a:cubicBezTo>
                <a:lnTo>
                  <a:pt x="428717" y="71444"/>
                </a:lnTo>
                <a:cubicBezTo>
                  <a:pt x="428739" y="69851"/>
                  <a:pt x="427832" y="68387"/>
                  <a:pt x="426396" y="67694"/>
                </a:cubicBezTo>
                <a:cubicBezTo>
                  <a:pt x="425038" y="66815"/>
                  <a:pt x="423288" y="66815"/>
                  <a:pt x="421931" y="67694"/>
                </a:cubicBezTo>
                <a:cubicBezTo>
                  <a:pt x="404807" y="77238"/>
                  <a:pt x="385448" y="82045"/>
                  <a:pt x="365852" y="81624"/>
                </a:cubicBezTo>
                <a:cubicBezTo>
                  <a:pt x="346200" y="82038"/>
                  <a:pt x="326783" y="77231"/>
                  <a:pt x="309595" y="67694"/>
                </a:cubicBezTo>
                <a:cubicBezTo>
                  <a:pt x="308238" y="66815"/>
                  <a:pt x="306488" y="66815"/>
                  <a:pt x="305130" y="67694"/>
                </a:cubicBezTo>
                <a:cubicBezTo>
                  <a:pt x="304038" y="68608"/>
                  <a:pt x="303495" y="70030"/>
                  <a:pt x="303702" y="71444"/>
                </a:cubicBezTo>
                <a:lnTo>
                  <a:pt x="303702" y="89304"/>
                </a:lnTo>
                <a:moveTo>
                  <a:pt x="302987" y="31796"/>
                </a:moveTo>
                <a:cubicBezTo>
                  <a:pt x="302980" y="49356"/>
                  <a:pt x="331127" y="63593"/>
                  <a:pt x="365852" y="63593"/>
                </a:cubicBezTo>
                <a:cubicBezTo>
                  <a:pt x="400578" y="63593"/>
                  <a:pt x="428725" y="49356"/>
                  <a:pt x="428717" y="31796"/>
                </a:cubicBezTo>
                <a:cubicBezTo>
                  <a:pt x="428725" y="14237"/>
                  <a:pt x="400578" y="0"/>
                  <a:pt x="365852" y="0"/>
                </a:cubicBezTo>
                <a:cubicBezTo>
                  <a:pt x="331127" y="0"/>
                  <a:pt x="302980" y="14237"/>
                  <a:pt x="302987" y="31796"/>
                </a:cubicBezTo>
                <a:moveTo>
                  <a:pt x="126001" y="128773"/>
                </a:moveTo>
                <a:cubicBezTo>
                  <a:pt x="126022" y="127180"/>
                  <a:pt x="125115" y="125715"/>
                  <a:pt x="123679" y="125022"/>
                </a:cubicBezTo>
                <a:cubicBezTo>
                  <a:pt x="122322" y="124144"/>
                  <a:pt x="120572" y="124144"/>
                  <a:pt x="119214" y="125022"/>
                </a:cubicBezTo>
                <a:cubicBezTo>
                  <a:pt x="102027" y="134559"/>
                  <a:pt x="82610" y="139367"/>
                  <a:pt x="62957" y="138953"/>
                </a:cubicBezTo>
                <a:cubicBezTo>
                  <a:pt x="43362" y="139374"/>
                  <a:pt x="24002" y="134566"/>
                  <a:pt x="6879" y="125022"/>
                </a:cubicBezTo>
                <a:cubicBezTo>
                  <a:pt x="5522" y="124144"/>
                  <a:pt x="3771" y="124144"/>
                  <a:pt x="2414" y="125022"/>
                </a:cubicBezTo>
                <a:cubicBezTo>
                  <a:pt x="978" y="125715"/>
                  <a:pt x="71" y="127180"/>
                  <a:pt x="92" y="128773"/>
                </a:cubicBezTo>
                <a:lnTo>
                  <a:pt x="92" y="146632"/>
                </a:lnTo>
                <a:cubicBezTo>
                  <a:pt x="92" y="161813"/>
                  <a:pt x="25988" y="178600"/>
                  <a:pt x="62957" y="178600"/>
                </a:cubicBezTo>
                <a:cubicBezTo>
                  <a:pt x="99926" y="178600"/>
                  <a:pt x="126001" y="161813"/>
                  <a:pt x="126001" y="146811"/>
                </a:cubicBezTo>
                <a:lnTo>
                  <a:pt x="126001" y="128773"/>
                </a:lnTo>
                <a:moveTo>
                  <a:pt x="92" y="89304"/>
                </a:moveTo>
                <a:cubicBezTo>
                  <a:pt x="92" y="104305"/>
                  <a:pt x="25988" y="121093"/>
                  <a:pt x="62957" y="121093"/>
                </a:cubicBezTo>
                <a:cubicBezTo>
                  <a:pt x="99926" y="121093"/>
                  <a:pt x="126001" y="104305"/>
                  <a:pt x="126001" y="89304"/>
                </a:cubicBezTo>
                <a:lnTo>
                  <a:pt x="126001" y="71444"/>
                </a:lnTo>
                <a:cubicBezTo>
                  <a:pt x="126022" y="69851"/>
                  <a:pt x="125115" y="68387"/>
                  <a:pt x="123679" y="67694"/>
                </a:cubicBezTo>
                <a:cubicBezTo>
                  <a:pt x="122322" y="66815"/>
                  <a:pt x="120572" y="66815"/>
                  <a:pt x="119214" y="67694"/>
                </a:cubicBezTo>
                <a:cubicBezTo>
                  <a:pt x="102027" y="77231"/>
                  <a:pt x="82610" y="82038"/>
                  <a:pt x="62957" y="81624"/>
                </a:cubicBezTo>
                <a:cubicBezTo>
                  <a:pt x="43341" y="81988"/>
                  <a:pt x="23988" y="77116"/>
                  <a:pt x="6879" y="67515"/>
                </a:cubicBezTo>
                <a:cubicBezTo>
                  <a:pt x="5522" y="66636"/>
                  <a:pt x="3771" y="66636"/>
                  <a:pt x="2414" y="67515"/>
                </a:cubicBezTo>
                <a:cubicBezTo>
                  <a:pt x="914" y="68237"/>
                  <a:pt x="0" y="69787"/>
                  <a:pt x="92" y="71444"/>
                </a:cubicBezTo>
                <a:lnTo>
                  <a:pt x="92" y="89304"/>
                </a:lnTo>
                <a:moveTo>
                  <a:pt x="92" y="31796"/>
                </a:moveTo>
                <a:cubicBezTo>
                  <a:pt x="85" y="49356"/>
                  <a:pt x="28232" y="63593"/>
                  <a:pt x="62957" y="63593"/>
                </a:cubicBezTo>
                <a:cubicBezTo>
                  <a:pt x="97683" y="63593"/>
                  <a:pt x="125830" y="49356"/>
                  <a:pt x="125822" y="31796"/>
                </a:cubicBezTo>
                <a:cubicBezTo>
                  <a:pt x="125830" y="14237"/>
                  <a:pt x="97683" y="0"/>
                  <a:pt x="62957" y="0"/>
                </a:cubicBezTo>
                <a:cubicBezTo>
                  <a:pt x="28232" y="0"/>
                  <a:pt x="85" y="14237"/>
                  <a:pt x="92" y="31796"/>
                </a:cubicBezTo>
                <a:moveTo>
                  <a:pt x="137967" y="277899"/>
                </a:moveTo>
                <a:cubicBezTo>
                  <a:pt x="132745" y="283128"/>
                  <a:pt x="132745" y="291600"/>
                  <a:pt x="137967" y="296829"/>
                </a:cubicBezTo>
                <a:cubicBezTo>
                  <a:pt x="140667" y="299037"/>
                  <a:pt x="143960" y="300401"/>
                  <a:pt x="147432" y="300759"/>
                </a:cubicBezTo>
                <a:cubicBezTo>
                  <a:pt x="150990" y="300773"/>
                  <a:pt x="154397" y="299358"/>
                  <a:pt x="156898" y="296829"/>
                </a:cubicBezTo>
                <a:lnTo>
                  <a:pt x="210476" y="243251"/>
                </a:lnTo>
                <a:cubicBezTo>
                  <a:pt x="211319" y="242380"/>
                  <a:pt x="212476" y="241887"/>
                  <a:pt x="213690" y="241887"/>
                </a:cubicBezTo>
                <a:cubicBezTo>
                  <a:pt x="214905" y="241887"/>
                  <a:pt x="216062" y="242380"/>
                  <a:pt x="216905" y="243251"/>
                </a:cubicBezTo>
                <a:lnTo>
                  <a:pt x="271912" y="298258"/>
                </a:lnTo>
                <a:cubicBezTo>
                  <a:pt x="274462" y="300709"/>
                  <a:pt x="277841" y="302109"/>
                  <a:pt x="281378" y="302187"/>
                </a:cubicBezTo>
                <a:cubicBezTo>
                  <a:pt x="282563" y="302359"/>
                  <a:pt x="283764" y="302359"/>
                  <a:pt x="284949" y="302187"/>
                </a:cubicBezTo>
                <a:cubicBezTo>
                  <a:pt x="287135" y="301587"/>
                  <a:pt x="289157" y="300487"/>
                  <a:pt x="290843" y="298973"/>
                </a:cubicBezTo>
                <a:cubicBezTo>
                  <a:pt x="296065" y="293743"/>
                  <a:pt x="296065" y="285271"/>
                  <a:pt x="290843" y="280042"/>
                </a:cubicBezTo>
                <a:lnTo>
                  <a:pt x="285842" y="274505"/>
                </a:lnTo>
                <a:lnTo>
                  <a:pt x="235836" y="224320"/>
                </a:lnTo>
                <a:cubicBezTo>
                  <a:pt x="234965" y="223477"/>
                  <a:pt x="234472" y="222320"/>
                  <a:pt x="234472" y="221106"/>
                </a:cubicBezTo>
                <a:cubicBezTo>
                  <a:pt x="234472" y="219891"/>
                  <a:pt x="234965" y="218734"/>
                  <a:pt x="235836" y="217891"/>
                </a:cubicBezTo>
                <a:lnTo>
                  <a:pt x="288343" y="165384"/>
                </a:lnTo>
                <a:cubicBezTo>
                  <a:pt x="288857" y="164699"/>
                  <a:pt x="289336" y="163984"/>
                  <a:pt x="289771" y="163241"/>
                </a:cubicBezTo>
                <a:cubicBezTo>
                  <a:pt x="293386" y="158026"/>
                  <a:pt x="292786" y="150983"/>
                  <a:pt x="288343" y="146454"/>
                </a:cubicBezTo>
                <a:cubicBezTo>
                  <a:pt x="287600" y="145639"/>
                  <a:pt x="286757" y="144918"/>
                  <a:pt x="285842" y="144310"/>
                </a:cubicBezTo>
                <a:cubicBezTo>
                  <a:pt x="280763" y="141481"/>
                  <a:pt x="274427" y="142353"/>
                  <a:pt x="270305" y="146454"/>
                </a:cubicBezTo>
                <a:lnTo>
                  <a:pt x="217798" y="198960"/>
                </a:lnTo>
                <a:cubicBezTo>
                  <a:pt x="216955" y="199832"/>
                  <a:pt x="215798" y="200325"/>
                  <a:pt x="214583" y="200325"/>
                </a:cubicBezTo>
                <a:cubicBezTo>
                  <a:pt x="213369" y="200325"/>
                  <a:pt x="212212" y="199832"/>
                  <a:pt x="211369" y="198960"/>
                </a:cubicBezTo>
                <a:lnTo>
                  <a:pt x="158862" y="147168"/>
                </a:lnTo>
                <a:cubicBezTo>
                  <a:pt x="154862" y="143332"/>
                  <a:pt x="148947" y="142274"/>
                  <a:pt x="143860" y="144489"/>
                </a:cubicBezTo>
                <a:cubicBezTo>
                  <a:pt x="142417" y="145175"/>
                  <a:pt x="141096" y="146075"/>
                  <a:pt x="139931" y="147168"/>
                </a:cubicBezTo>
                <a:cubicBezTo>
                  <a:pt x="134845" y="151847"/>
                  <a:pt x="134302" y="159684"/>
                  <a:pt x="138681" y="165027"/>
                </a:cubicBezTo>
                <a:cubicBezTo>
                  <a:pt x="138974" y="165699"/>
                  <a:pt x="139395" y="166313"/>
                  <a:pt x="139931" y="166813"/>
                </a:cubicBezTo>
                <a:lnTo>
                  <a:pt x="191545" y="218605"/>
                </a:lnTo>
                <a:cubicBezTo>
                  <a:pt x="192416" y="219448"/>
                  <a:pt x="192909" y="220606"/>
                  <a:pt x="192909" y="221820"/>
                </a:cubicBezTo>
                <a:cubicBezTo>
                  <a:pt x="192909" y="223035"/>
                  <a:pt x="192416" y="224192"/>
                  <a:pt x="191545" y="225035"/>
                </a:cubicBezTo>
                <a:lnTo>
                  <a:pt x="142967" y="273434"/>
                </a:lnTo>
                <a:lnTo>
                  <a:pt x="137967" y="277899"/>
                </a:ln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975593" y="3502223"/>
            <a:ext cx="428646" cy="428625"/>
          </a:xfrm>
          <a:custGeom>
            <a:avLst/>
            <a:gdLst/>
            <a:ahLst/>
            <a:cxnLst/>
            <a:rect l="0" t="0" r="0" b="0"/>
            <a:pathLst>
              <a:path w="428646" h="428625">
                <a:moveTo>
                  <a:pt x="375046" y="0"/>
                </a:moveTo>
                <a:lnTo>
                  <a:pt x="107156" y="0"/>
                </a:lnTo>
                <a:cubicBezTo>
                  <a:pt x="77566" y="0"/>
                  <a:pt x="53578" y="23988"/>
                  <a:pt x="53578" y="53578"/>
                </a:cubicBezTo>
                <a:lnTo>
                  <a:pt x="53578" y="133945"/>
                </a:lnTo>
                <a:cubicBezTo>
                  <a:pt x="53578" y="143810"/>
                  <a:pt x="61571" y="151804"/>
                  <a:pt x="71437" y="151804"/>
                </a:cubicBezTo>
                <a:cubicBezTo>
                  <a:pt x="81303" y="151804"/>
                  <a:pt x="89296" y="143810"/>
                  <a:pt x="89296" y="133945"/>
                </a:cubicBezTo>
                <a:lnTo>
                  <a:pt x="89296" y="129480"/>
                </a:lnTo>
                <a:cubicBezTo>
                  <a:pt x="89296" y="127015"/>
                  <a:pt x="91297" y="125015"/>
                  <a:pt x="93761" y="125015"/>
                </a:cubicBezTo>
                <a:lnTo>
                  <a:pt x="388441" y="125015"/>
                </a:lnTo>
                <a:cubicBezTo>
                  <a:pt x="390906" y="125015"/>
                  <a:pt x="392906" y="127015"/>
                  <a:pt x="392906" y="129480"/>
                </a:cubicBezTo>
                <a:lnTo>
                  <a:pt x="392906" y="214312"/>
                </a:lnTo>
                <a:cubicBezTo>
                  <a:pt x="392920" y="220999"/>
                  <a:pt x="389198" y="227128"/>
                  <a:pt x="383262" y="230207"/>
                </a:cubicBezTo>
                <a:cubicBezTo>
                  <a:pt x="377932" y="233279"/>
                  <a:pt x="374761" y="239065"/>
                  <a:pt x="375046" y="245209"/>
                </a:cubicBezTo>
                <a:cubicBezTo>
                  <a:pt x="375004" y="251431"/>
                  <a:pt x="378204" y="257225"/>
                  <a:pt x="383490" y="260511"/>
                </a:cubicBezTo>
                <a:cubicBezTo>
                  <a:pt x="388777" y="263790"/>
                  <a:pt x="395385" y="264083"/>
                  <a:pt x="400942" y="261282"/>
                </a:cubicBezTo>
                <a:cubicBezTo>
                  <a:pt x="418045" y="251838"/>
                  <a:pt x="428646" y="233843"/>
                  <a:pt x="428625" y="214312"/>
                </a:cubicBezTo>
                <a:lnTo>
                  <a:pt x="428625" y="53578"/>
                </a:lnTo>
                <a:cubicBezTo>
                  <a:pt x="428625" y="23988"/>
                  <a:pt x="404636" y="0"/>
                  <a:pt x="375046" y="0"/>
                </a:cubicBezTo>
                <a:moveTo>
                  <a:pt x="93761" y="71437"/>
                </a:moveTo>
                <a:cubicBezTo>
                  <a:pt x="91297" y="71437"/>
                  <a:pt x="89296" y="69437"/>
                  <a:pt x="89296" y="66972"/>
                </a:cubicBezTo>
                <a:lnTo>
                  <a:pt x="89296" y="53578"/>
                </a:lnTo>
                <a:cubicBezTo>
                  <a:pt x="89296" y="43712"/>
                  <a:pt x="97290" y="35718"/>
                  <a:pt x="107156" y="35718"/>
                </a:cubicBezTo>
                <a:lnTo>
                  <a:pt x="375046" y="35718"/>
                </a:lnTo>
                <a:cubicBezTo>
                  <a:pt x="384912" y="35718"/>
                  <a:pt x="392906" y="43712"/>
                  <a:pt x="392906" y="53578"/>
                </a:cubicBezTo>
                <a:lnTo>
                  <a:pt x="392906" y="66972"/>
                </a:lnTo>
                <a:cubicBezTo>
                  <a:pt x="392906" y="69437"/>
                  <a:pt x="390906" y="71437"/>
                  <a:pt x="388441" y="71437"/>
                </a:cubicBezTo>
                <a:lnTo>
                  <a:pt x="93761" y="71437"/>
                </a:lnTo>
                <a:moveTo>
                  <a:pt x="303609" y="178593"/>
                </a:moveTo>
                <a:lnTo>
                  <a:pt x="35718" y="178593"/>
                </a:lnTo>
                <a:cubicBezTo>
                  <a:pt x="15994" y="178593"/>
                  <a:pt x="0" y="194588"/>
                  <a:pt x="0" y="214312"/>
                </a:cubicBezTo>
                <a:lnTo>
                  <a:pt x="0" y="392906"/>
                </a:lnTo>
                <a:cubicBezTo>
                  <a:pt x="0" y="412630"/>
                  <a:pt x="15994" y="428625"/>
                  <a:pt x="35718" y="428625"/>
                </a:cubicBezTo>
                <a:lnTo>
                  <a:pt x="303609" y="428625"/>
                </a:lnTo>
                <a:cubicBezTo>
                  <a:pt x="323333" y="428625"/>
                  <a:pt x="339328" y="412630"/>
                  <a:pt x="339328" y="392906"/>
                </a:cubicBezTo>
                <a:lnTo>
                  <a:pt x="339328" y="214312"/>
                </a:lnTo>
                <a:cubicBezTo>
                  <a:pt x="339328" y="194588"/>
                  <a:pt x="323333" y="178593"/>
                  <a:pt x="303609" y="178593"/>
                </a:cubicBezTo>
                <a:moveTo>
                  <a:pt x="107156" y="276820"/>
                </a:moveTo>
                <a:cubicBezTo>
                  <a:pt x="107156" y="281749"/>
                  <a:pt x="103155" y="285750"/>
                  <a:pt x="98226" y="285750"/>
                </a:cubicBezTo>
                <a:lnTo>
                  <a:pt x="62507" y="285750"/>
                </a:lnTo>
                <a:cubicBezTo>
                  <a:pt x="57578" y="285750"/>
                  <a:pt x="53578" y="281749"/>
                  <a:pt x="53578" y="276820"/>
                </a:cubicBezTo>
                <a:lnTo>
                  <a:pt x="53578" y="241101"/>
                </a:lnTo>
                <a:cubicBezTo>
                  <a:pt x="53578" y="236172"/>
                  <a:pt x="57578" y="232171"/>
                  <a:pt x="62507" y="232171"/>
                </a:cubicBezTo>
                <a:lnTo>
                  <a:pt x="98226" y="232171"/>
                </a:lnTo>
                <a:cubicBezTo>
                  <a:pt x="103155" y="232171"/>
                  <a:pt x="107156" y="236172"/>
                  <a:pt x="107156" y="241101"/>
                </a:cubicBezTo>
                <a:lnTo>
                  <a:pt x="107156" y="276820"/>
                </a:lnTo>
                <a:moveTo>
                  <a:pt x="258960" y="375046"/>
                </a:moveTo>
                <a:cubicBezTo>
                  <a:pt x="250195" y="375025"/>
                  <a:pt x="241737" y="371789"/>
                  <a:pt x="235207" y="365938"/>
                </a:cubicBezTo>
                <a:cubicBezTo>
                  <a:pt x="233436" y="364502"/>
                  <a:pt x="230907" y="364502"/>
                  <a:pt x="229135" y="365938"/>
                </a:cubicBezTo>
                <a:cubicBezTo>
                  <a:pt x="222606" y="371789"/>
                  <a:pt x="214148" y="375025"/>
                  <a:pt x="205382" y="375046"/>
                </a:cubicBezTo>
                <a:cubicBezTo>
                  <a:pt x="185658" y="375046"/>
                  <a:pt x="169664" y="359052"/>
                  <a:pt x="169664" y="339328"/>
                </a:cubicBezTo>
                <a:cubicBezTo>
                  <a:pt x="169664" y="319604"/>
                  <a:pt x="185658" y="303609"/>
                  <a:pt x="205382" y="303609"/>
                </a:cubicBezTo>
                <a:cubicBezTo>
                  <a:pt x="214148" y="303630"/>
                  <a:pt x="222606" y="306866"/>
                  <a:pt x="229135" y="312717"/>
                </a:cubicBezTo>
                <a:cubicBezTo>
                  <a:pt x="230878" y="314224"/>
                  <a:pt x="233464" y="314224"/>
                  <a:pt x="235207" y="312717"/>
                </a:cubicBezTo>
                <a:cubicBezTo>
                  <a:pt x="241737" y="306866"/>
                  <a:pt x="250195" y="303630"/>
                  <a:pt x="258960" y="303609"/>
                </a:cubicBezTo>
                <a:cubicBezTo>
                  <a:pt x="278684" y="303609"/>
                  <a:pt x="294679" y="319604"/>
                  <a:pt x="294679" y="339328"/>
                </a:cubicBezTo>
                <a:cubicBezTo>
                  <a:pt x="294679" y="359052"/>
                  <a:pt x="278684" y="375046"/>
                  <a:pt x="258960" y="375046"/>
                </a:cubicBez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76107" y="3502223"/>
            <a:ext cx="428646" cy="428625"/>
          </a:xfrm>
          <a:custGeom>
            <a:avLst/>
            <a:gdLst/>
            <a:ahLst/>
            <a:cxnLst/>
            <a:rect l="0" t="0" r="0" b="0"/>
            <a:pathLst>
              <a:path w="428646" h="428625">
                <a:moveTo>
                  <a:pt x="197160" y="270212"/>
                </a:moveTo>
                <a:cubicBezTo>
                  <a:pt x="193452" y="259289"/>
                  <a:pt x="195252" y="247252"/>
                  <a:pt x="201982" y="237886"/>
                </a:cubicBezTo>
                <a:cubicBezTo>
                  <a:pt x="204246" y="234872"/>
                  <a:pt x="206954" y="232221"/>
                  <a:pt x="210019" y="230028"/>
                </a:cubicBezTo>
                <a:cubicBezTo>
                  <a:pt x="212269" y="228307"/>
                  <a:pt x="213590" y="225628"/>
                  <a:pt x="213590" y="222799"/>
                </a:cubicBezTo>
                <a:cubicBezTo>
                  <a:pt x="213590" y="219963"/>
                  <a:pt x="212269" y="217284"/>
                  <a:pt x="210019" y="215562"/>
                </a:cubicBezTo>
                <a:cubicBezTo>
                  <a:pt x="186844" y="197617"/>
                  <a:pt x="158426" y="187766"/>
                  <a:pt x="129116" y="187523"/>
                </a:cubicBezTo>
                <a:cubicBezTo>
                  <a:pt x="69944" y="187802"/>
                  <a:pt x="17866" y="226621"/>
                  <a:pt x="707" y="283249"/>
                </a:cubicBezTo>
                <a:cubicBezTo>
                  <a:pt x="0" y="285950"/>
                  <a:pt x="521" y="288828"/>
                  <a:pt x="2135" y="291107"/>
                </a:cubicBezTo>
                <a:cubicBezTo>
                  <a:pt x="3843" y="293336"/>
                  <a:pt x="6472" y="294651"/>
                  <a:pt x="9279" y="294679"/>
                </a:cubicBezTo>
                <a:lnTo>
                  <a:pt x="193052" y="294679"/>
                </a:lnTo>
                <a:cubicBezTo>
                  <a:pt x="195917" y="294658"/>
                  <a:pt x="198596" y="293265"/>
                  <a:pt x="200260" y="290929"/>
                </a:cubicBezTo>
                <a:cubicBezTo>
                  <a:pt x="201925" y="288593"/>
                  <a:pt x="202361" y="285607"/>
                  <a:pt x="201446" y="282892"/>
                </a:cubicBezTo>
                <a:lnTo>
                  <a:pt x="197160" y="270212"/>
                </a:lnTo>
                <a:moveTo>
                  <a:pt x="40533" y="84832"/>
                </a:moveTo>
                <a:cubicBezTo>
                  <a:pt x="40533" y="131680"/>
                  <a:pt x="78516" y="169664"/>
                  <a:pt x="125365" y="169664"/>
                </a:cubicBezTo>
                <a:cubicBezTo>
                  <a:pt x="172214" y="169664"/>
                  <a:pt x="210197" y="131680"/>
                  <a:pt x="210197" y="84832"/>
                </a:cubicBezTo>
                <a:cubicBezTo>
                  <a:pt x="210197" y="37983"/>
                  <a:pt x="172214" y="0"/>
                  <a:pt x="125365" y="0"/>
                </a:cubicBezTo>
                <a:cubicBezTo>
                  <a:pt x="78516" y="0"/>
                  <a:pt x="40533" y="37983"/>
                  <a:pt x="40533" y="84832"/>
                </a:cubicBezTo>
                <a:moveTo>
                  <a:pt x="280563" y="428625"/>
                </a:moveTo>
                <a:cubicBezTo>
                  <a:pt x="290907" y="428625"/>
                  <a:pt x="300230" y="422381"/>
                  <a:pt x="304173" y="412815"/>
                </a:cubicBezTo>
                <a:cubicBezTo>
                  <a:pt x="308117" y="403250"/>
                  <a:pt x="305902" y="392256"/>
                  <a:pt x="298558" y="384962"/>
                </a:cubicBezTo>
                <a:cubicBezTo>
                  <a:pt x="291214" y="377675"/>
                  <a:pt x="280206" y="375532"/>
                  <a:pt x="270662" y="379540"/>
                </a:cubicBezTo>
                <a:cubicBezTo>
                  <a:pt x="261125" y="383555"/>
                  <a:pt x="254953" y="392920"/>
                  <a:pt x="255024" y="403264"/>
                </a:cubicBezTo>
                <a:cubicBezTo>
                  <a:pt x="255124" y="417302"/>
                  <a:pt x="266526" y="428625"/>
                  <a:pt x="280563" y="428625"/>
                </a:cubicBezTo>
                <a:moveTo>
                  <a:pt x="372003" y="403264"/>
                </a:moveTo>
                <a:cubicBezTo>
                  <a:pt x="372003" y="389255"/>
                  <a:pt x="360652" y="377904"/>
                  <a:pt x="346643" y="377904"/>
                </a:cubicBezTo>
                <a:cubicBezTo>
                  <a:pt x="332634" y="377904"/>
                  <a:pt x="321283" y="389255"/>
                  <a:pt x="321283" y="403264"/>
                </a:cubicBezTo>
                <a:cubicBezTo>
                  <a:pt x="321283" y="417273"/>
                  <a:pt x="332634" y="428625"/>
                  <a:pt x="346643" y="428625"/>
                </a:cubicBezTo>
                <a:cubicBezTo>
                  <a:pt x="360609" y="428524"/>
                  <a:pt x="371903" y="417230"/>
                  <a:pt x="372003" y="403264"/>
                </a:cubicBezTo>
                <a:moveTo>
                  <a:pt x="418259" y="192702"/>
                </a:moveTo>
                <a:cubicBezTo>
                  <a:pt x="414787" y="191338"/>
                  <a:pt x="410901" y="191459"/>
                  <a:pt x="407522" y="193052"/>
                </a:cubicBezTo>
                <a:cubicBezTo>
                  <a:pt x="404143" y="194638"/>
                  <a:pt x="401564" y="197546"/>
                  <a:pt x="400400" y="201096"/>
                </a:cubicBezTo>
                <a:lnTo>
                  <a:pt x="386291" y="243780"/>
                </a:lnTo>
                <a:cubicBezTo>
                  <a:pt x="385026" y="247352"/>
                  <a:pt x="381683" y="249774"/>
                  <a:pt x="377897" y="249852"/>
                </a:cubicBezTo>
                <a:lnTo>
                  <a:pt x="231807" y="249852"/>
                </a:lnTo>
                <a:cubicBezTo>
                  <a:pt x="228907" y="249866"/>
                  <a:pt x="226192" y="251259"/>
                  <a:pt x="224485" y="253603"/>
                </a:cubicBezTo>
                <a:cubicBezTo>
                  <a:pt x="222856" y="255946"/>
                  <a:pt x="222392" y="258910"/>
                  <a:pt x="223235" y="261639"/>
                </a:cubicBezTo>
                <a:lnTo>
                  <a:pt x="256274" y="359866"/>
                </a:lnTo>
                <a:cubicBezTo>
                  <a:pt x="257539" y="363438"/>
                  <a:pt x="260882" y="365860"/>
                  <a:pt x="264668" y="365938"/>
                </a:cubicBezTo>
                <a:lnTo>
                  <a:pt x="373075" y="365938"/>
                </a:lnTo>
                <a:cubicBezTo>
                  <a:pt x="377097" y="365917"/>
                  <a:pt x="380604" y="363209"/>
                  <a:pt x="381647" y="359330"/>
                </a:cubicBezTo>
                <a:lnTo>
                  <a:pt x="427546" y="209669"/>
                </a:lnTo>
                <a:cubicBezTo>
                  <a:pt x="428646" y="206190"/>
                  <a:pt x="428274" y="202403"/>
                  <a:pt x="426524" y="199203"/>
                </a:cubicBezTo>
                <a:cubicBezTo>
                  <a:pt x="424767" y="196003"/>
                  <a:pt x="421788" y="193652"/>
                  <a:pt x="418259" y="192702"/>
                </a:cubicBez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75893" y="3504366"/>
            <a:ext cx="428625" cy="424338"/>
          </a:xfrm>
          <a:custGeom>
            <a:avLst/>
            <a:gdLst/>
            <a:ahLst/>
            <a:cxnLst/>
            <a:rect l="0" t="0" r="0" b="0"/>
            <a:pathLst>
              <a:path w="428625" h="424338">
                <a:moveTo>
                  <a:pt x="289857" y="63400"/>
                </a:moveTo>
                <a:cubicBezTo>
                  <a:pt x="286435" y="61964"/>
                  <a:pt x="282571" y="62014"/>
                  <a:pt x="279184" y="63536"/>
                </a:cubicBezTo>
                <a:cubicBezTo>
                  <a:pt x="275798" y="65065"/>
                  <a:pt x="273191" y="67922"/>
                  <a:pt x="271998" y="71437"/>
                </a:cubicBezTo>
                <a:lnTo>
                  <a:pt x="267890" y="87153"/>
                </a:lnTo>
                <a:cubicBezTo>
                  <a:pt x="267211" y="88918"/>
                  <a:pt x="265497" y="90061"/>
                  <a:pt x="263604" y="90011"/>
                </a:cubicBezTo>
                <a:lnTo>
                  <a:pt x="160734" y="90011"/>
                </a:lnTo>
                <a:cubicBezTo>
                  <a:pt x="153169" y="90039"/>
                  <a:pt x="146125" y="93861"/>
                  <a:pt x="141982" y="100191"/>
                </a:cubicBezTo>
                <a:cubicBezTo>
                  <a:pt x="137960" y="106141"/>
                  <a:pt x="137152" y="113707"/>
                  <a:pt x="139838" y="120372"/>
                </a:cubicBezTo>
                <a:lnTo>
                  <a:pt x="159305" y="173950"/>
                </a:lnTo>
                <a:cubicBezTo>
                  <a:pt x="162691" y="182279"/>
                  <a:pt x="170849" y="187673"/>
                  <a:pt x="179843" y="187523"/>
                </a:cubicBezTo>
                <a:lnTo>
                  <a:pt x="243601" y="187523"/>
                </a:lnTo>
                <a:cubicBezTo>
                  <a:pt x="252860" y="187373"/>
                  <a:pt x="261082" y="181558"/>
                  <a:pt x="264318" y="172878"/>
                </a:cubicBezTo>
                <a:lnTo>
                  <a:pt x="297894" y="80545"/>
                </a:lnTo>
                <a:cubicBezTo>
                  <a:pt x="300408" y="73594"/>
                  <a:pt x="296808" y="65915"/>
                  <a:pt x="289857" y="63400"/>
                </a:cubicBezTo>
                <a:moveTo>
                  <a:pt x="160377" y="218955"/>
                </a:moveTo>
                <a:cubicBezTo>
                  <a:pt x="160377" y="228821"/>
                  <a:pt x="168371" y="236815"/>
                  <a:pt x="178236" y="236815"/>
                </a:cubicBezTo>
                <a:cubicBezTo>
                  <a:pt x="188102" y="236815"/>
                  <a:pt x="196095" y="228821"/>
                  <a:pt x="196095" y="218955"/>
                </a:cubicBezTo>
                <a:cubicBezTo>
                  <a:pt x="196095" y="209090"/>
                  <a:pt x="188102" y="201096"/>
                  <a:pt x="178236" y="201096"/>
                </a:cubicBezTo>
                <a:cubicBezTo>
                  <a:pt x="168371" y="201096"/>
                  <a:pt x="160377" y="209090"/>
                  <a:pt x="160377" y="218955"/>
                </a:cubicBezTo>
                <a:moveTo>
                  <a:pt x="222885" y="218955"/>
                </a:moveTo>
                <a:cubicBezTo>
                  <a:pt x="222885" y="228821"/>
                  <a:pt x="230878" y="236815"/>
                  <a:pt x="240744" y="236815"/>
                </a:cubicBezTo>
                <a:cubicBezTo>
                  <a:pt x="250609" y="236815"/>
                  <a:pt x="258603" y="228821"/>
                  <a:pt x="258603" y="218955"/>
                </a:cubicBezTo>
                <a:cubicBezTo>
                  <a:pt x="258603" y="209090"/>
                  <a:pt x="250609" y="201096"/>
                  <a:pt x="240744" y="201096"/>
                </a:cubicBezTo>
                <a:cubicBezTo>
                  <a:pt x="230878" y="201096"/>
                  <a:pt x="222885" y="209090"/>
                  <a:pt x="222885" y="218955"/>
                </a:cubicBezTo>
                <a:moveTo>
                  <a:pt x="428625" y="35718"/>
                </a:moveTo>
                <a:cubicBezTo>
                  <a:pt x="428625" y="15994"/>
                  <a:pt x="412630" y="0"/>
                  <a:pt x="392906" y="0"/>
                </a:cubicBezTo>
                <a:lnTo>
                  <a:pt x="35718" y="0"/>
                </a:lnTo>
                <a:cubicBezTo>
                  <a:pt x="15994" y="0"/>
                  <a:pt x="0" y="15994"/>
                  <a:pt x="0" y="35718"/>
                </a:cubicBezTo>
                <a:lnTo>
                  <a:pt x="0" y="321468"/>
                </a:lnTo>
                <a:cubicBezTo>
                  <a:pt x="0" y="341192"/>
                  <a:pt x="15994" y="357187"/>
                  <a:pt x="35718" y="357187"/>
                </a:cubicBezTo>
                <a:lnTo>
                  <a:pt x="170199" y="357187"/>
                </a:lnTo>
                <a:cubicBezTo>
                  <a:pt x="171692" y="357201"/>
                  <a:pt x="173085" y="357930"/>
                  <a:pt x="173950" y="359152"/>
                </a:cubicBezTo>
                <a:cubicBezTo>
                  <a:pt x="174586" y="360387"/>
                  <a:pt x="174586" y="361845"/>
                  <a:pt x="173950" y="363081"/>
                </a:cubicBezTo>
                <a:cubicBezTo>
                  <a:pt x="170342" y="374361"/>
                  <a:pt x="165363" y="385155"/>
                  <a:pt x="159127" y="395227"/>
                </a:cubicBezTo>
                <a:cubicBezTo>
                  <a:pt x="158434" y="396663"/>
                  <a:pt x="156969" y="397571"/>
                  <a:pt x="155376" y="397549"/>
                </a:cubicBezTo>
                <a:lnTo>
                  <a:pt x="125015" y="397549"/>
                </a:lnTo>
                <a:cubicBezTo>
                  <a:pt x="117686" y="397549"/>
                  <a:pt x="111721" y="403436"/>
                  <a:pt x="111621" y="410765"/>
                </a:cubicBezTo>
                <a:cubicBezTo>
                  <a:pt x="111621" y="418195"/>
                  <a:pt x="117586" y="424238"/>
                  <a:pt x="125015" y="424338"/>
                </a:cubicBezTo>
                <a:lnTo>
                  <a:pt x="303609" y="424338"/>
                </a:lnTo>
                <a:cubicBezTo>
                  <a:pt x="311038" y="424238"/>
                  <a:pt x="317003" y="418195"/>
                  <a:pt x="317003" y="410765"/>
                </a:cubicBezTo>
                <a:cubicBezTo>
                  <a:pt x="316903" y="403436"/>
                  <a:pt x="310938" y="397549"/>
                  <a:pt x="303609" y="397549"/>
                </a:cubicBezTo>
                <a:lnTo>
                  <a:pt x="272534" y="397549"/>
                </a:lnTo>
                <a:cubicBezTo>
                  <a:pt x="270905" y="397513"/>
                  <a:pt x="269419" y="396635"/>
                  <a:pt x="268605" y="395227"/>
                </a:cubicBezTo>
                <a:cubicBezTo>
                  <a:pt x="262482" y="385119"/>
                  <a:pt x="257567" y="374332"/>
                  <a:pt x="253960" y="363081"/>
                </a:cubicBezTo>
                <a:cubicBezTo>
                  <a:pt x="253324" y="361845"/>
                  <a:pt x="253324" y="360387"/>
                  <a:pt x="253960" y="359152"/>
                </a:cubicBezTo>
                <a:cubicBezTo>
                  <a:pt x="254717" y="357909"/>
                  <a:pt x="256074" y="357166"/>
                  <a:pt x="257532" y="357187"/>
                </a:cubicBezTo>
                <a:lnTo>
                  <a:pt x="392906" y="357187"/>
                </a:lnTo>
                <a:cubicBezTo>
                  <a:pt x="412630" y="357187"/>
                  <a:pt x="428625" y="341192"/>
                  <a:pt x="428625" y="321468"/>
                </a:cubicBezTo>
                <a:lnTo>
                  <a:pt x="428625" y="35718"/>
                </a:lnTo>
                <a:moveTo>
                  <a:pt x="53578" y="35718"/>
                </a:moveTo>
                <a:lnTo>
                  <a:pt x="375046" y="35718"/>
                </a:lnTo>
                <a:cubicBezTo>
                  <a:pt x="384912" y="35718"/>
                  <a:pt x="392906" y="43712"/>
                  <a:pt x="392906" y="53578"/>
                </a:cubicBezTo>
                <a:lnTo>
                  <a:pt x="392906" y="250031"/>
                </a:lnTo>
                <a:cubicBezTo>
                  <a:pt x="392906" y="259896"/>
                  <a:pt x="384912" y="267890"/>
                  <a:pt x="375046" y="267890"/>
                </a:cubicBezTo>
                <a:lnTo>
                  <a:pt x="53578" y="267890"/>
                </a:lnTo>
                <a:cubicBezTo>
                  <a:pt x="43712" y="267890"/>
                  <a:pt x="35718" y="259896"/>
                  <a:pt x="35718" y="250031"/>
                </a:cubicBezTo>
                <a:lnTo>
                  <a:pt x="35718" y="53578"/>
                </a:lnTo>
                <a:cubicBezTo>
                  <a:pt x="35718" y="43712"/>
                  <a:pt x="43712" y="35718"/>
                  <a:pt x="53578" y="35718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375143" y="3502223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398799" y="279320"/>
                </a:moveTo>
                <a:cubicBezTo>
                  <a:pt x="395263" y="278041"/>
                  <a:pt x="392906" y="274684"/>
                  <a:pt x="392906" y="270926"/>
                </a:cubicBezTo>
                <a:lnTo>
                  <a:pt x="392906" y="35718"/>
                </a:lnTo>
                <a:cubicBezTo>
                  <a:pt x="392906" y="15994"/>
                  <a:pt x="376911" y="0"/>
                  <a:pt x="357187" y="0"/>
                </a:cubicBezTo>
                <a:lnTo>
                  <a:pt x="71437" y="0"/>
                </a:lnTo>
                <a:cubicBezTo>
                  <a:pt x="51713" y="0"/>
                  <a:pt x="35718" y="15994"/>
                  <a:pt x="35718" y="35718"/>
                </a:cubicBezTo>
                <a:lnTo>
                  <a:pt x="35718" y="270926"/>
                </a:lnTo>
                <a:cubicBezTo>
                  <a:pt x="35718" y="274684"/>
                  <a:pt x="33361" y="278041"/>
                  <a:pt x="29825" y="279320"/>
                </a:cubicBezTo>
                <a:cubicBezTo>
                  <a:pt x="11980" y="285657"/>
                  <a:pt x="42" y="302530"/>
                  <a:pt x="0" y="321468"/>
                </a:cubicBezTo>
                <a:lnTo>
                  <a:pt x="0" y="357187"/>
                </a:lnTo>
                <a:cubicBezTo>
                  <a:pt x="0" y="381847"/>
                  <a:pt x="19988" y="401835"/>
                  <a:pt x="44648" y="401835"/>
                </a:cubicBezTo>
                <a:lnTo>
                  <a:pt x="111442" y="401835"/>
                </a:lnTo>
                <a:cubicBezTo>
                  <a:pt x="114578" y="401857"/>
                  <a:pt x="117493" y="400228"/>
                  <a:pt x="119122" y="397549"/>
                </a:cubicBezTo>
                <a:cubicBezTo>
                  <a:pt x="120650" y="394835"/>
                  <a:pt x="120650" y="391513"/>
                  <a:pt x="119122" y="388798"/>
                </a:cubicBezTo>
                <a:cubicBezTo>
                  <a:pt x="102984" y="357794"/>
                  <a:pt x="102984" y="320861"/>
                  <a:pt x="119122" y="289857"/>
                </a:cubicBezTo>
                <a:cubicBezTo>
                  <a:pt x="120650" y="287143"/>
                  <a:pt x="120650" y="283821"/>
                  <a:pt x="119122" y="281106"/>
                </a:cubicBezTo>
                <a:cubicBezTo>
                  <a:pt x="117493" y="278427"/>
                  <a:pt x="114578" y="276798"/>
                  <a:pt x="111442" y="276820"/>
                </a:cubicBezTo>
                <a:lnTo>
                  <a:pt x="80367" y="276820"/>
                </a:lnTo>
                <a:cubicBezTo>
                  <a:pt x="75438" y="276820"/>
                  <a:pt x="71437" y="272819"/>
                  <a:pt x="71437" y="267890"/>
                </a:cubicBezTo>
                <a:lnTo>
                  <a:pt x="71437" y="44648"/>
                </a:lnTo>
                <a:cubicBezTo>
                  <a:pt x="71437" y="39719"/>
                  <a:pt x="75438" y="35718"/>
                  <a:pt x="80367" y="35718"/>
                </a:cubicBezTo>
                <a:lnTo>
                  <a:pt x="348257" y="35718"/>
                </a:lnTo>
                <a:cubicBezTo>
                  <a:pt x="353187" y="35718"/>
                  <a:pt x="357187" y="39719"/>
                  <a:pt x="357187" y="44648"/>
                </a:cubicBezTo>
                <a:lnTo>
                  <a:pt x="357187" y="267890"/>
                </a:lnTo>
                <a:cubicBezTo>
                  <a:pt x="357187" y="272819"/>
                  <a:pt x="353187" y="276820"/>
                  <a:pt x="348257" y="276820"/>
                </a:cubicBezTo>
                <a:lnTo>
                  <a:pt x="317182" y="276820"/>
                </a:lnTo>
                <a:cubicBezTo>
                  <a:pt x="314046" y="276798"/>
                  <a:pt x="311131" y="278427"/>
                  <a:pt x="309502" y="281106"/>
                </a:cubicBezTo>
                <a:cubicBezTo>
                  <a:pt x="307974" y="283821"/>
                  <a:pt x="307974" y="287143"/>
                  <a:pt x="309502" y="289857"/>
                </a:cubicBezTo>
                <a:cubicBezTo>
                  <a:pt x="325640" y="320861"/>
                  <a:pt x="325640" y="357794"/>
                  <a:pt x="309502" y="388798"/>
                </a:cubicBezTo>
                <a:cubicBezTo>
                  <a:pt x="307974" y="391513"/>
                  <a:pt x="307974" y="394835"/>
                  <a:pt x="309502" y="397549"/>
                </a:cubicBezTo>
                <a:cubicBezTo>
                  <a:pt x="311131" y="400228"/>
                  <a:pt x="314046" y="401857"/>
                  <a:pt x="317182" y="401835"/>
                </a:cubicBezTo>
                <a:lnTo>
                  <a:pt x="383976" y="401835"/>
                </a:lnTo>
                <a:cubicBezTo>
                  <a:pt x="408636" y="401835"/>
                  <a:pt x="428625" y="381847"/>
                  <a:pt x="428625" y="357187"/>
                </a:cubicBezTo>
                <a:lnTo>
                  <a:pt x="428625" y="321468"/>
                </a:lnTo>
                <a:cubicBezTo>
                  <a:pt x="428582" y="302530"/>
                  <a:pt x="416644" y="285657"/>
                  <a:pt x="398799" y="279320"/>
                </a:cubicBezTo>
                <a:moveTo>
                  <a:pt x="61257" y="313967"/>
                </a:moveTo>
                <a:cubicBezTo>
                  <a:pt x="64058" y="312260"/>
                  <a:pt x="67565" y="312260"/>
                  <a:pt x="70365" y="313967"/>
                </a:cubicBezTo>
                <a:cubicBezTo>
                  <a:pt x="73252" y="315546"/>
                  <a:pt x="75087" y="318539"/>
                  <a:pt x="75187" y="321825"/>
                </a:cubicBezTo>
                <a:lnTo>
                  <a:pt x="75187" y="357544"/>
                </a:lnTo>
                <a:cubicBezTo>
                  <a:pt x="75087" y="360830"/>
                  <a:pt x="73252" y="363824"/>
                  <a:pt x="70365" y="365402"/>
                </a:cubicBezTo>
                <a:cubicBezTo>
                  <a:pt x="69115" y="366117"/>
                  <a:pt x="67694" y="366481"/>
                  <a:pt x="66258" y="366474"/>
                </a:cubicBezTo>
                <a:cubicBezTo>
                  <a:pt x="64493" y="366467"/>
                  <a:pt x="62764" y="365974"/>
                  <a:pt x="61257" y="365045"/>
                </a:cubicBezTo>
                <a:lnTo>
                  <a:pt x="34468" y="347186"/>
                </a:lnTo>
                <a:cubicBezTo>
                  <a:pt x="32003" y="345486"/>
                  <a:pt x="30525" y="342678"/>
                  <a:pt x="30525" y="339685"/>
                </a:cubicBezTo>
                <a:cubicBezTo>
                  <a:pt x="30525" y="336692"/>
                  <a:pt x="32003" y="333884"/>
                  <a:pt x="34468" y="332184"/>
                </a:cubicBezTo>
                <a:lnTo>
                  <a:pt x="61257" y="313967"/>
                </a:lnTo>
                <a:moveTo>
                  <a:pt x="394870" y="331827"/>
                </a:moveTo>
                <a:cubicBezTo>
                  <a:pt x="397335" y="333527"/>
                  <a:pt x="398814" y="336334"/>
                  <a:pt x="398814" y="339328"/>
                </a:cubicBezTo>
                <a:cubicBezTo>
                  <a:pt x="398814" y="342321"/>
                  <a:pt x="397335" y="345128"/>
                  <a:pt x="394870" y="346829"/>
                </a:cubicBezTo>
                <a:lnTo>
                  <a:pt x="368081" y="364688"/>
                </a:lnTo>
                <a:cubicBezTo>
                  <a:pt x="366574" y="365617"/>
                  <a:pt x="364845" y="366110"/>
                  <a:pt x="363081" y="366117"/>
                </a:cubicBezTo>
                <a:cubicBezTo>
                  <a:pt x="361645" y="366124"/>
                  <a:pt x="360223" y="365759"/>
                  <a:pt x="358973" y="365045"/>
                </a:cubicBezTo>
                <a:cubicBezTo>
                  <a:pt x="356030" y="363524"/>
                  <a:pt x="354179" y="360495"/>
                  <a:pt x="354151" y="357187"/>
                </a:cubicBezTo>
                <a:lnTo>
                  <a:pt x="354151" y="321468"/>
                </a:lnTo>
                <a:cubicBezTo>
                  <a:pt x="354179" y="318161"/>
                  <a:pt x="356030" y="315132"/>
                  <a:pt x="358973" y="313610"/>
                </a:cubicBezTo>
                <a:cubicBezTo>
                  <a:pt x="361773" y="311903"/>
                  <a:pt x="365281" y="311903"/>
                  <a:pt x="368081" y="313610"/>
                </a:cubicBezTo>
                <a:lnTo>
                  <a:pt x="394870" y="331827"/>
                </a:lnTo>
                <a:moveTo>
                  <a:pt x="214312" y="250031"/>
                </a:moveTo>
                <a:cubicBezTo>
                  <a:pt x="164992" y="250031"/>
                  <a:pt x="125015" y="290007"/>
                  <a:pt x="125015" y="339328"/>
                </a:cubicBezTo>
                <a:cubicBezTo>
                  <a:pt x="125015" y="388648"/>
                  <a:pt x="164992" y="428625"/>
                  <a:pt x="214312" y="428625"/>
                </a:cubicBezTo>
                <a:cubicBezTo>
                  <a:pt x="263632" y="428625"/>
                  <a:pt x="303609" y="388648"/>
                  <a:pt x="303609" y="339328"/>
                </a:cubicBezTo>
                <a:cubicBezTo>
                  <a:pt x="303609" y="290007"/>
                  <a:pt x="263632" y="250031"/>
                  <a:pt x="214312" y="250031"/>
                </a:cubicBezTo>
                <a:moveTo>
                  <a:pt x="251281" y="350043"/>
                </a:moveTo>
                <a:lnTo>
                  <a:pt x="194667" y="378261"/>
                </a:lnTo>
                <a:cubicBezTo>
                  <a:pt x="191109" y="380233"/>
                  <a:pt x="186794" y="380233"/>
                  <a:pt x="183237" y="378261"/>
                </a:cubicBezTo>
                <a:cubicBezTo>
                  <a:pt x="179643" y="376139"/>
                  <a:pt x="177457" y="372253"/>
                  <a:pt x="177522" y="368081"/>
                </a:cubicBezTo>
                <a:lnTo>
                  <a:pt x="177522" y="311110"/>
                </a:lnTo>
                <a:cubicBezTo>
                  <a:pt x="177457" y="306938"/>
                  <a:pt x="179643" y="303052"/>
                  <a:pt x="183237" y="300930"/>
                </a:cubicBezTo>
                <a:cubicBezTo>
                  <a:pt x="186794" y="298958"/>
                  <a:pt x="191109" y="298958"/>
                  <a:pt x="194667" y="300930"/>
                </a:cubicBezTo>
                <a:lnTo>
                  <a:pt x="251281" y="329326"/>
                </a:lnTo>
                <a:cubicBezTo>
                  <a:pt x="255339" y="331262"/>
                  <a:pt x="257910" y="335370"/>
                  <a:pt x="257889" y="339863"/>
                </a:cubicBezTo>
                <a:cubicBezTo>
                  <a:pt x="257660" y="344193"/>
                  <a:pt x="255146" y="348072"/>
                  <a:pt x="251281" y="350043"/>
                </a:cubicBez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599753" y="3504545"/>
            <a:ext cx="382512" cy="424474"/>
          </a:xfrm>
          <a:custGeom>
            <a:avLst/>
            <a:gdLst/>
            <a:ahLst/>
            <a:cxnLst/>
            <a:rect l="0" t="0" r="0" b="0"/>
            <a:pathLst>
              <a:path w="382512" h="424474">
                <a:moveTo>
                  <a:pt x="150740" y="383440"/>
                </a:moveTo>
                <a:cubicBezTo>
                  <a:pt x="152561" y="383426"/>
                  <a:pt x="154219" y="382390"/>
                  <a:pt x="155026" y="380761"/>
                </a:cubicBezTo>
                <a:cubicBezTo>
                  <a:pt x="156019" y="379304"/>
                  <a:pt x="156019" y="377397"/>
                  <a:pt x="155026" y="375939"/>
                </a:cubicBezTo>
                <a:cubicBezTo>
                  <a:pt x="140853" y="360816"/>
                  <a:pt x="130666" y="342399"/>
                  <a:pt x="125379" y="322361"/>
                </a:cubicBezTo>
                <a:cubicBezTo>
                  <a:pt x="124708" y="320461"/>
                  <a:pt x="122929" y="319182"/>
                  <a:pt x="120915" y="319147"/>
                </a:cubicBezTo>
                <a:cubicBezTo>
                  <a:pt x="80174" y="316118"/>
                  <a:pt x="40976" y="302309"/>
                  <a:pt x="7329" y="279142"/>
                </a:cubicBezTo>
                <a:cubicBezTo>
                  <a:pt x="5900" y="278270"/>
                  <a:pt x="4114" y="278270"/>
                  <a:pt x="2686" y="279142"/>
                </a:cubicBezTo>
                <a:cubicBezTo>
                  <a:pt x="1057" y="279856"/>
                  <a:pt x="0" y="281470"/>
                  <a:pt x="7" y="283249"/>
                </a:cubicBezTo>
                <a:lnTo>
                  <a:pt x="7" y="313967"/>
                </a:lnTo>
                <a:cubicBezTo>
                  <a:pt x="7" y="349150"/>
                  <a:pt x="66086" y="379333"/>
                  <a:pt x="150740" y="383440"/>
                </a:cubicBezTo>
                <a:moveTo>
                  <a:pt x="129487" y="244673"/>
                </a:moveTo>
                <a:cubicBezTo>
                  <a:pt x="130123" y="243437"/>
                  <a:pt x="130123" y="241980"/>
                  <a:pt x="129487" y="240744"/>
                </a:cubicBezTo>
                <a:cubicBezTo>
                  <a:pt x="128866" y="239515"/>
                  <a:pt x="127644" y="238701"/>
                  <a:pt x="126272" y="238601"/>
                </a:cubicBezTo>
                <a:cubicBezTo>
                  <a:pt x="83824" y="235822"/>
                  <a:pt x="42883" y="221770"/>
                  <a:pt x="7686" y="197881"/>
                </a:cubicBezTo>
                <a:cubicBezTo>
                  <a:pt x="6257" y="197010"/>
                  <a:pt x="4471" y="197010"/>
                  <a:pt x="3043" y="197881"/>
                </a:cubicBezTo>
                <a:cubicBezTo>
                  <a:pt x="1414" y="198596"/>
                  <a:pt x="357" y="200210"/>
                  <a:pt x="364" y="201989"/>
                </a:cubicBezTo>
                <a:lnTo>
                  <a:pt x="364" y="232707"/>
                </a:lnTo>
                <a:cubicBezTo>
                  <a:pt x="364" y="264140"/>
                  <a:pt x="48941" y="290750"/>
                  <a:pt x="116093" y="300394"/>
                </a:cubicBezTo>
                <a:cubicBezTo>
                  <a:pt x="117407" y="300501"/>
                  <a:pt x="118707" y="300051"/>
                  <a:pt x="119664" y="299144"/>
                </a:cubicBezTo>
                <a:cubicBezTo>
                  <a:pt x="120700" y="298344"/>
                  <a:pt x="121243" y="297051"/>
                  <a:pt x="121093" y="295751"/>
                </a:cubicBezTo>
                <a:cubicBezTo>
                  <a:pt x="120300" y="278327"/>
                  <a:pt x="123158" y="260925"/>
                  <a:pt x="129487" y="244673"/>
                </a:cubicBezTo>
                <a:moveTo>
                  <a:pt x="169849" y="160734"/>
                </a:moveTo>
                <a:cubicBezTo>
                  <a:pt x="107163" y="160734"/>
                  <a:pt x="41976" y="145732"/>
                  <a:pt x="7329" y="117514"/>
                </a:cubicBezTo>
                <a:cubicBezTo>
                  <a:pt x="5900" y="116643"/>
                  <a:pt x="4114" y="116643"/>
                  <a:pt x="2686" y="117514"/>
                </a:cubicBezTo>
                <a:cubicBezTo>
                  <a:pt x="1057" y="118229"/>
                  <a:pt x="0" y="119843"/>
                  <a:pt x="7" y="121622"/>
                </a:cubicBezTo>
                <a:lnTo>
                  <a:pt x="7" y="151804"/>
                </a:lnTo>
                <a:cubicBezTo>
                  <a:pt x="7" y="186630"/>
                  <a:pt x="59836" y="215741"/>
                  <a:pt x="138595" y="221813"/>
                </a:cubicBezTo>
                <a:cubicBezTo>
                  <a:pt x="140138" y="222006"/>
                  <a:pt x="141660" y="221320"/>
                  <a:pt x="142524" y="220027"/>
                </a:cubicBezTo>
                <a:cubicBezTo>
                  <a:pt x="180779" y="163220"/>
                  <a:pt x="257625" y="147768"/>
                  <a:pt x="314867" y="185380"/>
                </a:cubicBezTo>
                <a:cubicBezTo>
                  <a:pt x="316432" y="186430"/>
                  <a:pt x="318482" y="186430"/>
                  <a:pt x="320047" y="185380"/>
                </a:cubicBezTo>
                <a:cubicBezTo>
                  <a:pt x="342192" y="167520"/>
                  <a:pt x="340228" y="156090"/>
                  <a:pt x="339871" y="121086"/>
                </a:cubicBezTo>
                <a:cubicBezTo>
                  <a:pt x="339806" y="119372"/>
                  <a:pt x="338763" y="117843"/>
                  <a:pt x="337192" y="117157"/>
                </a:cubicBezTo>
                <a:cubicBezTo>
                  <a:pt x="335763" y="116285"/>
                  <a:pt x="333977" y="116285"/>
                  <a:pt x="332548" y="117157"/>
                </a:cubicBezTo>
                <a:cubicBezTo>
                  <a:pt x="297008" y="145732"/>
                  <a:pt x="232357" y="160734"/>
                  <a:pt x="169849" y="160734"/>
                </a:cubicBezTo>
                <a:moveTo>
                  <a:pt x="185" y="71437"/>
                </a:moveTo>
                <a:cubicBezTo>
                  <a:pt x="185" y="110892"/>
                  <a:pt x="76145" y="142875"/>
                  <a:pt x="169849" y="142875"/>
                </a:cubicBezTo>
                <a:cubicBezTo>
                  <a:pt x="263554" y="142875"/>
                  <a:pt x="339513" y="110892"/>
                  <a:pt x="339513" y="71437"/>
                </a:cubicBezTo>
                <a:cubicBezTo>
                  <a:pt x="339513" y="31982"/>
                  <a:pt x="263554" y="0"/>
                  <a:pt x="169849" y="0"/>
                </a:cubicBezTo>
                <a:cubicBezTo>
                  <a:pt x="76145" y="0"/>
                  <a:pt x="185" y="31982"/>
                  <a:pt x="185" y="71437"/>
                </a:cubicBezTo>
                <a:moveTo>
                  <a:pt x="330048" y="349150"/>
                </a:moveTo>
                <a:cubicBezTo>
                  <a:pt x="328826" y="347507"/>
                  <a:pt x="328826" y="345257"/>
                  <a:pt x="330048" y="343614"/>
                </a:cubicBezTo>
                <a:cubicBezTo>
                  <a:pt x="340328" y="327648"/>
                  <a:pt x="345721" y="309024"/>
                  <a:pt x="345586" y="290036"/>
                </a:cubicBezTo>
                <a:cubicBezTo>
                  <a:pt x="345586" y="235493"/>
                  <a:pt x="301366" y="191273"/>
                  <a:pt x="246823" y="191273"/>
                </a:cubicBezTo>
                <a:cubicBezTo>
                  <a:pt x="192281" y="191273"/>
                  <a:pt x="148061" y="235493"/>
                  <a:pt x="148061" y="290036"/>
                </a:cubicBezTo>
                <a:cubicBezTo>
                  <a:pt x="148061" y="344578"/>
                  <a:pt x="192281" y="388798"/>
                  <a:pt x="246823" y="388798"/>
                </a:cubicBezTo>
                <a:cubicBezTo>
                  <a:pt x="265811" y="388934"/>
                  <a:pt x="284435" y="383540"/>
                  <a:pt x="300401" y="373260"/>
                </a:cubicBezTo>
                <a:cubicBezTo>
                  <a:pt x="302044" y="372039"/>
                  <a:pt x="304295" y="372039"/>
                  <a:pt x="305938" y="373260"/>
                </a:cubicBezTo>
                <a:lnTo>
                  <a:pt x="350408" y="417552"/>
                </a:lnTo>
                <a:cubicBezTo>
                  <a:pt x="357373" y="424474"/>
                  <a:pt x="368624" y="424474"/>
                  <a:pt x="375589" y="417552"/>
                </a:cubicBezTo>
                <a:cubicBezTo>
                  <a:pt x="382512" y="410587"/>
                  <a:pt x="382512" y="399335"/>
                  <a:pt x="375589" y="392370"/>
                </a:cubicBezTo>
                <a:lnTo>
                  <a:pt x="330048" y="349150"/>
                </a:lnTo>
                <a:moveTo>
                  <a:pt x="183244" y="290572"/>
                </a:moveTo>
                <a:cubicBezTo>
                  <a:pt x="183244" y="255731"/>
                  <a:pt x="211505" y="227492"/>
                  <a:pt x="246345" y="227528"/>
                </a:cubicBezTo>
                <a:cubicBezTo>
                  <a:pt x="281192" y="227564"/>
                  <a:pt x="309395" y="255853"/>
                  <a:pt x="309331" y="290693"/>
                </a:cubicBezTo>
                <a:cubicBezTo>
                  <a:pt x="309267" y="325533"/>
                  <a:pt x="280949" y="353715"/>
                  <a:pt x="246109" y="353615"/>
                </a:cubicBezTo>
                <a:cubicBezTo>
                  <a:pt x="211362" y="353515"/>
                  <a:pt x="183244" y="325319"/>
                  <a:pt x="183244" y="290572"/>
                </a:cubicBezTo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8285" y="1941314"/>
            <a:ext cx="1582397" cy="4200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E88E7"/>
                </a:solidFill>
                <a:latin typeface="Shantell Sans"/>
              </a:rPr>
              <a:t>Acceso del Usuario a
la Página Principal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0909" y="1598414"/>
            <a:ext cx="1198249" cy="6300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0CB15"/>
                </a:solidFill>
                <a:latin typeface="Shantell Sans"/>
              </a:rPr>
              <a:t>Interacción del
Usuario con el
Carrito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35018" y="1598414"/>
            <a:ext cx="1509510" cy="6300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CC583"/>
                </a:solidFill>
                <a:latin typeface="Shantell Sans"/>
              </a:rPr>
              <a:t>Almacenamiento de
Datos en Store
Reactivo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94720" y="937617"/>
            <a:ext cx="5190155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Shantell Sans"/>
              </a:rPr>
              <a:t>Flujo de Datos de la Aplicación de Comercio Electrónico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4754" y="5470326"/>
            <a:ext cx="1510960" cy="4500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Shantell Sans"/>
              </a:rPr>
              <a:t>El carrito se actualiza
dinámicamente para reflejar
los cambios.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148" y="2362795"/>
            <a:ext cx="1496615" cy="3000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Shantell Sans"/>
              </a:rPr>
              <a:t>El usuario inicia la
interacción con la aplicación.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3242" y="2212776"/>
            <a:ext cx="1353069" cy="4500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Shantell Sans"/>
              </a:rPr>
              <a:t>Los datos recuperados se
almacenan para su uso
reactivo.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39297" y="4855964"/>
            <a:ext cx="1500637" cy="6300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EABDA"/>
                </a:solidFill>
                <a:latin typeface="Shantell Sans"/>
              </a:rPr>
              <a:t>Ejecución de la
Consulta de la Base
de Datos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56826" y="4855964"/>
            <a:ext cx="1266115" cy="6300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92BD39"/>
                </a:solidFill>
                <a:latin typeface="Shantell Sans"/>
              </a:rPr>
              <a:t>Visualización de
Productos en
Tarjetas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95190" y="4855964"/>
            <a:ext cx="1390073" cy="6300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DE8431"/>
                </a:solidFill>
                <a:latin typeface="Shantell Sans"/>
              </a:rPr>
              <a:t>Actualización del
Carrito en Tiempo
Real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8871" y="5448895"/>
            <a:ext cx="1461396" cy="3000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Shantell Sans"/>
              </a:rPr>
              <a:t>SvelteKit recupera datos de
la tabla de productos.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78388" y="5448895"/>
            <a:ext cx="1422999" cy="3000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Shantell Sans"/>
              </a:rPr>
              <a:t>Los productos se muestran
en tarjetas visuales.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9103" y="2212776"/>
            <a:ext cx="1521897" cy="4500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Shantell Sans"/>
              </a:rPr>
              <a:t>Los usuarios pueden agregar
o quitar productos del
carrito.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2948686" y="2825803"/>
            <a:ext cx="1045836" cy="1587610"/>
            <a:chOff x="1674253" y="2443595"/>
            <a:chExt cx="1045836" cy="1587610"/>
          </a:xfrm>
        </p:grpSpPr>
        <p:sp>
          <p:nvSpPr>
            <p:cNvPr id="2" name="Rounded Rectangle 1"/>
            <p:cNvSpPr/>
            <p:nvPr/>
          </p:nvSpPr>
          <p:spPr>
            <a:xfrm>
              <a:off x="1674253" y="2762519"/>
              <a:ext cx="920839" cy="920839"/>
            </a:xfrm>
            <a:custGeom>
              <a:avLst/>
              <a:gdLst/>
              <a:ahLst/>
              <a:cxnLst/>
              <a:rect l="0" t="0" r="0" b="0"/>
              <a:pathLst>
                <a:path w="920839" h="920839">
                  <a:moveTo>
                    <a:pt x="0" y="460419"/>
                  </a:moveTo>
                  <a:cubicBezTo>
                    <a:pt x="0" y="714703"/>
                    <a:pt x="206135" y="920839"/>
                    <a:pt x="460419" y="920839"/>
                  </a:cubicBezTo>
                  <a:cubicBezTo>
                    <a:pt x="714703" y="920839"/>
                    <a:pt x="920839" y="714703"/>
                    <a:pt x="920839" y="460419"/>
                  </a:cubicBezTo>
                  <a:cubicBezTo>
                    <a:pt x="920839" y="206135"/>
                    <a:pt x="714703" y="0"/>
                    <a:pt x="460419" y="0"/>
                  </a:cubicBezTo>
                  <a:cubicBezTo>
                    <a:pt x="206135" y="0"/>
                    <a:pt x="0" y="206135"/>
                    <a:pt x="0" y="460419"/>
                  </a:cubicBezTo>
                </a:path>
              </a:pathLst>
            </a:custGeom>
            <a:solidFill>
              <a:srgbClr val="FFD9D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933037" y="2443595"/>
              <a:ext cx="787052" cy="1587610"/>
            </a:xfrm>
            <a:custGeom>
              <a:avLst/>
              <a:gdLst/>
              <a:ahLst/>
              <a:cxnLst/>
              <a:rect l="0" t="0" r="0" b="0"/>
              <a:pathLst>
                <a:path w="787052" h="1587610">
                  <a:moveTo>
                    <a:pt x="694557" y="487270"/>
                  </a:moveTo>
                  <a:lnTo>
                    <a:pt x="787052" y="73136"/>
                  </a:lnTo>
                  <a:lnTo>
                    <a:pt x="369061" y="0"/>
                  </a:lnTo>
                  <a:lnTo>
                    <a:pt x="460377" y="136695"/>
                  </a:lnTo>
                  <a:cubicBezTo>
                    <a:pt x="394607" y="194094"/>
                    <a:pt x="334871" y="257500"/>
                    <a:pt x="281832" y="325886"/>
                  </a:cubicBezTo>
                  <a:cubicBezTo>
                    <a:pt x="374760" y="342210"/>
                    <a:pt x="458089" y="386396"/>
                    <a:pt x="522883" y="449516"/>
                  </a:cubicBezTo>
                  <a:cubicBezTo>
                    <a:pt x="549810" y="417935"/>
                    <a:pt x="578608" y="387847"/>
                    <a:pt x="609156" y="359420"/>
                  </a:cubicBezTo>
                  <a:lnTo>
                    <a:pt x="694557" y="487270"/>
                  </a:lnTo>
                  <a:moveTo>
                    <a:pt x="267692" y="1235061"/>
                  </a:moveTo>
                  <a:cubicBezTo>
                    <a:pt x="246122" y="1238159"/>
                    <a:pt x="224063" y="1239763"/>
                    <a:pt x="201635" y="1239763"/>
                  </a:cubicBezTo>
                  <a:cubicBezTo>
                    <a:pt x="129322" y="1239763"/>
                    <a:pt x="60893" y="1223091"/>
                    <a:pt x="0" y="1193380"/>
                  </a:cubicBezTo>
                  <a:cubicBezTo>
                    <a:pt x="4199" y="1327006"/>
                    <a:pt x="28301" y="1459914"/>
                    <a:pt x="72076" y="1587610"/>
                  </a:cubicBezTo>
                  <a:lnTo>
                    <a:pt x="130054" y="1405214"/>
                  </a:lnTo>
                  <a:lnTo>
                    <a:pt x="313483" y="1473064"/>
                  </a:lnTo>
                  <a:cubicBezTo>
                    <a:pt x="289255" y="1395392"/>
                    <a:pt x="273963" y="1315551"/>
                    <a:pt x="267692" y="1235061"/>
                  </a:cubicBezTo>
                </a:path>
              </a:pathLst>
            </a:custGeom>
            <a:solidFill>
              <a:srgbClr val="FFD9D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948686" y="2825803"/>
            <a:ext cx="1045833" cy="1587609"/>
            <a:chOff x="1674253" y="2443595"/>
            <a:chExt cx="1045833" cy="1587609"/>
          </a:xfrm>
        </p:grpSpPr>
        <p:sp>
          <p:nvSpPr>
            <p:cNvPr id="5" name="Rounded Rectangle 4"/>
            <p:cNvSpPr/>
            <p:nvPr/>
          </p:nvSpPr>
          <p:spPr>
            <a:xfrm>
              <a:off x="1674253" y="2762521"/>
              <a:ext cx="920839" cy="920839"/>
            </a:xfrm>
            <a:custGeom>
              <a:avLst/>
              <a:gdLst/>
              <a:ahLst/>
              <a:cxnLst/>
              <a:rect l="0" t="0" r="0" b="0"/>
              <a:pathLst>
                <a:path w="920839" h="920839">
                  <a:moveTo>
                    <a:pt x="0" y="460419"/>
                  </a:moveTo>
                  <a:cubicBezTo>
                    <a:pt x="0" y="714702"/>
                    <a:pt x="206136" y="920839"/>
                    <a:pt x="460419" y="920839"/>
                  </a:cubicBezTo>
                  <a:cubicBezTo>
                    <a:pt x="714702" y="920839"/>
                    <a:pt x="920839" y="714702"/>
                    <a:pt x="920839" y="460419"/>
                  </a:cubicBezTo>
                  <a:cubicBezTo>
                    <a:pt x="920839" y="206136"/>
                    <a:pt x="714702" y="0"/>
                    <a:pt x="460419" y="0"/>
                  </a:cubicBezTo>
                  <a:cubicBezTo>
                    <a:pt x="206136" y="0"/>
                    <a:pt x="0" y="206136"/>
                    <a:pt x="0" y="460419"/>
                  </a:cubicBezTo>
                </a:path>
              </a:pathLst>
            </a:custGeom>
            <a:noFill/>
            <a:ln w="1046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933035" y="2443595"/>
              <a:ext cx="787051" cy="1587609"/>
            </a:xfrm>
            <a:custGeom>
              <a:avLst/>
              <a:gdLst/>
              <a:ahLst/>
              <a:cxnLst/>
              <a:rect l="0" t="0" r="0" b="0"/>
              <a:pathLst>
                <a:path w="787051" h="1587609">
                  <a:moveTo>
                    <a:pt x="694560" y="487273"/>
                  </a:moveTo>
                  <a:lnTo>
                    <a:pt x="787051" y="73139"/>
                  </a:lnTo>
                  <a:lnTo>
                    <a:pt x="369064" y="0"/>
                  </a:lnTo>
                  <a:lnTo>
                    <a:pt x="460376" y="136695"/>
                  </a:lnTo>
                  <a:cubicBezTo>
                    <a:pt x="394606" y="194097"/>
                    <a:pt x="334871" y="257501"/>
                    <a:pt x="281832" y="325885"/>
                  </a:cubicBezTo>
                  <a:cubicBezTo>
                    <a:pt x="374760" y="342206"/>
                    <a:pt x="458090" y="386396"/>
                    <a:pt x="522888" y="449518"/>
                  </a:cubicBezTo>
                  <a:cubicBezTo>
                    <a:pt x="549814" y="417936"/>
                    <a:pt x="578608" y="387846"/>
                    <a:pt x="609157" y="359423"/>
                  </a:cubicBezTo>
                  <a:lnTo>
                    <a:pt x="694560" y="487273"/>
                  </a:lnTo>
                  <a:close/>
                  <a:moveTo>
                    <a:pt x="267693" y="1235063"/>
                  </a:moveTo>
                  <a:cubicBezTo>
                    <a:pt x="246122" y="1238162"/>
                    <a:pt x="224068" y="1239765"/>
                    <a:pt x="201640" y="1239765"/>
                  </a:cubicBezTo>
                  <a:cubicBezTo>
                    <a:pt x="129320" y="1239765"/>
                    <a:pt x="60896" y="1223092"/>
                    <a:pt x="0" y="1193379"/>
                  </a:cubicBezTo>
                  <a:cubicBezTo>
                    <a:pt x="4203" y="1327006"/>
                    <a:pt x="28304" y="1459915"/>
                    <a:pt x="72075" y="1587609"/>
                  </a:cubicBezTo>
                  <a:lnTo>
                    <a:pt x="130055" y="1405212"/>
                  </a:lnTo>
                  <a:lnTo>
                    <a:pt x="313485" y="1473060"/>
                  </a:lnTo>
                  <a:cubicBezTo>
                    <a:pt x="289255" y="1395394"/>
                    <a:pt x="273965" y="1315550"/>
                    <a:pt x="267693" y="1235063"/>
                  </a:cubicBezTo>
                  <a:close/>
                </a:path>
              </a:pathLst>
            </a:custGeom>
            <a:noFill/>
            <a:ln w="1046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208977" y="4231008"/>
            <a:ext cx="1357582" cy="1252662"/>
            <a:chOff x="1934544" y="3848800"/>
            <a:chExt cx="1357582" cy="1252662"/>
          </a:xfrm>
        </p:grpSpPr>
        <p:sp>
          <p:nvSpPr>
            <p:cNvPr id="8" name="Rounded Rectangle 7"/>
            <p:cNvSpPr/>
            <p:nvPr/>
          </p:nvSpPr>
          <p:spPr>
            <a:xfrm>
              <a:off x="1934544" y="3848800"/>
              <a:ext cx="1357582" cy="1093210"/>
            </a:xfrm>
            <a:custGeom>
              <a:avLst/>
              <a:gdLst/>
              <a:ahLst/>
              <a:cxnLst/>
              <a:rect l="0" t="0" r="0" b="0"/>
              <a:pathLst>
                <a:path w="1357582" h="1093210">
                  <a:moveTo>
                    <a:pt x="526531" y="147208"/>
                  </a:moveTo>
                  <a:lnTo>
                    <a:pt x="128547" y="0"/>
                  </a:lnTo>
                  <a:lnTo>
                    <a:pt x="0" y="404395"/>
                  </a:lnTo>
                  <a:lnTo>
                    <a:pt x="135209" y="338352"/>
                  </a:lnTo>
                  <a:cubicBezTo>
                    <a:pt x="172413" y="414252"/>
                    <a:pt x="216536" y="486203"/>
                    <a:pt x="266876" y="553361"/>
                  </a:cubicBezTo>
                  <a:cubicBezTo>
                    <a:pt x="313789" y="476206"/>
                    <a:pt x="382755" y="413931"/>
                    <a:pt x="465016" y="375290"/>
                  </a:cubicBezTo>
                  <a:cubicBezTo>
                    <a:pt x="430422" y="326967"/>
                    <a:pt x="399748" y="275714"/>
                    <a:pt x="373407" y="222006"/>
                  </a:cubicBezTo>
                  <a:lnTo>
                    <a:pt x="526531" y="147208"/>
                  </a:lnTo>
                  <a:moveTo>
                    <a:pt x="1120829" y="803802"/>
                  </a:moveTo>
                  <a:cubicBezTo>
                    <a:pt x="1118512" y="897839"/>
                    <a:pt x="1087999" y="984886"/>
                    <a:pt x="1037423" y="1056795"/>
                  </a:cubicBezTo>
                  <a:cubicBezTo>
                    <a:pt x="1141771" y="1081218"/>
                    <a:pt x="1249181" y="1093210"/>
                    <a:pt x="1357421" y="1092150"/>
                  </a:cubicBezTo>
                  <a:lnTo>
                    <a:pt x="1218633" y="959668"/>
                  </a:lnTo>
                  <a:lnTo>
                    <a:pt x="1357582" y="827039"/>
                  </a:lnTo>
                  <a:cubicBezTo>
                    <a:pt x="1277650" y="828029"/>
                    <a:pt x="1198270" y="820154"/>
                    <a:pt x="1120829" y="803802"/>
                  </a:cubicBezTo>
                </a:path>
              </a:pathLst>
            </a:custGeom>
            <a:solidFill>
              <a:srgbClr val="E7E1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34673" y="4180623"/>
              <a:ext cx="920839" cy="920839"/>
            </a:xfrm>
            <a:custGeom>
              <a:avLst/>
              <a:gdLst/>
              <a:ahLst/>
              <a:cxnLst/>
              <a:rect l="0" t="0" r="0" b="0"/>
              <a:pathLst>
                <a:path w="920839" h="920839">
                  <a:moveTo>
                    <a:pt x="920839" y="460419"/>
                  </a:moveTo>
                  <a:cubicBezTo>
                    <a:pt x="920839" y="714703"/>
                    <a:pt x="714703" y="920839"/>
                    <a:pt x="460419" y="920839"/>
                  </a:cubicBezTo>
                  <a:cubicBezTo>
                    <a:pt x="206135" y="920839"/>
                    <a:pt x="0" y="714703"/>
                    <a:pt x="0" y="460419"/>
                  </a:cubicBezTo>
                  <a:cubicBezTo>
                    <a:pt x="0" y="206135"/>
                    <a:pt x="206135" y="0"/>
                    <a:pt x="460419" y="0"/>
                  </a:cubicBezTo>
                  <a:cubicBezTo>
                    <a:pt x="714703" y="0"/>
                    <a:pt x="920839" y="206135"/>
                    <a:pt x="920839" y="460419"/>
                  </a:cubicBezTo>
                </a:path>
              </a:pathLst>
            </a:custGeom>
            <a:solidFill>
              <a:srgbClr val="E7E1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208977" y="4231008"/>
            <a:ext cx="1357580" cy="1252664"/>
            <a:chOff x="1934544" y="3848800"/>
            <a:chExt cx="1357580" cy="1252664"/>
          </a:xfrm>
        </p:grpSpPr>
        <p:sp>
          <p:nvSpPr>
            <p:cNvPr id="11" name="Rounded Rectangle 10"/>
            <p:cNvSpPr/>
            <p:nvPr/>
          </p:nvSpPr>
          <p:spPr>
            <a:xfrm>
              <a:off x="1934544" y="3848800"/>
              <a:ext cx="1357580" cy="1093213"/>
            </a:xfrm>
            <a:custGeom>
              <a:avLst/>
              <a:gdLst/>
              <a:ahLst/>
              <a:cxnLst/>
              <a:rect l="0" t="0" r="0" b="0"/>
              <a:pathLst>
                <a:path w="1357580" h="1093213">
                  <a:moveTo>
                    <a:pt x="526532" y="147208"/>
                  </a:moveTo>
                  <a:lnTo>
                    <a:pt x="128547" y="0"/>
                  </a:lnTo>
                  <a:lnTo>
                    <a:pt x="0" y="404397"/>
                  </a:lnTo>
                  <a:lnTo>
                    <a:pt x="135213" y="338351"/>
                  </a:lnTo>
                  <a:cubicBezTo>
                    <a:pt x="172410" y="414251"/>
                    <a:pt x="216536" y="486203"/>
                    <a:pt x="266874" y="553359"/>
                  </a:cubicBezTo>
                  <a:cubicBezTo>
                    <a:pt x="313792" y="476204"/>
                    <a:pt x="382754" y="413933"/>
                    <a:pt x="465015" y="375288"/>
                  </a:cubicBezTo>
                  <a:cubicBezTo>
                    <a:pt x="430420" y="326968"/>
                    <a:pt x="399752" y="275718"/>
                    <a:pt x="373406" y="222003"/>
                  </a:cubicBezTo>
                  <a:lnTo>
                    <a:pt x="526532" y="147208"/>
                  </a:lnTo>
                  <a:close/>
                  <a:moveTo>
                    <a:pt x="1120829" y="803800"/>
                  </a:moveTo>
                  <a:cubicBezTo>
                    <a:pt x="1118512" y="897840"/>
                    <a:pt x="1088000" y="984883"/>
                    <a:pt x="1037425" y="1056798"/>
                  </a:cubicBezTo>
                  <a:cubicBezTo>
                    <a:pt x="1141771" y="1081217"/>
                    <a:pt x="1249180" y="1093213"/>
                    <a:pt x="1357425" y="1092149"/>
                  </a:cubicBezTo>
                  <a:lnTo>
                    <a:pt x="1218636" y="959670"/>
                  </a:lnTo>
                  <a:lnTo>
                    <a:pt x="1357580" y="827042"/>
                  </a:lnTo>
                  <a:cubicBezTo>
                    <a:pt x="1277648" y="828030"/>
                    <a:pt x="1198268" y="820151"/>
                    <a:pt x="1120829" y="803800"/>
                  </a:cubicBezTo>
                  <a:close/>
                </a:path>
              </a:pathLst>
            </a:custGeom>
            <a:noFill/>
            <a:ln w="1046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134669" y="4180625"/>
              <a:ext cx="920839" cy="920839"/>
            </a:xfrm>
            <a:custGeom>
              <a:avLst/>
              <a:gdLst/>
              <a:ahLst/>
              <a:cxnLst/>
              <a:rect l="0" t="0" r="0" b="0"/>
              <a:pathLst>
                <a:path w="920839" h="920839">
                  <a:moveTo>
                    <a:pt x="920839" y="460419"/>
                  </a:moveTo>
                  <a:cubicBezTo>
                    <a:pt x="920839" y="714702"/>
                    <a:pt x="714702" y="920839"/>
                    <a:pt x="460419" y="920839"/>
                  </a:cubicBezTo>
                  <a:cubicBezTo>
                    <a:pt x="206136" y="920839"/>
                    <a:pt x="0" y="714702"/>
                    <a:pt x="0" y="460419"/>
                  </a:cubicBezTo>
                  <a:cubicBezTo>
                    <a:pt x="0" y="206136"/>
                    <a:pt x="206136" y="0"/>
                    <a:pt x="460419" y="0"/>
                  </a:cubicBezTo>
                  <a:cubicBezTo>
                    <a:pt x="714702" y="0"/>
                    <a:pt x="920839" y="206136"/>
                    <a:pt x="920839" y="460419"/>
                  </a:cubicBezTo>
                  <a:close/>
                </a:path>
              </a:pathLst>
            </a:custGeom>
            <a:noFill/>
            <a:ln w="1046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427610" y="4363601"/>
            <a:ext cx="1386581" cy="1120082"/>
            <a:chOff x="3153177" y="3981393"/>
            <a:chExt cx="1386581" cy="1120082"/>
          </a:xfrm>
        </p:grpSpPr>
        <p:sp>
          <p:nvSpPr>
            <p:cNvPr id="14" name="Rounded Rectangle 13"/>
            <p:cNvSpPr/>
            <p:nvPr/>
          </p:nvSpPr>
          <p:spPr>
            <a:xfrm>
              <a:off x="3561276" y="4180636"/>
              <a:ext cx="920839" cy="920839"/>
            </a:xfrm>
            <a:custGeom>
              <a:avLst/>
              <a:gdLst/>
              <a:ahLst/>
              <a:cxnLst/>
              <a:rect l="0" t="0" r="0" b="0"/>
              <a:pathLst>
                <a:path w="920839" h="920839">
                  <a:moveTo>
                    <a:pt x="0" y="460419"/>
                  </a:moveTo>
                  <a:cubicBezTo>
                    <a:pt x="0" y="714696"/>
                    <a:pt x="206135" y="920839"/>
                    <a:pt x="460419" y="920839"/>
                  </a:cubicBezTo>
                  <a:cubicBezTo>
                    <a:pt x="714703" y="920839"/>
                    <a:pt x="920839" y="714696"/>
                    <a:pt x="920839" y="460419"/>
                  </a:cubicBezTo>
                  <a:cubicBezTo>
                    <a:pt x="920839" y="206135"/>
                    <a:pt x="714703" y="0"/>
                    <a:pt x="460419" y="0"/>
                  </a:cubicBezTo>
                  <a:cubicBezTo>
                    <a:pt x="206135" y="0"/>
                    <a:pt x="0" y="206135"/>
                    <a:pt x="0" y="460419"/>
                  </a:cubicBez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53177" y="3981393"/>
              <a:ext cx="1386581" cy="1120075"/>
            </a:xfrm>
            <a:custGeom>
              <a:avLst/>
              <a:gdLst/>
              <a:ahLst/>
              <a:cxnLst/>
              <a:rect l="0" t="0" r="0" b="0"/>
              <a:pathLst>
                <a:path w="1386581" h="1120075">
                  <a:moveTo>
                    <a:pt x="1226104" y="177003"/>
                  </a:moveTo>
                  <a:lnTo>
                    <a:pt x="1135325" y="0"/>
                  </a:lnTo>
                  <a:cubicBezTo>
                    <a:pt x="1104937" y="79338"/>
                    <a:pt x="1065439" y="154477"/>
                    <a:pt x="1017855" y="224001"/>
                  </a:cubicBezTo>
                  <a:cubicBezTo>
                    <a:pt x="1104044" y="253537"/>
                    <a:pt x="1178688" y="307930"/>
                    <a:pt x="1233241" y="378618"/>
                  </a:cubicBezTo>
                  <a:cubicBezTo>
                    <a:pt x="1295969" y="287846"/>
                    <a:pt x="1347571" y="189302"/>
                    <a:pt x="1386581" y="85031"/>
                  </a:cubicBezTo>
                  <a:lnTo>
                    <a:pt x="1226104" y="177003"/>
                  </a:lnTo>
                  <a:moveTo>
                    <a:pt x="482917" y="911338"/>
                  </a:moveTo>
                  <a:cubicBezTo>
                    <a:pt x="435605" y="839003"/>
                    <a:pt x="408099" y="752542"/>
                    <a:pt x="408099" y="659662"/>
                  </a:cubicBezTo>
                  <a:cubicBezTo>
                    <a:pt x="408099" y="658762"/>
                    <a:pt x="408099" y="657870"/>
                    <a:pt x="408106" y="656977"/>
                  </a:cubicBezTo>
                  <a:cubicBezTo>
                    <a:pt x="374823" y="665983"/>
                    <a:pt x="341066" y="673412"/>
                    <a:pt x="306946" y="679216"/>
                  </a:cubicBezTo>
                  <a:lnTo>
                    <a:pt x="306946" y="534086"/>
                  </a:lnTo>
                  <a:lnTo>
                    <a:pt x="0" y="827081"/>
                  </a:lnTo>
                  <a:lnTo>
                    <a:pt x="306946" y="1120075"/>
                  </a:lnTo>
                  <a:lnTo>
                    <a:pt x="306946" y="947355"/>
                  </a:lnTo>
                  <a:cubicBezTo>
                    <a:pt x="366508" y="939256"/>
                    <a:pt x="425288" y="927201"/>
                    <a:pt x="482917" y="911338"/>
                  </a:cubicBez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27610" y="4363604"/>
            <a:ext cx="1386582" cy="1120076"/>
            <a:chOff x="3153177" y="3981396"/>
            <a:chExt cx="1386582" cy="1120076"/>
          </a:xfrm>
        </p:grpSpPr>
        <p:sp>
          <p:nvSpPr>
            <p:cNvPr id="17" name="Rounded Rectangle 16"/>
            <p:cNvSpPr/>
            <p:nvPr/>
          </p:nvSpPr>
          <p:spPr>
            <a:xfrm>
              <a:off x="3561276" y="4180633"/>
              <a:ext cx="920839" cy="920839"/>
            </a:xfrm>
            <a:custGeom>
              <a:avLst/>
              <a:gdLst/>
              <a:ahLst/>
              <a:cxnLst/>
              <a:rect l="0" t="0" r="0" b="0"/>
              <a:pathLst>
                <a:path w="920839" h="920839">
                  <a:moveTo>
                    <a:pt x="0" y="460419"/>
                  </a:moveTo>
                  <a:cubicBezTo>
                    <a:pt x="0" y="714702"/>
                    <a:pt x="206136" y="920839"/>
                    <a:pt x="460419" y="920839"/>
                  </a:cubicBezTo>
                  <a:cubicBezTo>
                    <a:pt x="714702" y="920839"/>
                    <a:pt x="920839" y="714702"/>
                    <a:pt x="920839" y="460419"/>
                  </a:cubicBezTo>
                  <a:cubicBezTo>
                    <a:pt x="920839" y="206136"/>
                    <a:pt x="714702" y="0"/>
                    <a:pt x="460419" y="0"/>
                  </a:cubicBezTo>
                  <a:cubicBezTo>
                    <a:pt x="206136" y="0"/>
                    <a:pt x="0" y="206136"/>
                    <a:pt x="0" y="460419"/>
                  </a:cubicBezTo>
                </a:path>
              </a:pathLst>
            </a:custGeom>
            <a:noFill/>
            <a:ln w="1046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153177" y="3981396"/>
              <a:ext cx="1386582" cy="1120075"/>
            </a:xfrm>
            <a:custGeom>
              <a:avLst/>
              <a:gdLst/>
              <a:ahLst/>
              <a:cxnLst/>
              <a:rect l="0" t="0" r="0" b="0"/>
              <a:pathLst>
                <a:path w="1386582" h="1120075">
                  <a:moveTo>
                    <a:pt x="1226101" y="176999"/>
                  </a:moveTo>
                  <a:lnTo>
                    <a:pt x="1135325" y="0"/>
                  </a:lnTo>
                  <a:cubicBezTo>
                    <a:pt x="1104938" y="79337"/>
                    <a:pt x="1065440" y="154472"/>
                    <a:pt x="1017854" y="223994"/>
                  </a:cubicBezTo>
                  <a:cubicBezTo>
                    <a:pt x="1104041" y="253531"/>
                    <a:pt x="1178690" y="307923"/>
                    <a:pt x="1233243" y="378617"/>
                  </a:cubicBezTo>
                  <a:cubicBezTo>
                    <a:pt x="1295966" y="287843"/>
                    <a:pt x="1347573" y="189299"/>
                    <a:pt x="1386582" y="85031"/>
                  </a:cubicBezTo>
                  <a:lnTo>
                    <a:pt x="1226101" y="176999"/>
                  </a:lnTo>
                  <a:close/>
                  <a:moveTo>
                    <a:pt x="482914" y="911339"/>
                  </a:moveTo>
                  <a:cubicBezTo>
                    <a:pt x="435604" y="839002"/>
                    <a:pt x="408099" y="752541"/>
                    <a:pt x="408099" y="659656"/>
                  </a:cubicBezTo>
                  <a:cubicBezTo>
                    <a:pt x="408099" y="658760"/>
                    <a:pt x="408102" y="657865"/>
                    <a:pt x="408106" y="656970"/>
                  </a:cubicBezTo>
                  <a:cubicBezTo>
                    <a:pt x="374822" y="665981"/>
                    <a:pt x="341065" y="673410"/>
                    <a:pt x="306946" y="679216"/>
                  </a:cubicBezTo>
                  <a:lnTo>
                    <a:pt x="306946" y="534086"/>
                  </a:lnTo>
                  <a:lnTo>
                    <a:pt x="0" y="827081"/>
                  </a:lnTo>
                  <a:lnTo>
                    <a:pt x="306946" y="1120075"/>
                  </a:lnTo>
                  <a:lnTo>
                    <a:pt x="306946" y="947354"/>
                  </a:lnTo>
                  <a:cubicBezTo>
                    <a:pt x="366508" y="939256"/>
                    <a:pt x="425288" y="927202"/>
                    <a:pt x="482914" y="911339"/>
                  </a:cubicBezTo>
                  <a:close/>
                </a:path>
              </a:pathLst>
            </a:custGeom>
            <a:noFill/>
            <a:ln w="1046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236400" y="2929459"/>
            <a:ext cx="980575" cy="1611141"/>
            <a:chOff x="3961967" y="2547251"/>
            <a:chExt cx="980575" cy="1611141"/>
          </a:xfrm>
        </p:grpSpPr>
        <p:sp>
          <p:nvSpPr>
            <p:cNvPr id="20" name="Rounded Rectangle 19"/>
            <p:cNvSpPr/>
            <p:nvPr/>
          </p:nvSpPr>
          <p:spPr>
            <a:xfrm>
              <a:off x="4021703" y="2762518"/>
              <a:ext cx="920839" cy="920839"/>
            </a:xfrm>
            <a:custGeom>
              <a:avLst/>
              <a:gdLst/>
              <a:ahLst/>
              <a:cxnLst/>
              <a:rect l="0" t="0" r="0" b="0"/>
              <a:pathLst>
                <a:path w="920839" h="920839">
                  <a:moveTo>
                    <a:pt x="0" y="460419"/>
                  </a:moveTo>
                  <a:cubicBezTo>
                    <a:pt x="0" y="714703"/>
                    <a:pt x="206135" y="920839"/>
                    <a:pt x="460419" y="920839"/>
                  </a:cubicBezTo>
                  <a:cubicBezTo>
                    <a:pt x="714696" y="920839"/>
                    <a:pt x="920839" y="714703"/>
                    <a:pt x="920839" y="460419"/>
                  </a:cubicBezTo>
                  <a:cubicBezTo>
                    <a:pt x="920839" y="206135"/>
                    <a:pt x="714696" y="0"/>
                    <a:pt x="460419" y="0"/>
                  </a:cubicBezTo>
                  <a:cubicBezTo>
                    <a:pt x="206135" y="0"/>
                    <a:pt x="0" y="206135"/>
                    <a:pt x="0" y="460419"/>
                  </a:cubicBezTo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961967" y="2547251"/>
              <a:ext cx="785476" cy="1611141"/>
            </a:xfrm>
            <a:custGeom>
              <a:avLst/>
              <a:gdLst/>
              <a:ahLst/>
              <a:cxnLst/>
              <a:rect l="0" t="0" r="0" b="0"/>
              <a:pathLst>
                <a:path w="785476" h="1611141">
                  <a:moveTo>
                    <a:pt x="167369" y="379797"/>
                  </a:moveTo>
                  <a:cubicBezTo>
                    <a:pt x="118279" y="317250"/>
                    <a:pt x="62212" y="260018"/>
                    <a:pt x="0" y="209302"/>
                  </a:cubicBezTo>
                  <a:lnTo>
                    <a:pt x="197275" y="181154"/>
                  </a:lnTo>
                  <a:lnTo>
                    <a:pt x="162772" y="0"/>
                  </a:lnTo>
                  <a:cubicBezTo>
                    <a:pt x="248040" y="68867"/>
                    <a:pt x="324135" y="147529"/>
                    <a:pt x="389689" y="234004"/>
                  </a:cubicBezTo>
                  <a:cubicBezTo>
                    <a:pt x="301777" y="259934"/>
                    <a:pt x="224810" y="311390"/>
                    <a:pt x="167369" y="379797"/>
                  </a:cubicBezTo>
                  <a:moveTo>
                    <a:pt x="395681" y="1119085"/>
                  </a:moveTo>
                  <a:cubicBezTo>
                    <a:pt x="392145" y="1172368"/>
                    <a:pt x="384652" y="1225455"/>
                    <a:pt x="373205" y="1277908"/>
                  </a:cubicBezTo>
                  <a:lnTo>
                    <a:pt x="223666" y="1233562"/>
                  </a:lnTo>
                  <a:lnTo>
                    <a:pt x="417307" y="1611141"/>
                  </a:lnTo>
                  <a:lnTo>
                    <a:pt x="785476" y="1400150"/>
                  </a:lnTo>
                  <a:lnTo>
                    <a:pt x="627907" y="1353431"/>
                  </a:lnTo>
                  <a:cubicBezTo>
                    <a:pt x="646324" y="1274532"/>
                    <a:pt x="657528" y="1194391"/>
                    <a:pt x="661504" y="1113999"/>
                  </a:cubicBezTo>
                  <a:cubicBezTo>
                    <a:pt x="616962" y="1128349"/>
                    <a:pt x="569462" y="1136106"/>
                    <a:pt x="520148" y="1136106"/>
                  </a:cubicBezTo>
                  <a:cubicBezTo>
                    <a:pt x="477015" y="1136106"/>
                    <a:pt x="435271" y="1130176"/>
                    <a:pt x="395681" y="1119085"/>
                  </a:cubicBezTo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236400" y="2929459"/>
            <a:ext cx="980571" cy="1611139"/>
            <a:chOff x="3961967" y="2547251"/>
            <a:chExt cx="980571" cy="1611139"/>
          </a:xfrm>
        </p:grpSpPr>
        <p:sp>
          <p:nvSpPr>
            <p:cNvPr id="23" name="Rounded Rectangle 22"/>
            <p:cNvSpPr/>
            <p:nvPr/>
          </p:nvSpPr>
          <p:spPr>
            <a:xfrm>
              <a:off x="4021699" y="2762517"/>
              <a:ext cx="920839" cy="920839"/>
            </a:xfrm>
            <a:custGeom>
              <a:avLst/>
              <a:gdLst/>
              <a:ahLst/>
              <a:cxnLst/>
              <a:rect l="0" t="0" r="0" b="0"/>
              <a:pathLst>
                <a:path w="920839" h="920839">
                  <a:moveTo>
                    <a:pt x="0" y="460419"/>
                  </a:moveTo>
                  <a:cubicBezTo>
                    <a:pt x="0" y="714702"/>
                    <a:pt x="206136" y="920839"/>
                    <a:pt x="460419" y="920839"/>
                  </a:cubicBezTo>
                  <a:cubicBezTo>
                    <a:pt x="714702" y="920839"/>
                    <a:pt x="920839" y="714702"/>
                    <a:pt x="920839" y="460419"/>
                  </a:cubicBezTo>
                  <a:cubicBezTo>
                    <a:pt x="920839" y="206136"/>
                    <a:pt x="714702" y="0"/>
                    <a:pt x="460419" y="0"/>
                  </a:cubicBezTo>
                  <a:cubicBezTo>
                    <a:pt x="206136" y="0"/>
                    <a:pt x="0" y="206136"/>
                    <a:pt x="0" y="460419"/>
                  </a:cubicBezTo>
                </a:path>
              </a:pathLst>
            </a:custGeom>
            <a:noFill/>
            <a:ln w="1046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961967" y="2547251"/>
              <a:ext cx="785473" cy="1611139"/>
            </a:xfrm>
            <a:custGeom>
              <a:avLst/>
              <a:gdLst/>
              <a:ahLst/>
              <a:cxnLst/>
              <a:rect l="0" t="0" r="0" b="0"/>
              <a:pathLst>
                <a:path w="785473" h="1611139">
                  <a:moveTo>
                    <a:pt x="167372" y="379800"/>
                  </a:moveTo>
                  <a:cubicBezTo>
                    <a:pt x="118281" y="317252"/>
                    <a:pt x="62213" y="260017"/>
                    <a:pt x="0" y="209300"/>
                  </a:cubicBezTo>
                  <a:lnTo>
                    <a:pt x="197279" y="181155"/>
                  </a:lnTo>
                  <a:lnTo>
                    <a:pt x="162775" y="0"/>
                  </a:lnTo>
                  <a:cubicBezTo>
                    <a:pt x="248040" y="68870"/>
                    <a:pt x="324135" y="147531"/>
                    <a:pt x="389691" y="234007"/>
                  </a:cubicBezTo>
                  <a:cubicBezTo>
                    <a:pt x="301777" y="259932"/>
                    <a:pt x="224808" y="311392"/>
                    <a:pt x="167372" y="379800"/>
                  </a:cubicBezTo>
                  <a:close/>
                  <a:moveTo>
                    <a:pt x="395685" y="1119085"/>
                  </a:moveTo>
                  <a:cubicBezTo>
                    <a:pt x="392145" y="1172366"/>
                    <a:pt x="384653" y="1225454"/>
                    <a:pt x="373207" y="1277906"/>
                  </a:cubicBezTo>
                  <a:lnTo>
                    <a:pt x="223663" y="1233564"/>
                  </a:lnTo>
                  <a:lnTo>
                    <a:pt x="417308" y="1611139"/>
                  </a:lnTo>
                  <a:lnTo>
                    <a:pt x="785473" y="1400152"/>
                  </a:lnTo>
                  <a:lnTo>
                    <a:pt x="627911" y="1353431"/>
                  </a:lnTo>
                  <a:cubicBezTo>
                    <a:pt x="646328" y="1274533"/>
                    <a:pt x="657524" y="1194395"/>
                    <a:pt x="661506" y="1113997"/>
                  </a:cubicBezTo>
                  <a:cubicBezTo>
                    <a:pt x="616965" y="1128351"/>
                    <a:pt x="569461" y="1136104"/>
                    <a:pt x="520145" y="1136104"/>
                  </a:cubicBezTo>
                  <a:cubicBezTo>
                    <a:pt x="477017" y="1136104"/>
                    <a:pt x="435273" y="1130174"/>
                    <a:pt x="395685" y="1119085"/>
                  </a:cubicBezTo>
                  <a:close/>
                </a:path>
              </a:pathLst>
            </a:custGeom>
            <a:noFill/>
            <a:ln w="1046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795244" y="2223886"/>
            <a:ext cx="1638438" cy="946658"/>
            <a:chOff x="2520811" y="1841678"/>
            <a:chExt cx="1638438" cy="946658"/>
          </a:xfrm>
        </p:grpSpPr>
        <p:sp>
          <p:nvSpPr>
            <p:cNvPr id="26" name="Rounded Rectangle 25"/>
            <p:cNvSpPr/>
            <p:nvPr/>
          </p:nvSpPr>
          <p:spPr>
            <a:xfrm>
              <a:off x="2818326" y="1841678"/>
              <a:ext cx="920839" cy="920839"/>
            </a:xfrm>
            <a:custGeom>
              <a:avLst/>
              <a:gdLst/>
              <a:ahLst/>
              <a:cxnLst/>
              <a:rect l="0" t="0" r="0" b="0"/>
              <a:pathLst>
                <a:path w="920839" h="920839">
                  <a:moveTo>
                    <a:pt x="0" y="460419"/>
                  </a:moveTo>
                  <a:cubicBezTo>
                    <a:pt x="0" y="714703"/>
                    <a:pt x="206142" y="920839"/>
                    <a:pt x="460419" y="920839"/>
                  </a:cubicBezTo>
                  <a:cubicBezTo>
                    <a:pt x="714703" y="920839"/>
                    <a:pt x="920839" y="714703"/>
                    <a:pt x="920839" y="460419"/>
                  </a:cubicBezTo>
                  <a:cubicBezTo>
                    <a:pt x="920839" y="206135"/>
                    <a:pt x="714703" y="0"/>
                    <a:pt x="460419" y="0"/>
                  </a:cubicBezTo>
                  <a:cubicBezTo>
                    <a:pt x="206142" y="0"/>
                    <a:pt x="0" y="206135"/>
                    <a:pt x="0" y="460419"/>
                  </a:cubicBez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520811" y="2311565"/>
              <a:ext cx="1638438" cy="476771"/>
            </a:xfrm>
            <a:custGeom>
              <a:avLst/>
              <a:gdLst/>
              <a:ahLst/>
              <a:cxnLst/>
              <a:rect l="0" t="0" r="0" b="0"/>
              <a:pathLst>
                <a:path w="1638438" h="476771">
                  <a:moveTo>
                    <a:pt x="1217572" y="17586"/>
                  </a:moveTo>
                  <a:cubicBezTo>
                    <a:pt x="1212173" y="110689"/>
                    <a:pt x="1179113" y="196375"/>
                    <a:pt x="1126486" y="266534"/>
                  </a:cubicBezTo>
                  <a:cubicBezTo>
                    <a:pt x="1189131" y="289248"/>
                    <a:pt x="1249774" y="317787"/>
                    <a:pt x="1307578" y="351907"/>
                  </a:cubicBezTo>
                  <a:lnTo>
                    <a:pt x="1218354" y="476771"/>
                  </a:lnTo>
                  <a:lnTo>
                    <a:pt x="1638438" y="416840"/>
                  </a:lnTo>
                  <a:lnTo>
                    <a:pt x="1559043" y="0"/>
                  </a:lnTo>
                  <a:lnTo>
                    <a:pt x="1462174" y="135565"/>
                  </a:lnTo>
                  <a:cubicBezTo>
                    <a:pt x="1384496" y="87891"/>
                    <a:pt x="1302513" y="48434"/>
                    <a:pt x="1217572" y="17586"/>
                  </a:cubicBezTo>
                  <a:moveTo>
                    <a:pt x="389375" y="266534"/>
                  </a:moveTo>
                  <a:cubicBezTo>
                    <a:pt x="336748" y="196375"/>
                    <a:pt x="303688" y="110689"/>
                    <a:pt x="298296" y="17586"/>
                  </a:cubicBezTo>
                  <a:cubicBezTo>
                    <a:pt x="193341" y="55703"/>
                    <a:pt x="93081" y="106894"/>
                    <a:pt x="0" y="170299"/>
                  </a:cubicBezTo>
                  <a:lnTo>
                    <a:pt x="199271" y="205165"/>
                  </a:lnTo>
                  <a:lnTo>
                    <a:pt x="159695" y="382350"/>
                  </a:lnTo>
                  <a:cubicBezTo>
                    <a:pt x="231653" y="334557"/>
                    <a:pt x="308795" y="295749"/>
                    <a:pt x="389375" y="266534"/>
                  </a:cubicBez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795244" y="2223886"/>
            <a:ext cx="1638435" cy="946661"/>
            <a:chOff x="2520811" y="1841678"/>
            <a:chExt cx="1638435" cy="946661"/>
          </a:xfrm>
        </p:grpSpPr>
        <p:sp>
          <p:nvSpPr>
            <p:cNvPr id="29" name="Rounded Rectangle 28"/>
            <p:cNvSpPr/>
            <p:nvPr/>
          </p:nvSpPr>
          <p:spPr>
            <a:xfrm>
              <a:off x="2818329" y="1841678"/>
              <a:ext cx="920839" cy="920839"/>
            </a:xfrm>
            <a:custGeom>
              <a:avLst/>
              <a:gdLst/>
              <a:ahLst/>
              <a:cxnLst/>
              <a:rect l="0" t="0" r="0" b="0"/>
              <a:pathLst>
                <a:path w="920839" h="920839">
                  <a:moveTo>
                    <a:pt x="0" y="460419"/>
                  </a:moveTo>
                  <a:cubicBezTo>
                    <a:pt x="0" y="714702"/>
                    <a:pt x="206136" y="920839"/>
                    <a:pt x="460419" y="920839"/>
                  </a:cubicBezTo>
                  <a:cubicBezTo>
                    <a:pt x="714702" y="920839"/>
                    <a:pt x="920839" y="714702"/>
                    <a:pt x="920839" y="460419"/>
                  </a:cubicBezTo>
                  <a:cubicBezTo>
                    <a:pt x="920839" y="206136"/>
                    <a:pt x="714702" y="0"/>
                    <a:pt x="460419" y="0"/>
                  </a:cubicBezTo>
                  <a:cubicBezTo>
                    <a:pt x="206136" y="0"/>
                    <a:pt x="0" y="206136"/>
                    <a:pt x="0" y="460419"/>
                  </a:cubicBezTo>
                </a:path>
              </a:pathLst>
            </a:custGeom>
            <a:noFill/>
            <a:ln w="1046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2520811" y="2311565"/>
              <a:ext cx="1638435" cy="476774"/>
            </a:xfrm>
            <a:custGeom>
              <a:avLst/>
              <a:gdLst/>
              <a:ahLst/>
              <a:cxnLst/>
              <a:rect l="0" t="0" r="0" b="0"/>
              <a:pathLst>
                <a:path w="1638435" h="476774">
                  <a:moveTo>
                    <a:pt x="1217570" y="17584"/>
                  </a:moveTo>
                  <a:cubicBezTo>
                    <a:pt x="1212176" y="110689"/>
                    <a:pt x="1179116" y="196373"/>
                    <a:pt x="1126487" y="266536"/>
                  </a:cubicBezTo>
                  <a:cubicBezTo>
                    <a:pt x="1189132" y="289248"/>
                    <a:pt x="1249773" y="317785"/>
                    <a:pt x="1307578" y="351907"/>
                  </a:cubicBezTo>
                  <a:lnTo>
                    <a:pt x="1218352" y="476774"/>
                  </a:lnTo>
                  <a:lnTo>
                    <a:pt x="1638435" y="416843"/>
                  </a:lnTo>
                  <a:lnTo>
                    <a:pt x="1559040" y="0"/>
                  </a:lnTo>
                  <a:lnTo>
                    <a:pt x="1462170" y="135563"/>
                  </a:lnTo>
                  <a:cubicBezTo>
                    <a:pt x="1384492" y="87890"/>
                    <a:pt x="1302514" y="48436"/>
                    <a:pt x="1217570" y="17584"/>
                  </a:cubicBezTo>
                  <a:close/>
                  <a:moveTo>
                    <a:pt x="389376" y="266536"/>
                  </a:moveTo>
                  <a:cubicBezTo>
                    <a:pt x="336748" y="196373"/>
                    <a:pt x="303688" y="110689"/>
                    <a:pt x="298294" y="17584"/>
                  </a:cubicBezTo>
                  <a:cubicBezTo>
                    <a:pt x="193337" y="55705"/>
                    <a:pt x="93080" y="106896"/>
                    <a:pt x="0" y="170297"/>
                  </a:cubicBezTo>
                  <a:lnTo>
                    <a:pt x="199269" y="205165"/>
                  </a:lnTo>
                  <a:lnTo>
                    <a:pt x="159697" y="382352"/>
                  </a:lnTo>
                  <a:cubicBezTo>
                    <a:pt x="231655" y="334559"/>
                    <a:pt x="308794" y="295752"/>
                    <a:pt x="389376" y="266536"/>
                  </a:cubicBezTo>
                  <a:close/>
                </a:path>
              </a:pathLst>
            </a:custGeom>
            <a:noFill/>
            <a:ln w="1046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2" name="Rounded Rectangle 31"/>
          <p:cNvSpPr/>
          <p:nvPr/>
        </p:nvSpPr>
        <p:spPr>
          <a:xfrm>
            <a:off x="4391837" y="2484051"/>
            <a:ext cx="322663" cy="419337"/>
          </a:xfrm>
          <a:custGeom>
            <a:avLst/>
            <a:gdLst/>
            <a:ahLst/>
            <a:cxnLst/>
            <a:rect l="0" t="0" r="0" b="0"/>
            <a:pathLst>
              <a:path w="322663" h="419337">
                <a:moveTo>
                  <a:pt x="305223" y="26599"/>
                </a:moveTo>
                <a:lnTo>
                  <a:pt x="174422" y="26599"/>
                </a:lnTo>
                <a:lnTo>
                  <a:pt x="174422" y="9159"/>
                </a:lnTo>
                <a:cubicBezTo>
                  <a:pt x="174387" y="6515"/>
                  <a:pt x="173173" y="4018"/>
                  <a:pt x="171108" y="2357"/>
                </a:cubicBezTo>
                <a:cubicBezTo>
                  <a:pt x="169078" y="648"/>
                  <a:pt x="166364" y="0"/>
                  <a:pt x="163783" y="613"/>
                </a:cubicBezTo>
                <a:lnTo>
                  <a:pt x="6822" y="35494"/>
                </a:lnTo>
                <a:cubicBezTo>
                  <a:pt x="2832" y="36394"/>
                  <a:pt x="0" y="39944"/>
                  <a:pt x="20" y="44039"/>
                </a:cubicBezTo>
                <a:lnTo>
                  <a:pt x="20" y="375402"/>
                </a:lnTo>
                <a:cubicBezTo>
                  <a:pt x="0" y="379497"/>
                  <a:pt x="2832" y="383048"/>
                  <a:pt x="6822" y="383948"/>
                </a:cubicBezTo>
                <a:lnTo>
                  <a:pt x="163783" y="418828"/>
                </a:lnTo>
                <a:cubicBezTo>
                  <a:pt x="166364" y="419337"/>
                  <a:pt x="169036" y="418702"/>
                  <a:pt x="171108" y="417084"/>
                </a:cubicBezTo>
                <a:cubicBezTo>
                  <a:pt x="173208" y="415459"/>
                  <a:pt x="174436" y="412940"/>
                  <a:pt x="174422" y="410282"/>
                </a:cubicBezTo>
                <a:lnTo>
                  <a:pt x="174422" y="392842"/>
                </a:lnTo>
                <a:lnTo>
                  <a:pt x="305223" y="392842"/>
                </a:lnTo>
                <a:cubicBezTo>
                  <a:pt x="314857" y="392842"/>
                  <a:pt x="322663" y="385036"/>
                  <a:pt x="322663" y="375402"/>
                </a:cubicBezTo>
                <a:lnTo>
                  <a:pt x="322663" y="44039"/>
                </a:lnTo>
                <a:cubicBezTo>
                  <a:pt x="322663" y="34405"/>
                  <a:pt x="314857" y="26599"/>
                  <a:pt x="305223" y="26599"/>
                </a:cubicBezTo>
                <a:moveTo>
                  <a:pt x="130821" y="218441"/>
                </a:moveTo>
                <a:cubicBezTo>
                  <a:pt x="130821" y="232888"/>
                  <a:pt x="119109" y="244601"/>
                  <a:pt x="104661" y="244601"/>
                </a:cubicBezTo>
                <a:cubicBezTo>
                  <a:pt x="90214" y="244601"/>
                  <a:pt x="78501" y="232888"/>
                  <a:pt x="78501" y="218441"/>
                </a:cubicBezTo>
                <a:cubicBezTo>
                  <a:pt x="78501" y="203993"/>
                  <a:pt x="90214" y="192281"/>
                  <a:pt x="104661" y="192281"/>
                </a:cubicBezTo>
                <a:cubicBezTo>
                  <a:pt x="119109" y="192281"/>
                  <a:pt x="130821" y="203993"/>
                  <a:pt x="130821" y="218441"/>
                </a:cubicBezTo>
                <a:moveTo>
                  <a:pt x="279063" y="357962"/>
                </a:moveTo>
                <a:lnTo>
                  <a:pt x="183142" y="357962"/>
                </a:lnTo>
                <a:cubicBezTo>
                  <a:pt x="178328" y="357962"/>
                  <a:pt x="174422" y="354055"/>
                  <a:pt x="174422" y="349242"/>
                </a:cubicBezTo>
                <a:lnTo>
                  <a:pt x="174422" y="70200"/>
                </a:lnTo>
                <a:cubicBezTo>
                  <a:pt x="174422" y="65386"/>
                  <a:pt x="178328" y="61479"/>
                  <a:pt x="183142" y="61479"/>
                </a:cubicBezTo>
                <a:lnTo>
                  <a:pt x="279063" y="61479"/>
                </a:lnTo>
                <a:cubicBezTo>
                  <a:pt x="283876" y="61479"/>
                  <a:pt x="287783" y="65386"/>
                  <a:pt x="287783" y="70200"/>
                </a:cubicBezTo>
                <a:lnTo>
                  <a:pt x="287783" y="349242"/>
                </a:lnTo>
                <a:cubicBezTo>
                  <a:pt x="287783" y="354055"/>
                  <a:pt x="283876" y="357962"/>
                  <a:pt x="279063" y="357962"/>
                </a:cubicBez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34474" y="3399046"/>
            <a:ext cx="349263" cy="402853"/>
          </a:xfrm>
          <a:custGeom>
            <a:avLst/>
            <a:gdLst/>
            <a:ahLst/>
            <a:cxnLst/>
            <a:rect l="0" t="0" r="0" b="0"/>
            <a:pathLst>
              <a:path w="349263" h="402853">
                <a:moveTo>
                  <a:pt x="349033" y="57566"/>
                </a:moveTo>
                <a:cubicBezTo>
                  <a:pt x="349102" y="47088"/>
                  <a:pt x="343033" y="37531"/>
                  <a:pt x="333511" y="33150"/>
                </a:cubicBezTo>
                <a:cubicBezTo>
                  <a:pt x="283472" y="11119"/>
                  <a:pt x="229309" y="0"/>
                  <a:pt x="174631" y="537"/>
                </a:cubicBezTo>
                <a:cubicBezTo>
                  <a:pt x="119953" y="0"/>
                  <a:pt x="65791" y="11119"/>
                  <a:pt x="15751" y="33150"/>
                </a:cubicBezTo>
                <a:cubicBezTo>
                  <a:pt x="6229" y="37531"/>
                  <a:pt x="160" y="47088"/>
                  <a:pt x="230" y="57566"/>
                </a:cubicBezTo>
                <a:lnTo>
                  <a:pt x="230" y="190809"/>
                </a:lnTo>
                <a:cubicBezTo>
                  <a:pt x="0" y="279314"/>
                  <a:pt x="54280" y="358820"/>
                  <a:pt x="136786" y="390847"/>
                </a:cubicBezTo>
                <a:lnTo>
                  <a:pt x="155447" y="397997"/>
                </a:lnTo>
                <a:cubicBezTo>
                  <a:pt x="167774" y="402853"/>
                  <a:pt x="181489" y="402853"/>
                  <a:pt x="193815" y="397997"/>
                </a:cubicBezTo>
                <a:lnTo>
                  <a:pt x="212476" y="390847"/>
                </a:lnTo>
                <a:cubicBezTo>
                  <a:pt x="294982" y="358820"/>
                  <a:pt x="349263" y="279314"/>
                  <a:pt x="349033" y="190809"/>
                </a:cubicBezTo>
                <a:lnTo>
                  <a:pt x="349033" y="57566"/>
                </a:lnTo>
                <a:moveTo>
                  <a:pt x="288166" y="135523"/>
                </a:moveTo>
                <a:lnTo>
                  <a:pt x="183526" y="279056"/>
                </a:lnTo>
                <a:cubicBezTo>
                  <a:pt x="179445" y="284609"/>
                  <a:pt x="172978" y="287908"/>
                  <a:pt x="166085" y="287950"/>
                </a:cubicBezTo>
                <a:cubicBezTo>
                  <a:pt x="160351" y="287922"/>
                  <a:pt x="154847" y="285676"/>
                  <a:pt x="150738" y="281672"/>
                </a:cubicBezTo>
                <a:lnTo>
                  <a:pt x="69990" y="201098"/>
                </a:lnTo>
                <a:cubicBezTo>
                  <a:pt x="61466" y="192574"/>
                  <a:pt x="61466" y="178754"/>
                  <a:pt x="69990" y="170229"/>
                </a:cubicBezTo>
                <a:cubicBezTo>
                  <a:pt x="78515" y="161704"/>
                  <a:pt x="92335" y="161704"/>
                  <a:pt x="100859" y="170229"/>
                </a:cubicBezTo>
                <a:lnTo>
                  <a:pt x="159109" y="228479"/>
                </a:lnTo>
                <a:cubicBezTo>
                  <a:pt x="160030" y="229386"/>
                  <a:pt x="161314" y="229833"/>
                  <a:pt x="162597" y="229700"/>
                </a:cubicBezTo>
                <a:cubicBezTo>
                  <a:pt x="163867" y="229672"/>
                  <a:pt x="165046" y="229023"/>
                  <a:pt x="165737" y="227956"/>
                </a:cubicBezTo>
                <a:lnTo>
                  <a:pt x="252937" y="109014"/>
                </a:lnTo>
                <a:cubicBezTo>
                  <a:pt x="260458" y="100692"/>
                  <a:pt x="273063" y="99436"/>
                  <a:pt x="282076" y="106105"/>
                </a:cubicBezTo>
                <a:cubicBezTo>
                  <a:pt x="291096" y="112781"/>
                  <a:pt x="293580" y="125199"/>
                  <a:pt x="287818" y="134826"/>
                </a:cubicBezTo>
                <a:lnTo>
                  <a:pt x="287818" y="135523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557208" y="3405805"/>
            <a:ext cx="398681" cy="398716"/>
          </a:xfrm>
          <a:custGeom>
            <a:avLst/>
            <a:gdLst/>
            <a:ahLst/>
            <a:cxnLst/>
            <a:rect l="0" t="0" r="0" b="0"/>
            <a:pathLst>
              <a:path w="398681" h="398716">
                <a:moveTo>
                  <a:pt x="0" y="30520"/>
                </a:moveTo>
                <a:cubicBezTo>
                  <a:pt x="0" y="13673"/>
                  <a:pt x="13652" y="0"/>
                  <a:pt x="30520" y="0"/>
                </a:cubicBezTo>
                <a:lnTo>
                  <a:pt x="368161" y="0"/>
                </a:lnTo>
                <a:cubicBezTo>
                  <a:pt x="385029" y="0"/>
                  <a:pt x="398681" y="13673"/>
                  <a:pt x="398681" y="30520"/>
                </a:cubicBezTo>
                <a:lnTo>
                  <a:pt x="398681" y="368196"/>
                </a:lnTo>
                <a:cubicBezTo>
                  <a:pt x="398681" y="385050"/>
                  <a:pt x="385015" y="398716"/>
                  <a:pt x="368161" y="398716"/>
                </a:cubicBezTo>
                <a:lnTo>
                  <a:pt x="30520" y="398716"/>
                </a:lnTo>
                <a:cubicBezTo>
                  <a:pt x="13666" y="398716"/>
                  <a:pt x="0" y="385050"/>
                  <a:pt x="0" y="368196"/>
                </a:cubicBezTo>
                <a:lnTo>
                  <a:pt x="0" y="30520"/>
                </a:lnTo>
                <a:moveTo>
                  <a:pt x="85442" y="203945"/>
                </a:moveTo>
                <a:cubicBezTo>
                  <a:pt x="59010" y="230356"/>
                  <a:pt x="57698" y="272770"/>
                  <a:pt x="82436" y="300765"/>
                </a:cubicBezTo>
                <a:cubicBezTo>
                  <a:pt x="107173" y="328767"/>
                  <a:pt x="149420" y="332688"/>
                  <a:pt x="178887" y="309715"/>
                </a:cubicBezTo>
                <a:cubicBezTo>
                  <a:pt x="208353" y="286743"/>
                  <a:pt x="214862" y="244810"/>
                  <a:pt x="193739" y="213990"/>
                </a:cubicBezTo>
                <a:lnTo>
                  <a:pt x="244266" y="163483"/>
                </a:lnTo>
                <a:lnTo>
                  <a:pt x="267706" y="186909"/>
                </a:lnTo>
                <a:cubicBezTo>
                  <a:pt x="270991" y="190306"/>
                  <a:pt x="275854" y="191674"/>
                  <a:pt x="280423" y="190481"/>
                </a:cubicBezTo>
                <a:cubicBezTo>
                  <a:pt x="284999" y="189281"/>
                  <a:pt x="288571" y="185716"/>
                  <a:pt x="289771" y="181140"/>
                </a:cubicBezTo>
                <a:cubicBezTo>
                  <a:pt x="290971" y="176570"/>
                  <a:pt x="289610" y="171701"/>
                  <a:pt x="286213" y="168422"/>
                </a:cubicBezTo>
                <a:lnTo>
                  <a:pt x="262767" y="144983"/>
                </a:lnTo>
                <a:lnTo>
                  <a:pt x="286715" y="121013"/>
                </a:lnTo>
                <a:lnTo>
                  <a:pt x="310134" y="144404"/>
                </a:lnTo>
                <a:cubicBezTo>
                  <a:pt x="313420" y="147808"/>
                  <a:pt x="318282" y="149169"/>
                  <a:pt x="322858" y="147976"/>
                </a:cubicBezTo>
                <a:cubicBezTo>
                  <a:pt x="327428" y="146783"/>
                  <a:pt x="331006" y="143211"/>
                  <a:pt x="332199" y="138642"/>
                </a:cubicBezTo>
                <a:cubicBezTo>
                  <a:pt x="333399" y="134065"/>
                  <a:pt x="332039" y="129203"/>
                  <a:pt x="328642" y="125917"/>
                </a:cubicBezTo>
                <a:lnTo>
                  <a:pt x="295959" y="93255"/>
                </a:lnTo>
                <a:cubicBezTo>
                  <a:pt x="290852" y="88149"/>
                  <a:pt x="282579" y="88149"/>
                  <a:pt x="277472" y="93248"/>
                </a:cubicBezTo>
                <a:lnTo>
                  <a:pt x="175238" y="195503"/>
                </a:lnTo>
                <a:cubicBezTo>
                  <a:pt x="147166" y="176368"/>
                  <a:pt x="109447" y="179905"/>
                  <a:pt x="85421" y="203924"/>
                </a:cubicBezTo>
                <a:moveTo>
                  <a:pt x="103908" y="222410"/>
                </a:moveTo>
                <a:cubicBezTo>
                  <a:pt x="86517" y="239801"/>
                  <a:pt x="86517" y="267999"/>
                  <a:pt x="103908" y="285390"/>
                </a:cubicBezTo>
                <a:cubicBezTo>
                  <a:pt x="121299" y="302781"/>
                  <a:pt x="149496" y="302781"/>
                  <a:pt x="166881" y="285390"/>
                </a:cubicBezTo>
                <a:cubicBezTo>
                  <a:pt x="183784" y="267922"/>
                  <a:pt x="183560" y="240129"/>
                  <a:pt x="166371" y="222947"/>
                </a:cubicBezTo>
                <a:cubicBezTo>
                  <a:pt x="149182" y="205758"/>
                  <a:pt x="121390" y="205528"/>
                  <a:pt x="103929" y="222431"/>
                </a:cubicBez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71147" y="4823702"/>
            <a:ext cx="395905" cy="395898"/>
          </a:xfrm>
          <a:custGeom>
            <a:avLst/>
            <a:gdLst/>
            <a:ahLst/>
            <a:cxnLst/>
            <a:rect l="0" t="0" r="0" b="0"/>
            <a:pathLst>
              <a:path w="395905" h="395898">
                <a:moveTo>
                  <a:pt x="152161" y="52111"/>
                </a:moveTo>
                <a:cubicBezTo>
                  <a:pt x="205214" y="0"/>
                  <a:pt x="290357" y="383"/>
                  <a:pt x="342942" y="52969"/>
                </a:cubicBezTo>
                <a:cubicBezTo>
                  <a:pt x="395528" y="105554"/>
                  <a:pt x="395905" y="190690"/>
                  <a:pt x="343794" y="243750"/>
                </a:cubicBezTo>
                <a:lnTo>
                  <a:pt x="244580" y="342977"/>
                </a:lnTo>
                <a:cubicBezTo>
                  <a:pt x="191646" y="395898"/>
                  <a:pt x="105833" y="395884"/>
                  <a:pt x="52920" y="342956"/>
                </a:cubicBezTo>
                <a:cubicBezTo>
                  <a:pt x="0" y="290022"/>
                  <a:pt x="13" y="204217"/>
                  <a:pt x="52948" y="151296"/>
                </a:cubicBezTo>
                <a:lnTo>
                  <a:pt x="152161" y="52132"/>
                </a:lnTo>
                <a:moveTo>
                  <a:pt x="98390" y="199117"/>
                </a:moveTo>
                <a:cubicBezTo>
                  <a:pt x="71099" y="226414"/>
                  <a:pt x="71099" y="270670"/>
                  <a:pt x="98397" y="297968"/>
                </a:cubicBezTo>
                <a:cubicBezTo>
                  <a:pt x="123922" y="323326"/>
                  <a:pt x="164530" y="325174"/>
                  <a:pt x="192260" y="302237"/>
                </a:cubicBezTo>
                <a:cubicBezTo>
                  <a:pt x="219989" y="279300"/>
                  <a:pt x="225780" y="239062"/>
                  <a:pt x="205647" y="209232"/>
                </a:cubicBezTo>
                <a:lnTo>
                  <a:pt x="251765" y="163121"/>
                </a:lnTo>
                <a:lnTo>
                  <a:pt x="274765" y="186128"/>
                </a:lnTo>
                <a:cubicBezTo>
                  <a:pt x="278051" y="189525"/>
                  <a:pt x="282913" y="190892"/>
                  <a:pt x="287483" y="189699"/>
                </a:cubicBezTo>
                <a:cubicBezTo>
                  <a:pt x="292059" y="188500"/>
                  <a:pt x="295631" y="184935"/>
                  <a:pt x="296831" y="180358"/>
                </a:cubicBezTo>
                <a:cubicBezTo>
                  <a:pt x="298031" y="175789"/>
                  <a:pt x="296670" y="170920"/>
                  <a:pt x="293273" y="167641"/>
                </a:cubicBezTo>
                <a:lnTo>
                  <a:pt x="270266" y="144620"/>
                </a:lnTo>
                <a:lnTo>
                  <a:pt x="297005" y="117881"/>
                </a:lnTo>
                <a:lnTo>
                  <a:pt x="320005" y="140853"/>
                </a:lnTo>
                <a:cubicBezTo>
                  <a:pt x="325140" y="145806"/>
                  <a:pt x="333295" y="145729"/>
                  <a:pt x="338338" y="140679"/>
                </a:cubicBezTo>
                <a:cubicBezTo>
                  <a:pt x="343382" y="135635"/>
                  <a:pt x="343452" y="127473"/>
                  <a:pt x="338492" y="122346"/>
                </a:cubicBezTo>
                <a:lnTo>
                  <a:pt x="306262" y="90116"/>
                </a:lnTo>
                <a:cubicBezTo>
                  <a:pt x="301156" y="85017"/>
                  <a:pt x="292882" y="85017"/>
                  <a:pt x="287776" y="90116"/>
                </a:cubicBezTo>
                <a:lnTo>
                  <a:pt x="187181" y="190746"/>
                </a:lnTo>
                <a:cubicBezTo>
                  <a:pt x="159416" y="171869"/>
                  <a:pt x="122157" y="175378"/>
                  <a:pt x="98411" y="199117"/>
                </a:cubicBezTo>
                <a:moveTo>
                  <a:pt x="178775" y="279460"/>
                </a:moveTo>
                <a:cubicBezTo>
                  <a:pt x="195371" y="262871"/>
                  <a:pt x="195908" y="236139"/>
                  <a:pt x="179996" y="218894"/>
                </a:cubicBezTo>
                <a:cubicBezTo>
                  <a:pt x="179054" y="218176"/>
                  <a:pt x="178217" y="217332"/>
                  <a:pt x="177498" y="216383"/>
                </a:cubicBezTo>
                <a:cubicBezTo>
                  <a:pt x="159912" y="200163"/>
                  <a:pt x="132552" y="201084"/>
                  <a:pt x="116095" y="218448"/>
                </a:cubicBezTo>
                <a:cubicBezTo>
                  <a:pt x="99639" y="235818"/>
                  <a:pt x="100190" y="263185"/>
                  <a:pt x="117337" y="279879"/>
                </a:cubicBezTo>
                <a:cubicBezTo>
                  <a:pt x="134484" y="296566"/>
                  <a:pt x="161858" y="296384"/>
                  <a:pt x="178775" y="279460"/>
                </a:cubicBez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92428" y="4819560"/>
            <a:ext cx="407401" cy="407401"/>
          </a:xfrm>
          <a:custGeom>
            <a:avLst/>
            <a:gdLst/>
            <a:ahLst/>
            <a:cxnLst/>
            <a:rect l="0" t="0" r="0" b="0"/>
            <a:pathLst>
              <a:path w="407401" h="407401">
                <a:moveTo>
                  <a:pt x="0" y="203700"/>
                </a:moveTo>
                <a:cubicBezTo>
                  <a:pt x="0" y="316189"/>
                  <a:pt x="91211" y="407401"/>
                  <a:pt x="203700" y="407401"/>
                </a:cubicBezTo>
                <a:cubicBezTo>
                  <a:pt x="316189" y="407401"/>
                  <a:pt x="407401" y="316189"/>
                  <a:pt x="407401" y="203700"/>
                </a:cubicBezTo>
                <a:cubicBezTo>
                  <a:pt x="407401" y="91211"/>
                  <a:pt x="316189" y="0"/>
                  <a:pt x="203700" y="0"/>
                </a:cubicBezTo>
                <a:cubicBezTo>
                  <a:pt x="91211" y="0"/>
                  <a:pt x="0" y="91211"/>
                  <a:pt x="0" y="203700"/>
                </a:cubicBezTo>
                <a:moveTo>
                  <a:pt x="188583" y="198712"/>
                </a:moveTo>
                <a:lnTo>
                  <a:pt x="209107" y="163135"/>
                </a:lnTo>
                <a:cubicBezTo>
                  <a:pt x="209218" y="162932"/>
                  <a:pt x="209330" y="162737"/>
                  <a:pt x="209456" y="162542"/>
                </a:cubicBezTo>
                <a:lnTo>
                  <a:pt x="231639" y="124104"/>
                </a:lnTo>
                <a:cubicBezTo>
                  <a:pt x="235253" y="117853"/>
                  <a:pt x="243248" y="115718"/>
                  <a:pt x="249498" y="119325"/>
                </a:cubicBezTo>
                <a:lnTo>
                  <a:pt x="274438" y="133696"/>
                </a:lnTo>
                <a:cubicBezTo>
                  <a:pt x="280702" y="137309"/>
                  <a:pt x="282844" y="145311"/>
                  <a:pt x="279237" y="151575"/>
                </a:cubicBezTo>
                <a:cubicBezTo>
                  <a:pt x="275623" y="157833"/>
                  <a:pt x="267615" y="159981"/>
                  <a:pt x="261357" y="156368"/>
                </a:cubicBezTo>
                <a:lnTo>
                  <a:pt x="247754" y="148520"/>
                </a:lnTo>
                <a:lnTo>
                  <a:pt x="238490" y="164565"/>
                </a:lnTo>
                <a:lnTo>
                  <a:pt x="252065" y="172413"/>
                </a:lnTo>
                <a:cubicBezTo>
                  <a:pt x="258323" y="176026"/>
                  <a:pt x="260471" y="184028"/>
                  <a:pt x="256858" y="190285"/>
                </a:cubicBezTo>
                <a:cubicBezTo>
                  <a:pt x="253244" y="196550"/>
                  <a:pt x="245243" y="198699"/>
                  <a:pt x="238978" y="195085"/>
                </a:cubicBezTo>
                <a:lnTo>
                  <a:pt x="225410" y="187237"/>
                </a:lnTo>
                <a:lnTo>
                  <a:pt x="211255" y="211779"/>
                </a:lnTo>
                <a:cubicBezTo>
                  <a:pt x="228423" y="229240"/>
                  <a:pt x="230056" y="256711"/>
                  <a:pt x="215064" y="276077"/>
                </a:cubicBezTo>
                <a:cubicBezTo>
                  <a:pt x="200073" y="295449"/>
                  <a:pt x="173075" y="300772"/>
                  <a:pt x="151861" y="288529"/>
                </a:cubicBezTo>
                <a:cubicBezTo>
                  <a:pt x="130647" y="276286"/>
                  <a:pt x="121732" y="250259"/>
                  <a:pt x="131003" y="227579"/>
                </a:cubicBezTo>
                <a:cubicBezTo>
                  <a:pt x="140267" y="204907"/>
                  <a:pt x="164865" y="192567"/>
                  <a:pt x="188583" y="198699"/>
                </a:cubicBezTo>
                <a:moveTo>
                  <a:pt x="164934" y="265843"/>
                </a:moveTo>
                <a:cubicBezTo>
                  <a:pt x="154024" y="259544"/>
                  <a:pt x="150285" y="245606"/>
                  <a:pt x="156584" y="234695"/>
                </a:cubicBezTo>
                <a:cubicBezTo>
                  <a:pt x="162876" y="223791"/>
                  <a:pt x="176822" y="220059"/>
                  <a:pt x="187725" y="226352"/>
                </a:cubicBezTo>
                <a:cubicBezTo>
                  <a:pt x="198629" y="232651"/>
                  <a:pt x="202361" y="246589"/>
                  <a:pt x="196069" y="257493"/>
                </a:cubicBezTo>
                <a:cubicBezTo>
                  <a:pt x="189776" y="268396"/>
                  <a:pt x="175831" y="272128"/>
                  <a:pt x="164927" y="265843"/>
                </a:cubicBezTo>
                <a:moveTo>
                  <a:pt x="38626" y="236544"/>
                </a:moveTo>
                <a:cubicBezTo>
                  <a:pt x="34336" y="214862"/>
                  <a:pt x="34336" y="192553"/>
                  <a:pt x="38626" y="170878"/>
                </a:cubicBezTo>
                <a:cubicBezTo>
                  <a:pt x="40035" y="163790"/>
                  <a:pt x="46913" y="159179"/>
                  <a:pt x="54001" y="160581"/>
                </a:cubicBezTo>
                <a:cubicBezTo>
                  <a:pt x="61089" y="161984"/>
                  <a:pt x="65700" y="168862"/>
                  <a:pt x="64298" y="175950"/>
                </a:cubicBezTo>
                <a:cubicBezTo>
                  <a:pt x="60677" y="194276"/>
                  <a:pt x="60677" y="213125"/>
                  <a:pt x="64298" y="231451"/>
                </a:cubicBezTo>
                <a:cubicBezTo>
                  <a:pt x="65700" y="238539"/>
                  <a:pt x="61089" y="245417"/>
                  <a:pt x="54001" y="246819"/>
                </a:cubicBezTo>
                <a:cubicBezTo>
                  <a:pt x="46913" y="248222"/>
                  <a:pt x="40035" y="243610"/>
                  <a:pt x="38626" y="236523"/>
                </a:cubicBezTo>
                <a:moveTo>
                  <a:pt x="67374" y="279056"/>
                </a:moveTo>
                <a:cubicBezTo>
                  <a:pt x="73374" y="275044"/>
                  <a:pt x="81487" y="276656"/>
                  <a:pt x="85512" y="282655"/>
                </a:cubicBezTo>
                <a:cubicBezTo>
                  <a:pt x="95899" y="298170"/>
                  <a:pt x="109231" y="311501"/>
                  <a:pt x="124745" y="321889"/>
                </a:cubicBezTo>
                <a:cubicBezTo>
                  <a:pt x="130508" y="325998"/>
                  <a:pt x="131966" y="333943"/>
                  <a:pt x="128031" y="339817"/>
                </a:cubicBezTo>
                <a:cubicBezTo>
                  <a:pt x="124090" y="345698"/>
                  <a:pt x="116193" y="347386"/>
                  <a:pt x="110207" y="343626"/>
                </a:cubicBezTo>
                <a:cubicBezTo>
                  <a:pt x="91846" y="331327"/>
                  <a:pt x="76073" y="315554"/>
                  <a:pt x="63775" y="297200"/>
                </a:cubicBezTo>
                <a:cubicBezTo>
                  <a:pt x="59763" y="291194"/>
                  <a:pt x="61375" y="283081"/>
                  <a:pt x="67374" y="279063"/>
                </a:cubicBezTo>
                <a:moveTo>
                  <a:pt x="67374" y="128345"/>
                </a:moveTo>
                <a:cubicBezTo>
                  <a:pt x="61375" y="124320"/>
                  <a:pt x="59763" y="116207"/>
                  <a:pt x="63782" y="110207"/>
                </a:cubicBezTo>
                <a:cubicBezTo>
                  <a:pt x="76080" y="91839"/>
                  <a:pt x="91853" y="76073"/>
                  <a:pt x="110221" y="63775"/>
                </a:cubicBezTo>
                <a:cubicBezTo>
                  <a:pt x="116228" y="59763"/>
                  <a:pt x="124348" y="61375"/>
                  <a:pt x="128366" y="67381"/>
                </a:cubicBezTo>
                <a:cubicBezTo>
                  <a:pt x="132384" y="73388"/>
                  <a:pt x="130773" y="81508"/>
                  <a:pt x="124766" y="85526"/>
                </a:cubicBezTo>
                <a:cubicBezTo>
                  <a:pt x="109252" y="95920"/>
                  <a:pt x="95920" y="109252"/>
                  <a:pt x="85526" y="124766"/>
                </a:cubicBezTo>
                <a:cubicBezTo>
                  <a:pt x="81501" y="130759"/>
                  <a:pt x="73388" y="132356"/>
                  <a:pt x="67388" y="128345"/>
                </a:cubicBezTo>
                <a:moveTo>
                  <a:pt x="160588" y="353407"/>
                </a:moveTo>
                <a:cubicBezTo>
                  <a:pt x="161991" y="346333"/>
                  <a:pt x="168855" y="341729"/>
                  <a:pt x="175936" y="343117"/>
                </a:cubicBezTo>
                <a:cubicBezTo>
                  <a:pt x="194262" y="346744"/>
                  <a:pt x="213125" y="346744"/>
                  <a:pt x="231451" y="343117"/>
                </a:cubicBezTo>
                <a:cubicBezTo>
                  <a:pt x="238364" y="342063"/>
                  <a:pt x="244887" y="346640"/>
                  <a:pt x="246247" y="353511"/>
                </a:cubicBezTo>
                <a:cubicBezTo>
                  <a:pt x="247608" y="360376"/>
                  <a:pt x="243324" y="367094"/>
                  <a:pt x="236523" y="368754"/>
                </a:cubicBezTo>
                <a:cubicBezTo>
                  <a:pt x="214848" y="373044"/>
                  <a:pt x="192553" y="373044"/>
                  <a:pt x="170878" y="368754"/>
                </a:cubicBezTo>
                <a:cubicBezTo>
                  <a:pt x="163804" y="367352"/>
                  <a:pt x="159200" y="360487"/>
                  <a:pt x="160588" y="353407"/>
                </a:cubicBezTo>
                <a:moveTo>
                  <a:pt x="160588" y="54008"/>
                </a:moveTo>
                <a:cubicBezTo>
                  <a:pt x="159179" y="46920"/>
                  <a:pt x="163790" y="40035"/>
                  <a:pt x="170878" y="38626"/>
                </a:cubicBezTo>
                <a:cubicBezTo>
                  <a:pt x="192553" y="34343"/>
                  <a:pt x="214848" y="34343"/>
                  <a:pt x="236523" y="38626"/>
                </a:cubicBezTo>
                <a:cubicBezTo>
                  <a:pt x="243610" y="40035"/>
                  <a:pt x="248222" y="46913"/>
                  <a:pt x="246819" y="54001"/>
                </a:cubicBezTo>
                <a:cubicBezTo>
                  <a:pt x="245417" y="61089"/>
                  <a:pt x="238539" y="65700"/>
                  <a:pt x="231451" y="64298"/>
                </a:cubicBezTo>
                <a:cubicBezTo>
                  <a:pt x="213125" y="60677"/>
                  <a:pt x="194276" y="60677"/>
                  <a:pt x="175950" y="64298"/>
                </a:cubicBezTo>
                <a:cubicBezTo>
                  <a:pt x="168869" y="65700"/>
                  <a:pt x="161991" y="61096"/>
                  <a:pt x="160588" y="54008"/>
                </a:cubicBezTo>
                <a:moveTo>
                  <a:pt x="279056" y="340026"/>
                </a:moveTo>
                <a:cubicBezTo>
                  <a:pt x="275044" y="334027"/>
                  <a:pt x="276656" y="325914"/>
                  <a:pt x="282655" y="321896"/>
                </a:cubicBezTo>
                <a:cubicBezTo>
                  <a:pt x="298170" y="311501"/>
                  <a:pt x="311501" y="298170"/>
                  <a:pt x="321889" y="282648"/>
                </a:cubicBezTo>
                <a:cubicBezTo>
                  <a:pt x="325998" y="276893"/>
                  <a:pt x="333943" y="275435"/>
                  <a:pt x="339817" y="279370"/>
                </a:cubicBezTo>
                <a:cubicBezTo>
                  <a:pt x="345698" y="283311"/>
                  <a:pt x="347386" y="291208"/>
                  <a:pt x="343626" y="297200"/>
                </a:cubicBezTo>
                <a:cubicBezTo>
                  <a:pt x="331327" y="315554"/>
                  <a:pt x="315554" y="331327"/>
                  <a:pt x="297200" y="343626"/>
                </a:cubicBezTo>
                <a:cubicBezTo>
                  <a:pt x="291194" y="347637"/>
                  <a:pt x="283081" y="346026"/>
                  <a:pt x="279063" y="340033"/>
                </a:cubicBezTo>
                <a:moveTo>
                  <a:pt x="279056" y="67374"/>
                </a:moveTo>
                <a:cubicBezTo>
                  <a:pt x="283081" y="61375"/>
                  <a:pt x="291194" y="59763"/>
                  <a:pt x="297200" y="63782"/>
                </a:cubicBezTo>
                <a:cubicBezTo>
                  <a:pt x="315554" y="76073"/>
                  <a:pt x="331327" y="91846"/>
                  <a:pt x="343626" y="110200"/>
                </a:cubicBezTo>
                <a:cubicBezTo>
                  <a:pt x="347637" y="116207"/>
                  <a:pt x="346026" y="124334"/>
                  <a:pt x="340019" y="128352"/>
                </a:cubicBezTo>
                <a:cubicBezTo>
                  <a:pt x="334013" y="132370"/>
                  <a:pt x="325893" y="130752"/>
                  <a:pt x="321875" y="124752"/>
                </a:cubicBezTo>
                <a:cubicBezTo>
                  <a:pt x="311480" y="109231"/>
                  <a:pt x="298149" y="95899"/>
                  <a:pt x="282634" y="85505"/>
                </a:cubicBezTo>
                <a:cubicBezTo>
                  <a:pt x="276642" y="81487"/>
                  <a:pt x="275044" y="73367"/>
                  <a:pt x="279063" y="67374"/>
                </a:cubicBezTo>
                <a:moveTo>
                  <a:pt x="353393" y="246826"/>
                </a:moveTo>
                <a:cubicBezTo>
                  <a:pt x="346298" y="245424"/>
                  <a:pt x="341687" y="238539"/>
                  <a:pt x="343096" y="231451"/>
                </a:cubicBezTo>
                <a:cubicBezTo>
                  <a:pt x="346730" y="213125"/>
                  <a:pt x="346730" y="194276"/>
                  <a:pt x="343096" y="175950"/>
                </a:cubicBezTo>
                <a:cubicBezTo>
                  <a:pt x="341701" y="168862"/>
                  <a:pt x="346312" y="161984"/>
                  <a:pt x="353400" y="160581"/>
                </a:cubicBezTo>
                <a:cubicBezTo>
                  <a:pt x="360487" y="159179"/>
                  <a:pt x="367366" y="163790"/>
                  <a:pt x="368768" y="170878"/>
                </a:cubicBezTo>
                <a:cubicBezTo>
                  <a:pt x="373065" y="192553"/>
                  <a:pt x="373065" y="214848"/>
                  <a:pt x="368768" y="236523"/>
                </a:cubicBezTo>
                <a:cubicBezTo>
                  <a:pt x="367366" y="243610"/>
                  <a:pt x="360480" y="248222"/>
                  <a:pt x="353393" y="246812"/>
                </a:cubicBezTo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66163" y="765891"/>
            <a:ext cx="3036816" cy="2441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Shantell Sans"/>
              </a:rPr>
              <a:t>Ciclo de autenticación de usuario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7317" y="1160038"/>
            <a:ext cx="1363819" cy="4101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CC583"/>
                </a:solidFill>
                <a:latin typeface="Shantell Sans"/>
              </a:rPr>
              <a:t>Iniciar
sesión/Registrarse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915" y="1592553"/>
            <a:ext cx="1228602" cy="4394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484848"/>
                </a:solidFill>
                <a:latin typeface="Shantell Sans"/>
              </a:rPr>
              <a:t>Los usuarios inician
sesión o se registran en
la plataforma.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91667" y="3001717"/>
            <a:ext cx="1191922" cy="4101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E55753"/>
                </a:solidFill>
                <a:latin typeface="Shantell Sans"/>
              </a:rPr>
              <a:t>Aplicar políticas
de seguridad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5547" y="3043573"/>
            <a:ext cx="1121617" cy="4101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2BD39"/>
                </a:solidFill>
                <a:latin typeface="Shantell Sans"/>
              </a:rPr>
              <a:t>Generar token
de sesión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0156" y="3413304"/>
            <a:ext cx="1203425" cy="5859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Shantell Sans"/>
              </a:rPr>
              <a:t>Las políticas de
seguridad se aplican en
función de la identidad
del usuario.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85547" y="3476088"/>
            <a:ext cx="1178297" cy="4394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484848"/>
                </a:solidFill>
                <a:latin typeface="Shantell Sans"/>
              </a:rPr>
              <a:t>Supabase Auth genera
un token de sesión
único.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24920" y="4927108"/>
            <a:ext cx="877239" cy="4101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7F64EA"/>
                </a:solidFill>
                <a:latin typeface="Shantell Sans"/>
              </a:rPr>
              <a:t>Autenticar
operaciones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66983" y="4927108"/>
            <a:ext cx="871023" cy="6152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ABDA"/>
                </a:solidFill>
                <a:latin typeface="Shantell Sans"/>
              </a:rPr>
              <a:t>Almacenar
token en el
cliente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81210" y="5359624"/>
            <a:ext cx="1220970" cy="4394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Shantell Sans"/>
              </a:rPr>
              <a:t>El token de sesión se
utiliza para autenticar
operaciones posteriores.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66983" y="5506121"/>
            <a:ext cx="1227025" cy="5859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484848"/>
                </a:solidFill>
                <a:latin typeface="Shantell Sans"/>
              </a:rPr>
              <a:t>El token de sesión se
almacena de forma
segura en el dispositivo
del usuario.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11514" y="1550398"/>
            <a:ext cx="2075542" cy="566057"/>
          </a:xfrm>
          <a:custGeom>
            <a:avLst/>
            <a:gdLst/>
            <a:ahLst/>
            <a:cxnLst/>
            <a:rect l="0" t="0" r="0" b="0"/>
            <a:pathLst>
              <a:path w="2075542" h="566057">
                <a:moveTo>
                  <a:pt x="2075542" y="518885"/>
                </a:moveTo>
                <a:cubicBezTo>
                  <a:pt x="2075542" y="544940"/>
                  <a:pt x="2054425" y="566057"/>
                  <a:pt x="2028371" y="566057"/>
                </a:cubicBezTo>
                <a:lnTo>
                  <a:pt x="47171" y="566057"/>
                </a:lnTo>
                <a:cubicBezTo>
                  <a:pt x="21117" y="566057"/>
                  <a:pt x="0" y="544940"/>
                  <a:pt x="0" y="518885"/>
                </a:cubicBezTo>
                <a:lnTo>
                  <a:pt x="0" y="47171"/>
                </a:lnTo>
                <a:cubicBezTo>
                  <a:pt x="0" y="21117"/>
                  <a:pt x="21117" y="0"/>
                  <a:pt x="47171" y="0"/>
                </a:cubicBezTo>
                <a:lnTo>
                  <a:pt x="2028371" y="0"/>
                </a:lnTo>
                <a:cubicBezTo>
                  <a:pt x="2054425" y="0"/>
                  <a:pt x="2075542" y="21117"/>
                  <a:pt x="2075542" y="47171"/>
                </a:cubicBezTo>
                <a:lnTo>
                  <a:pt x="2075542" y="518885"/>
                </a:lnTo>
              </a:path>
            </a:pathLst>
          </a:custGeom>
          <a:solidFill>
            <a:srgbClr val="FFD7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11514" y="1550398"/>
            <a:ext cx="2075542" cy="566057"/>
          </a:xfrm>
          <a:custGeom>
            <a:avLst/>
            <a:gdLst/>
            <a:ahLst/>
            <a:cxnLst/>
            <a:rect l="0" t="0" r="0" b="0"/>
            <a:pathLst>
              <a:path w="2075542" h="566057">
                <a:moveTo>
                  <a:pt x="47171" y="0"/>
                </a:moveTo>
                <a:cubicBezTo>
                  <a:pt x="21119" y="0"/>
                  <a:pt x="0" y="21119"/>
                  <a:pt x="0" y="47171"/>
                </a:cubicBezTo>
                <a:moveTo>
                  <a:pt x="47171" y="0"/>
                </a:moveTo>
                <a:lnTo>
                  <a:pt x="2028371" y="0"/>
                </a:lnTo>
                <a:moveTo>
                  <a:pt x="2028371" y="0"/>
                </a:moveTo>
                <a:cubicBezTo>
                  <a:pt x="2054423" y="0"/>
                  <a:pt x="2075542" y="21119"/>
                  <a:pt x="2075542" y="47171"/>
                </a:cubicBezTo>
                <a:moveTo>
                  <a:pt x="2075542" y="518885"/>
                </a:moveTo>
                <a:lnTo>
                  <a:pt x="2075542" y="47171"/>
                </a:lnTo>
                <a:moveTo>
                  <a:pt x="0" y="518885"/>
                </a:moveTo>
                <a:lnTo>
                  <a:pt x="0" y="47171"/>
                </a:lnTo>
                <a:moveTo>
                  <a:pt x="0" y="518885"/>
                </a:moveTo>
                <a:cubicBezTo>
                  <a:pt x="0" y="544937"/>
                  <a:pt x="21119" y="566057"/>
                  <a:pt x="47171" y="566057"/>
                </a:cubicBezTo>
                <a:moveTo>
                  <a:pt x="2028371" y="566057"/>
                </a:moveTo>
                <a:lnTo>
                  <a:pt x="47171" y="566057"/>
                </a:lnTo>
                <a:moveTo>
                  <a:pt x="2028371" y="566057"/>
                </a:moveTo>
                <a:cubicBezTo>
                  <a:pt x="2054423" y="566057"/>
                  <a:pt x="2075542" y="544937"/>
                  <a:pt x="2075542" y="518885"/>
                </a:cubicBezTo>
              </a:path>
            </a:pathLst>
          </a:custGeom>
          <a:noFill/>
          <a:ln w="1179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64428" y="2281555"/>
            <a:ext cx="1792514" cy="1462314"/>
          </a:xfrm>
          <a:custGeom>
            <a:avLst/>
            <a:gdLst/>
            <a:ahLst/>
            <a:cxnLst/>
            <a:rect l="0" t="0" r="0" b="0"/>
            <a:pathLst>
              <a:path w="1792514" h="1462314">
                <a:moveTo>
                  <a:pt x="1792514" y="1415142"/>
                </a:moveTo>
                <a:cubicBezTo>
                  <a:pt x="1792514" y="1441197"/>
                  <a:pt x="1771397" y="1462314"/>
                  <a:pt x="1745342" y="1462314"/>
                </a:cubicBezTo>
                <a:lnTo>
                  <a:pt x="47171" y="1462314"/>
                </a:lnTo>
                <a:cubicBezTo>
                  <a:pt x="21117" y="1462314"/>
                  <a:pt x="0" y="1441197"/>
                  <a:pt x="0" y="1415142"/>
                </a:cubicBezTo>
                <a:lnTo>
                  <a:pt x="0" y="47171"/>
                </a:lnTo>
                <a:cubicBezTo>
                  <a:pt x="0" y="21117"/>
                  <a:pt x="21117" y="0"/>
                  <a:pt x="47171" y="0"/>
                </a:cubicBezTo>
                <a:lnTo>
                  <a:pt x="1745342" y="0"/>
                </a:lnTo>
                <a:cubicBezTo>
                  <a:pt x="1771397" y="0"/>
                  <a:pt x="1792514" y="21117"/>
                  <a:pt x="1792514" y="47171"/>
                </a:cubicBezTo>
                <a:lnTo>
                  <a:pt x="1792514" y="1415142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64428" y="2281555"/>
            <a:ext cx="1792514" cy="1462314"/>
          </a:xfrm>
          <a:custGeom>
            <a:avLst/>
            <a:gdLst/>
            <a:ahLst/>
            <a:cxnLst/>
            <a:rect l="0" t="0" r="0" b="0"/>
            <a:pathLst>
              <a:path w="1792514" h="1462314">
                <a:moveTo>
                  <a:pt x="47171" y="0"/>
                </a:moveTo>
                <a:cubicBezTo>
                  <a:pt x="21119" y="0"/>
                  <a:pt x="0" y="21119"/>
                  <a:pt x="0" y="47171"/>
                </a:cubicBezTo>
                <a:moveTo>
                  <a:pt x="47171" y="0"/>
                </a:moveTo>
                <a:lnTo>
                  <a:pt x="1745342" y="0"/>
                </a:lnTo>
                <a:moveTo>
                  <a:pt x="1745342" y="0"/>
                </a:moveTo>
                <a:cubicBezTo>
                  <a:pt x="1771394" y="0"/>
                  <a:pt x="1792514" y="21119"/>
                  <a:pt x="1792514" y="47171"/>
                </a:cubicBezTo>
                <a:moveTo>
                  <a:pt x="1792514" y="1415142"/>
                </a:moveTo>
                <a:lnTo>
                  <a:pt x="1792514" y="47171"/>
                </a:lnTo>
                <a:moveTo>
                  <a:pt x="0" y="1415142"/>
                </a:moveTo>
                <a:lnTo>
                  <a:pt x="0" y="47171"/>
                </a:lnTo>
                <a:moveTo>
                  <a:pt x="0" y="1415142"/>
                </a:moveTo>
                <a:cubicBezTo>
                  <a:pt x="0" y="1441194"/>
                  <a:pt x="21119" y="1462314"/>
                  <a:pt x="47171" y="1462314"/>
                </a:cubicBezTo>
                <a:moveTo>
                  <a:pt x="1745342" y="1462314"/>
                </a:moveTo>
                <a:lnTo>
                  <a:pt x="47171" y="1462314"/>
                </a:lnTo>
                <a:moveTo>
                  <a:pt x="1745342" y="1462314"/>
                </a:moveTo>
                <a:cubicBezTo>
                  <a:pt x="1771394" y="1462314"/>
                  <a:pt x="1792514" y="1441194"/>
                  <a:pt x="1792514" y="1415142"/>
                </a:cubicBezTo>
              </a:path>
            </a:pathLst>
          </a:custGeom>
          <a:noFill/>
          <a:ln w="1179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4314" y="2305141"/>
            <a:ext cx="1698171" cy="377371"/>
          </a:xfrm>
          <a:custGeom>
            <a:avLst/>
            <a:gdLst/>
            <a:ahLst/>
            <a:cxnLst/>
            <a:rect l="0" t="0" r="0" b="0"/>
            <a:pathLst>
              <a:path w="1698171" h="377371">
                <a:moveTo>
                  <a:pt x="1698171" y="330200"/>
                </a:moveTo>
                <a:cubicBezTo>
                  <a:pt x="1698171" y="356254"/>
                  <a:pt x="1677054" y="377371"/>
                  <a:pt x="1651000" y="377371"/>
                </a:cubicBezTo>
                <a:lnTo>
                  <a:pt x="47171" y="377371"/>
                </a:lnTo>
                <a:cubicBezTo>
                  <a:pt x="21117" y="377371"/>
                  <a:pt x="0" y="356254"/>
                  <a:pt x="0" y="330200"/>
                </a:cubicBezTo>
                <a:lnTo>
                  <a:pt x="0" y="47171"/>
                </a:lnTo>
                <a:cubicBezTo>
                  <a:pt x="0" y="21117"/>
                  <a:pt x="21117" y="0"/>
                  <a:pt x="47171" y="0"/>
                </a:cubicBezTo>
                <a:lnTo>
                  <a:pt x="1651000" y="0"/>
                </a:lnTo>
                <a:cubicBezTo>
                  <a:pt x="1677054" y="0"/>
                  <a:pt x="1698171" y="21117"/>
                  <a:pt x="1698171" y="47171"/>
                </a:cubicBezTo>
                <a:lnTo>
                  <a:pt x="1698171" y="330200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4314" y="2305141"/>
            <a:ext cx="1698171" cy="377371"/>
          </a:xfrm>
          <a:custGeom>
            <a:avLst/>
            <a:gdLst/>
            <a:ahLst/>
            <a:cxnLst/>
            <a:rect l="0" t="0" r="0" b="0"/>
            <a:pathLst>
              <a:path w="1698171" h="377371">
                <a:moveTo>
                  <a:pt x="47171" y="0"/>
                </a:moveTo>
                <a:cubicBezTo>
                  <a:pt x="21119" y="0"/>
                  <a:pt x="0" y="21119"/>
                  <a:pt x="0" y="47171"/>
                </a:cubicBezTo>
                <a:moveTo>
                  <a:pt x="47171" y="0"/>
                </a:moveTo>
                <a:lnTo>
                  <a:pt x="1651000" y="0"/>
                </a:lnTo>
                <a:moveTo>
                  <a:pt x="1651000" y="0"/>
                </a:moveTo>
                <a:cubicBezTo>
                  <a:pt x="1677051" y="0"/>
                  <a:pt x="1698171" y="21119"/>
                  <a:pt x="1698171" y="47171"/>
                </a:cubicBezTo>
                <a:moveTo>
                  <a:pt x="1698171" y="330200"/>
                </a:moveTo>
                <a:lnTo>
                  <a:pt x="1698171" y="47171"/>
                </a:lnTo>
                <a:moveTo>
                  <a:pt x="0" y="330200"/>
                </a:moveTo>
                <a:lnTo>
                  <a:pt x="0" y="47171"/>
                </a:lnTo>
                <a:moveTo>
                  <a:pt x="0" y="330200"/>
                </a:moveTo>
                <a:cubicBezTo>
                  <a:pt x="0" y="356251"/>
                  <a:pt x="21119" y="377371"/>
                  <a:pt x="47171" y="377371"/>
                </a:cubicBezTo>
                <a:moveTo>
                  <a:pt x="1651000" y="377371"/>
                </a:moveTo>
                <a:lnTo>
                  <a:pt x="47171" y="377371"/>
                </a:lnTo>
                <a:moveTo>
                  <a:pt x="1651000" y="377371"/>
                </a:moveTo>
                <a:cubicBezTo>
                  <a:pt x="1677051" y="377371"/>
                  <a:pt x="1698171" y="356251"/>
                  <a:pt x="1698171" y="330200"/>
                </a:cubicBezTo>
              </a:path>
            </a:pathLst>
          </a:custGeom>
          <a:noFill/>
          <a:ln w="1179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70086" y="4616541"/>
            <a:ext cx="1981200" cy="377371"/>
          </a:xfrm>
          <a:custGeom>
            <a:avLst/>
            <a:gdLst/>
            <a:ahLst/>
            <a:cxnLst/>
            <a:rect l="0" t="0" r="0" b="0"/>
            <a:pathLst>
              <a:path w="1981200" h="377371">
                <a:moveTo>
                  <a:pt x="1981200" y="330200"/>
                </a:moveTo>
                <a:cubicBezTo>
                  <a:pt x="1981200" y="356254"/>
                  <a:pt x="1960082" y="377371"/>
                  <a:pt x="1934028" y="377371"/>
                </a:cubicBezTo>
                <a:lnTo>
                  <a:pt x="47171" y="377371"/>
                </a:lnTo>
                <a:cubicBezTo>
                  <a:pt x="21117" y="377371"/>
                  <a:pt x="0" y="356254"/>
                  <a:pt x="0" y="330200"/>
                </a:cubicBezTo>
                <a:lnTo>
                  <a:pt x="0" y="47171"/>
                </a:lnTo>
                <a:cubicBezTo>
                  <a:pt x="0" y="21117"/>
                  <a:pt x="21117" y="0"/>
                  <a:pt x="47171" y="0"/>
                </a:cubicBezTo>
                <a:lnTo>
                  <a:pt x="1934028" y="0"/>
                </a:lnTo>
                <a:cubicBezTo>
                  <a:pt x="1960082" y="0"/>
                  <a:pt x="1981200" y="21117"/>
                  <a:pt x="1981200" y="47171"/>
                </a:cubicBezTo>
                <a:lnTo>
                  <a:pt x="1981200" y="330200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70086" y="4616541"/>
            <a:ext cx="1981200" cy="377371"/>
          </a:xfrm>
          <a:custGeom>
            <a:avLst/>
            <a:gdLst/>
            <a:ahLst/>
            <a:cxnLst/>
            <a:rect l="0" t="0" r="0" b="0"/>
            <a:pathLst>
              <a:path w="1981200" h="377371">
                <a:moveTo>
                  <a:pt x="47171" y="0"/>
                </a:moveTo>
                <a:cubicBezTo>
                  <a:pt x="21119" y="0"/>
                  <a:pt x="0" y="21119"/>
                  <a:pt x="0" y="47171"/>
                </a:cubicBezTo>
                <a:moveTo>
                  <a:pt x="47171" y="0"/>
                </a:moveTo>
                <a:lnTo>
                  <a:pt x="1934028" y="0"/>
                </a:lnTo>
                <a:moveTo>
                  <a:pt x="1934028" y="0"/>
                </a:moveTo>
                <a:cubicBezTo>
                  <a:pt x="1960080" y="0"/>
                  <a:pt x="1981200" y="21119"/>
                  <a:pt x="1981200" y="47171"/>
                </a:cubicBezTo>
                <a:moveTo>
                  <a:pt x="1981199" y="330200"/>
                </a:moveTo>
                <a:lnTo>
                  <a:pt x="1981199" y="47171"/>
                </a:lnTo>
                <a:moveTo>
                  <a:pt x="0" y="330200"/>
                </a:moveTo>
                <a:lnTo>
                  <a:pt x="0" y="47171"/>
                </a:lnTo>
                <a:moveTo>
                  <a:pt x="0" y="330200"/>
                </a:moveTo>
                <a:cubicBezTo>
                  <a:pt x="0" y="356252"/>
                  <a:pt x="21119" y="377371"/>
                  <a:pt x="47171" y="377371"/>
                </a:cubicBezTo>
                <a:moveTo>
                  <a:pt x="1934028" y="377371"/>
                </a:moveTo>
                <a:lnTo>
                  <a:pt x="47171" y="377371"/>
                </a:lnTo>
                <a:moveTo>
                  <a:pt x="1934028" y="377371"/>
                </a:moveTo>
                <a:cubicBezTo>
                  <a:pt x="1960080" y="377371"/>
                  <a:pt x="1981200" y="356252"/>
                  <a:pt x="1981200" y="330200"/>
                </a:cubicBezTo>
              </a:path>
            </a:pathLst>
          </a:custGeom>
          <a:noFill/>
          <a:ln w="1179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5656943" y="2493827"/>
            <a:ext cx="400956" cy="518885"/>
            <a:chOff x="4528457" y="1981200"/>
            <a:chExt cx="400956" cy="518885"/>
          </a:xfrm>
        </p:grpSpPr>
        <p:sp>
          <p:nvSpPr>
            <p:cNvPr id="10" name="Rounded Rectangle 9"/>
            <p:cNvSpPr/>
            <p:nvPr/>
          </p:nvSpPr>
          <p:spPr>
            <a:xfrm>
              <a:off x="4528457" y="2004785"/>
              <a:ext cx="353785" cy="495300"/>
            </a:xfrm>
            <a:custGeom>
              <a:avLst/>
              <a:gdLst/>
              <a:ahLst/>
              <a:cxnLst/>
              <a:rect l="0" t="0" r="0" b="0"/>
              <a:pathLst>
                <a:path w="353785" h="495300">
                  <a:moveTo>
                    <a:pt x="0" y="495300"/>
                  </a:moveTo>
                  <a:lnTo>
                    <a:pt x="94342" y="495300"/>
                  </a:lnTo>
                  <a:cubicBezTo>
                    <a:pt x="146467" y="495300"/>
                    <a:pt x="188685" y="453081"/>
                    <a:pt x="188685" y="400957"/>
                  </a:cubicBezTo>
                  <a:lnTo>
                    <a:pt x="188685" y="94342"/>
                  </a:lnTo>
                  <a:cubicBezTo>
                    <a:pt x="188685" y="42218"/>
                    <a:pt x="230904" y="0"/>
                    <a:pt x="283028" y="0"/>
                  </a:cubicBezTo>
                  <a:lnTo>
                    <a:pt x="353785" y="0"/>
                  </a:lnTo>
                </a:path>
              </a:pathLst>
            </a:custGeom>
            <a:noFill/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882242" y="1981200"/>
              <a:ext cx="47171" cy="47171"/>
            </a:xfrm>
            <a:custGeom>
              <a:avLst/>
              <a:gdLst/>
              <a:ahLst/>
              <a:cxnLst/>
              <a:rect l="0" t="0" r="0" b="0"/>
              <a:pathLst>
                <a:path w="47171" h="47171">
                  <a:moveTo>
                    <a:pt x="0" y="23585"/>
                  </a:moveTo>
                  <a:cubicBezTo>
                    <a:pt x="0" y="36611"/>
                    <a:pt x="10559" y="47171"/>
                    <a:pt x="23585" y="47171"/>
                  </a:cubicBezTo>
                  <a:cubicBezTo>
                    <a:pt x="36611" y="47171"/>
                    <a:pt x="47171" y="36611"/>
                    <a:pt x="47171" y="23585"/>
                  </a:cubicBezTo>
                  <a:cubicBezTo>
                    <a:pt x="47171" y="10559"/>
                    <a:pt x="36611" y="0"/>
                    <a:pt x="23585" y="0"/>
                  </a:cubicBezTo>
                  <a:cubicBezTo>
                    <a:pt x="10559" y="0"/>
                    <a:pt x="0" y="10559"/>
                    <a:pt x="0" y="23585"/>
                  </a:cubicBezTo>
                  <a:close/>
                </a:path>
              </a:pathLst>
            </a:custGeom>
            <a:solidFill>
              <a:srgbClr val="FFFFFF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128657" y="2682512"/>
            <a:ext cx="106135" cy="766535"/>
            <a:chOff x="5000171" y="2169885"/>
            <a:chExt cx="106135" cy="766535"/>
          </a:xfrm>
        </p:grpSpPr>
        <p:sp>
          <p:nvSpPr>
            <p:cNvPr id="13" name="Rounded Rectangle 12"/>
            <p:cNvSpPr/>
            <p:nvPr/>
          </p:nvSpPr>
          <p:spPr>
            <a:xfrm>
              <a:off x="5000171" y="2169885"/>
              <a:ext cx="94342" cy="754742"/>
            </a:xfrm>
            <a:custGeom>
              <a:avLst/>
              <a:gdLst/>
              <a:ahLst/>
              <a:cxnLst/>
              <a:rect l="0" t="0" r="0" b="0"/>
              <a:pathLst>
                <a:path w="94342" h="754742">
                  <a:moveTo>
                    <a:pt x="0" y="0"/>
                  </a:moveTo>
                  <a:lnTo>
                    <a:pt x="0" y="660400"/>
                  </a:lnTo>
                  <a:cubicBezTo>
                    <a:pt x="0" y="712504"/>
                    <a:pt x="42238" y="754742"/>
                    <a:pt x="94342" y="754742"/>
                  </a:cubicBezTo>
                  <a:lnTo>
                    <a:pt x="94342" y="754742"/>
                  </a:lnTo>
                  <a:moveTo>
                    <a:pt x="94342" y="188685"/>
                  </a:moveTo>
                  <a:lnTo>
                    <a:pt x="0" y="188685"/>
                  </a:lnTo>
                  <a:moveTo>
                    <a:pt x="94342" y="471714"/>
                  </a:moveTo>
                  <a:lnTo>
                    <a:pt x="0" y="471714"/>
                  </a:lnTo>
                </a:path>
              </a:pathLst>
            </a:custGeom>
            <a:noFill/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082721" y="2912835"/>
              <a:ext cx="23585" cy="23585"/>
            </a:xfrm>
            <a:custGeom>
              <a:avLst/>
              <a:gdLst/>
              <a:ahLst/>
              <a:cxnLst/>
              <a:rect l="0" t="0" r="0" b="0"/>
              <a:pathLst>
                <a:path w="23585" h="23585">
                  <a:moveTo>
                    <a:pt x="0" y="11792"/>
                  </a:moveTo>
                  <a:cubicBezTo>
                    <a:pt x="0" y="18305"/>
                    <a:pt x="5279" y="23585"/>
                    <a:pt x="11792" y="23585"/>
                  </a:cubicBezTo>
                  <a:cubicBezTo>
                    <a:pt x="18305" y="23585"/>
                    <a:pt x="23585" y="18305"/>
                    <a:pt x="23585" y="11792"/>
                  </a:cubicBezTo>
                  <a:cubicBezTo>
                    <a:pt x="23585" y="5279"/>
                    <a:pt x="18305" y="0"/>
                    <a:pt x="11792" y="0"/>
                  </a:cubicBezTo>
                  <a:cubicBezTo>
                    <a:pt x="5279" y="0"/>
                    <a:pt x="0" y="5279"/>
                    <a:pt x="0" y="11792"/>
                  </a:cubicBezTo>
                  <a:close/>
                </a:path>
              </a:pathLst>
            </a:custGeom>
            <a:solidFill>
              <a:srgbClr val="484848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082721" y="2346778"/>
              <a:ext cx="23585" cy="23585"/>
            </a:xfrm>
            <a:custGeom>
              <a:avLst/>
              <a:gdLst/>
              <a:ahLst/>
              <a:cxnLst/>
              <a:rect l="0" t="0" r="0" b="0"/>
              <a:pathLst>
                <a:path w="23585" h="23585">
                  <a:moveTo>
                    <a:pt x="0" y="11792"/>
                  </a:moveTo>
                  <a:cubicBezTo>
                    <a:pt x="0" y="18305"/>
                    <a:pt x="5279" y="23585"/>
                    <a:pt x="11792" y="23585"/>
                  </a:cubicBezTo>
                  <a:cubicBezTo>
                    <a:pt x="18305" y="23585"/>
                    <a:pt x="23585" y="18305"/>
                    <a:pt x="23585" y="11792"/>
                  </a:cubicBezTo>
                  <a:cubicBezTo>
                    <a:pt x="23585" y="5279"/>
                    <a:pt x="18305" y="0"/>
                    <a:pt x="11792" y="0"/>
                  </a:cubicBezTo>
                  <a:cubicBezTo>
                    <a:pt x="5279" y="0"/>
                    <a:pt x="0" y="5279"/>
                    <a:pt x="0" y="11792"/>
                  </a:cubicBezTo>
                  <a:close/>
                </a:path>
              </a:pathLst>
            </a:custGeom>
            <a:solidFill>
              <a:srgbClr val="484848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082721" y="2629807"/>
              <a:ext cx="23585" cy="23585"/>
            </a:xfrm>
            <a:custGeom>
              <a:avLst/>
              <a:gdLst/>
              <a:ahLst/>
              <a:cxnLst/>
              <a:rect l="0" t="0" r="0" b="0"/>
              <a:pathLst>
                <a:path w="23585" h="23585">
                  <a:moveTo>
                    <a:pt x="0" y="11792"/>
                  </a:moveTo>
                  <a:cubicBezTo>
                    <a:pt x="0" y="18305"/>
                    <a:pt x="5279" y="23585"/>
                    <a:pt x="11792" y="23585"/>
                  </a:cubicBezTo>
                  <a:cubicBezTo>
                    <a:pt x="18305" y="23585"/>
                    <a:pt x="23585" y="18305"/>
                    <a:pt x="23585" y="11792"/>
                  </a:cubicBezTo>
                  <a:cubicBezTo>
                    <a:pt x="23585" y="5279"/>
                    <a:pt x="18305" y="0"/>
                    <a:pt x="11792" y="0"/>
                  </a:cubicBezTo>
                  <a:cubicBezTo>
                    <a:pt x="5279" y="0"/>
                    <a:pt x="0" y="5279"/>
                    <a:pt x="0" y="11792"/>
                  </a:cubicBezTo>
                  <a:close/>
                </a:path>
              </a:pathLst>
            </a:custGeom>
            <a:solidFill>
              <a:srgbClr val="484848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737100" y="3743869"/>
            <a:ext cx="47171" cy="896257"/>
            <a:chOff x="3608614" y="3231242"/>
            <a:chExt cx="47171" cy="896257"/>
          </a:xfrm>
        </p:grpSpPr>
        <p:sp>
          <p:nvSpPr>
            <p:cNvPr id="18" name="Rounded Rectangle 17"/>
            <p:cNvSpPr/>
            <p:nvPr/>
          </p:nvSpPr>
          <p:spPr>
            <a:xfrm>
              <a:off x="3632200" y="3231242"/>
              <a:ext cx="7861" cy="849085"/>
            </a:xfrm>
            <a:custGeom>
              <a:avLst/>
              <a:gdLst/>
              <a:ahLst/>
              <a:cxnLst/>
              <a:rect l="0" t="0" r="0" b="0"/>
              <a:pathLst>
                <a:path w="7861" h="849085">
                  <a:moveTo>
                    <a:pt x="0" y="0"/>
                  </a:moveTo>
                  <a:lnTo>
                    <a:pt x="0" y="849085"/>
                  </a:lnTo>
                </a:path>
              </a:pathLst>
            </a:custGeom>
            <a:noFill/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608614" y="4080328"/>
              <a:ext cx="47171" cy="47171"/>
            </a:xfrm>
            <a:custGeom>
              <a:avLst/>
              <a:gdLst/>
              <a:ahLst/>
              <a:cxnLst/>
              <a:rect l="0" t="0" r="0" b="0"/>
              <a:pathLst>
                <a:path w="47171" h="47171">
                  <a:moveTo>
                    <a:pt x="0" y="23585"/>
                  </a:moveTo>
                  <a:cubicBezTo>
                    <a:pt x="0" y="36611"/>
                    <a:pt x="10559" y="47171"/>
                    <a:pt x="23585" y="47171"/>
                  </a:cubicBezTo>
                  <a:cubicBezTo>
                    <a:pt x="36611" y="47171"/>
                    <a:pt x="47171" y="36611"/>
                    <a:pt x="47171" y="23585"/>
                  </a:cubicBezTo>
                  <a:cubicBezTo>
                    <a:pt x="47171" y="10559"/>
                    <a:pt x="36611" y="0"/>
                    <a:pt x="23585" y="0"/>
                  </a:cubicBezTo>
                  <a:cubicBezTo>
                    <a:pt x="10559" y="0"/>
                    <a:pt x="0" y="10559"/>
                    <a:pt x="0" y="23585"/>
                  </a:cubicBezTo>
                  <a:close/>
                </a:path>
              </a:pathLst>
            </a:custGeom>
            <a:solidFill>
              <a:srgbClr val="FFFFFF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864428" y="4993912"/>
            <a:ext cx="106135" cy="766535"/>
            <a:chOff x="2735942" y="4481285"/>
            <a:chExt cx="106135" cy="766535"/>
          </a:xfrm>
        </p:grpSpPr>
        <p:sp>
          <p:nvSpPr>
            <p:cNvPr id="21" name="Rounded Rectangle 20"/>
            <p:cNvSpPr/>
            <p:nvPr/>
          </p:nvSpPr>
          <p:spPr>
            <a:xfrm>
              <a:off x="2735942" y="4481285"/>
              <a:ext cx="94342" cy="754742"/>
            </a:xfrm>
            <a:custGeom>
              <a:avLst/>
              <a:gdLst/>
              <a:ahLst/>
              <a:cxnLst/>
              <a:rect l="0" t="0" r="0" b="0"/>
              <a:pathLst>
                <a:path w="94342" h="754742">
                  <a:moveTo>
                    <a:pt x="0" y="0"/>
                  </a:moveTo>
                  <a:lnTo>
                    <a:pt x="0" y="660400"/>
                  </a:lnTo>
                  <a:cubicBezTo>
                    <a:pt x="0" y="712504"/>
                    <a:pt x="42238" y="754742"/>
                    <a:pt x="94342" y="754742"/>
                  </a:cubicBezTo>
                  <a:lnTo>
                    <a:pt x="94342" y="754742"/>
                  </a:lnTo>
                  <a:moveTo>
                    <a:pt x="94342" y="188685"/>
                  </a:moveTo>
                  <a:lnTo>
                    <a:pt x="0" y="188685"/>
                  </a:lnTo>
                  <a:moveTo>
                    <a:pt x="94342" y="471714"/>
                  </a:moveTo>
                  <a:lnTo>
                    <a:pt x="0" y="471714"/>
                  </a:lnTo>
                </a:path>
              </a:pathLst>
            </a:custGeom>
            <a:noFill/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818492" y="5224235"/>
              <a:ext cx="23585" cy="23585"/>
            </a:xfrm>
            <a:custGeom>
              <a:avLst/>
              <a:gdLst/>
              <a:ahLst/>
              <a:cxnLst/>
              <a:rect l="0" t="0" r="0" b="0"/>
              <a:pathLst>
                <a:path w="23585" h="23585">
                  <a:moveTo>
                    <a:pt x="0" y="11792"/>
                  </a:moveTo>
                  <a:cubicBezTo>
                    <a:pt x="0" y="18305"/>
                    <a:pt x="5279" y="23585"/>
                    <a:pt x="11792" y="23585"/>
                  </a:cubicBezTo>
                  <a:cubicBezTo>
                    <a:pt x="18305" y="23585"/>
                    <a:pt x="23585" y="18305"/>
                    <a:pt x="23585" y="11792"/>
                  </a:cubicBezTo>
                  <a:cubicBezTo>
                    <a:pt x="23585" y="5279"/>
                    <a:pt x="18305" y="0"/>
                    <a:pt x="11792" y="0"/>
                  </a:cubicBezTo>
                  <a:cubicBezTo>
                    <a:pt x="5279" y="0"/>
                    <a:pt x="0" y="5279"/>
                    <a:pt x="0" y="11792"/>
                  </a:cubicBezTo>
                  <a:close/>
                </a:path>
              </a:pathLst>
            </a:custGeom>
            <a:solidFill>
              <a:srgbClr val="484848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818492" y="4658178"/>
              <a:ext cx="23585" cy="23585"/>
            </a:xfrm>
            <a:custGeom>
              <a:avLst/>
              <a:gdLst/>
              <a:ahLst/>
              <a:cxnLst/>
              <a:rect l="0" t="0" r="0" b="0"/>
              <a:pathLst>
                <a:path w="23585" h="23585">
                  <a:moveTo>
                    <a:pt x="0" y="11792"/>
                  </a:moveTo>
                  <a:cubicBezTo>
                    <a:pt x="0" y="18305"/>
                    <a:pt x="5279" y="23585"/>
                    <a:pt x="11792" y="23585"/>
                  </a:cubicBezTo>
                  <a:cubicBezTo>
                    <a:pt x="18305" y="23585"/>
                    <a:pt x="23585" y="18305"/>
                    <a:pt x="23585" y="11792"/>
                  </a:cubicBezTo>
                  <a:cubicBezTo>
                    <a:pt x="23585" y="5279"/>
                    <a:pt x="18305" y="0"/>
                    <a:pt x="11792" y="0"/>
                  </a:cubicBezTo>
                  <a:cubicBezTo>
                    <a:pt x="5279" y="0"/>
                    <a:pt x="0" y="5279"/>
                    <a:pt x="0" y="11792"/>
                  </a:cubicBezTo>
                  <a:close/>
                </a:path>
              </a:pathLst>
            </a:custGeom>
            <a:solidFill>
              <a:srgbClr val="484848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818492" y="4941207"/>
              <a:ext cx="23585" cy="23585"/>
            </a:xfrm>
            <a:custGeom>
              <a:avLst/>
              <a:gdLst/>
              <a:ahLst/>
              <a:cxnLst/>
              <a:rect l="0" t="0" r="0" b="0"/>
              <a:pathLst>
                <a:path w="23585" h="23585">
                  <a:moveTo>
                    <a:pt x="0" y="11792"/>
                  </a:moveTo>
                  <a:cubicBezTo>
                    <a:pt x="0" y="18305"/>
                    <a:pt x="5279" y="23585"/>
                    <a:pt x="11792" y="23585"/>
                  </a:cubicBezTo>
                  <a:cubicBezTo>
                    <a:pt x="18305" y="23585"/>
                    <a:pt x="23585" y="18305"/>
                    <a:pt x="23585" y="11792"/>
                  </a:cubicBezTo>
                  <a:cubicBezTo>
                    <a:pt x="23585" y="5279"/>
                    <a:pt x="18305" y="0"/>
                    <a:pt x="11792" y="0"/>
                  </a:cubicBezTo>
                  <a:cubicBezTo>
                    <a:pt x="5279" y="0"/>
                    <a:pt x="0" y="5279"/>
                    <a:pt x="0" y="11792"/>
                  </a:cubicBezTo>
                  <a:close/>
                </a:path>
              </a:pathLst>
            </a:custGeom>
            <a:solidFill>
              <a:srgbClr val="484848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463471" y="1739084"/>
            <a:ext cx="400957" cy="1273627"/>
            <a:chOff x="2334985" y="1226457"/>
            <a:chExt cx="400957" cy="1273627"/>
          </a:xfrm>
        </p:grpSpPr>
        <p:sp>
          <p:nvSpPr>
            <p:cNvPr id="26" name="Rounded Rectangle 25"/>
            <p:cNvSpPr/>
            <p:nvPr/>
          </p:nvSpPr>
          <p:spPr>
            <a:xfrm>
              <a:off x="2382157" y="1250042"/>
              <a:ext cx="353785" cy="1250042"/>
            </a:xfrm>
            <a:custGeom>
              <a:avLst/>
              <a:gdLst/>
              <a:ahLst/>
              <a:cxnLst/>
              <a:rect l="0" t="0" r="0" b="0"/>
              <a:pathLst>
                <a:path w="353785" h="1250042">
                  <a:moveTo>
                    <a:pt x="353785" y="1250042"/>
                  </a:moveTo>
                  <a:lnTo>
                    <a:pt x="259442" y="1250042"/>
                  </a:lnTo>
                  <a:cubicBezTo>
                    <a:pt x="207318" y="1250042"/>
                    <a:pt x="165100" y="1207824"/>
                    <a:pt x="165100" y="1155700"/>
                  </a:cubicBezTo>
                  <a:lnTo>
                    <a:pt x="165100" y="94342"/>
                  </a:lnTo>
                  <a:cubicBezTo>
                    <a:pt x="165100" y="42218"/>
                    <a:pt x="122881" y="0"/>
                    <a:pt x="70757" y="0"/>
                  </a:cubicBezTo>
                  <a:lnTo>
                    <a:pt x="0" y="0"/>
                  </a:lnTo>
                </a:path>
              </a:pathLst>
            </a:custGeom>
            <a:noFill/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334985" y="1226457"/>
              <a:ext cx="47171" cy="47171"/>
            </a:xfrm>
            <a:custGeom>
              <a:avLst/>
              <a:gdLst/>
              <a:ahLst/>
              <a:cxnLst/>
              <a:rect l="0" t="0" r="0" b="0"/>
              <a:pathLst>
                <a:path w="47171" h="47171">
                  <a:moveTo>
                    <a:pt x="0" y="23585"/>
                  </a:moveTo>
                  <a:cubicBezTo>
                    <a:pt x="0" y="36611"/>
                    <a:pt x="10559" y="47171"/>
                    <a:pt x="23585" y="47171"/>
                  </a:cubicBezTo>
                  <a:cubicBezTo>
                    <a:pt x="36611" y="47171"/>
                    <a:pt x="47171" y="36611"/>
                    <a:pt x="47171" y="23585"/>
                  </a:cubicBezTo>
                  <a:cubicBezTo>
                    <a:pt x="47171" y="10559"/>
                    <a:pt x="36611" y="0"/>
                    <a:pt x="23585" y="0"/>
                  </a:cubicBezTo>
                  <a:cubicBezTo>
                    <a:pt x="10559" y="0"/>
                    <a:pt x="0" y="10559"/>
                    <a:pt x="0" y="23585"/>
                  </a:cubicBezTo>
                  <a:close/>
                </a:path>
              </a:pathLst>
            </a:custGeom>
            <a:solidFill>
              <a:srgbClr val="FFFFFF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286578" y="2116455"/>
            <a:ext cx="106135" cy="2087335"/>
            <a:chOff x="2158092" y="1603828"/>
            <a:chExt cx="106135" cy="2087335"/>
          </a:xfrm>
        </p:grpSpPr>
        <p:sp>
          <p:nvSpPr>
            <p:cNvPr id="29" name="Rounded Rectangle 28"/>
            <p:cNvSpPr/>
            <p:nvPr/>
          </p:nvSpPr>
          <p:spPr>
            <a:xfrm>
              <a:off x="2169885" y="1603828"/>
              <a:ext cx="94342" cy="2075542"/>
            </a:xfrm>
            <a:custGeom>
              <a:avLst/>
              <a:gdLst/>
              <a:ahLst/>
              <a:cxnLst/>
              <a:rect l="0" t="0" r="0" b="0"/>
              <a:pathLst>
                <a:path w="94342" h="2075542">
                  <a:moveTo>
                    <a:pt x="94342" y="0"/>
                  </a:moveTo>
                  <a:lnTo>
                    <a:pt x="94342" y="1981200"/>
                  </a:lnTo>
                  <a:cubicBezTo>
                    <a:pt x="94342" y="2033304"/>
                    <a:pt x="52104" y="2075542"/>
                    <a:pt x="0" y="2075542"/>
                  </a:cubicBezTo>
                  <a:lnTo>
                    <a:pt x="0" y="2075542"/>
                  </a:lnTo>
                  <a:moveTo>
                    <a:pt x="0" y="188685"/>
                  </a:moveTo>
                  <a:lnTo>
                    <a:pt x="94342" y="188685"/>
                  </a:lnTo>
                  <a:moveTo>
                    <a:pt x="0" y="660400"/>
                  </a:moveTo>
                  <a:lnTo>
                    <a:pt x="94342" y="660400"/>
                  </a:lnTo>
                  <a:moveTo>
                    <a:pt x="0" y="1132114"/>
                  </a:moveTo>
                  <a:lnTo>
                    <a:pt x="94342" y="1132114"/>
                  </a:lnTo>
                  <a:moveTo>
                    <a:pt x="0" y="1603828"/>
                  </a:moveTo>
                  <a:lnTo>
                    <a:pt x="94342" y="1603828"/>
                  </a:lnTo>
                </a:path>
              </a:pathLst>
            </a:custGeom>
            <a:noFill/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2158092" y="3667578"/>
              <a:ext cx="23585" cy="23585"/>
            </a:xfrm>
            <a:custGeom>
              <a:avLst/>
              <a:gdLst/>
              <a:ahLst/>
              <a:cxnLst/>
              <a:rect l="0" t="0" r="0" b="0"/>
              <a:pathLst>
                <a:path w="23585" h="23585">
                  <a:moveTo>
                    <a:pt x="0" y="11792"/>
                  </a:moveTo>
                  <a:cubicBezTo>
                    <a:pt x="0" y="18305"/>
                    <a:pt x="5279" y="23585"/>
                    <a:pt x="11792" y="23585"/>
                  </a:cubicBezTo>
                  <a:cubicBezTo>
                    <a:pt x="18305" y="23585"/>
                    <a:pt x="23585" y="18305"/>
                    <a:pt x="23585" y="11792"/>
                  </a:cubicBezTo>
                  <a:cubicBezTo>
                    <a:pt x="23585" y="5279"/>
                    <a:pt x="18305" y="0"/>
                    <a:pt x="11792" y="0"/>
                  </a:cubicBezTo>
                  <a:cubicBezTo>
                    <a:pt x="5279" y="0"/>
                    <a:pt x="0" y="5279"/>
                    <a:pt x="0" y="11792"/>
                  </a:cubicBezTo>
                  <a:close/>
                </a:path>
              </a:pathLst>
            </a:custGeom>
            <a:solidFill>
              <a:srgbClr val="484848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158092" y="1780721"/>
              <a:ext cx="23585" cy="23585"/>
            </a:xfrm>
            <a:custGeom>
              <a:avLst/>
              <a:gdLst/>
              <a:ahLst/>
              <a:cxnLst/>
              <a:rect l="0" t="0" r="0" b="0"/>
              <a:pathLst>
                <a:path w="23585" h="23585">
                  <a:moveTo>
                    <a:pt x="0" y="11792"/>
                  </a:moveTo>
                  <a:cubicBezTo>
                    <a:pt x="0" y="18305"/>
                    <a:pt x="5279" y="23585"/>
                    <a:pt x="11792" y="23585"/>
                  </a:cubicBezTo>
                  <a:cubicBezTo>
                    <a:pt x="18305" y="23585"/>
                    <a:pt x="23585" y="18305"/>
                    <a:pt x="23585" y="11792"/>
                  </a:cubicBezTo>
                  <a:cubicBezTo>
                    <a:pt x="23585" y="5279"/>
                    <a:pt x="18305" y="0"/>
                    <a:pt x="11792" y="0"/>
                  </a:cubicBezTo>
                  <a:cubicBezTo>
                    <a:pt x="5279" y="0"/>
                    <a:pt x="0" y="5279"/>
                    <a:pt x="0" y="11792"/>
                  </a:cubicBezTo>
                  <a:close/>
                </a:path>
              </a:pathLst>
            </a:custGeom>
            <a:solidFill>
              <a:srgbClr val="484848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2158092" y="2252435"/>
              <a:ext cx="23585" cy="23585"/>
            </a:xfrm>
            <a:custGeom>
              <a:avLst/>
              <a:gdLst/>
              <a:ahLst/>
              <a:cxnLst/>
              <a:rect l="0" t="0" r="0" b="0"/>
              <a:pathLst>
                <a:path w="23585" h="23585">
                  <a:moveTo>
                    <a:pt x="0" y="11792"/>
                  </a:moveTo>
                  <a:cubicBezTo>
                    <a:pt x="0" y="18305"/>
                    <a:pt x="5279" y="23585"/>
                    <a:pt x="11792" y="23585"/>
                  </a:cubicBezTo>
                  <a:cubicBezTo>
                    <a:pt x="18305" y="23585"/>
                    <a:pt x="23585" y="18305"/>
                    <a:pt x="23585" y="11792"/>
                  </a:cubicBezTo>
                  <a:cubicBezTo>
                    <a:pt x="23585" y="5279"/>
                    <a:pt x="18305" y="0"/>
                    <a:pt x="11792" y="0"/>
                  </a:cubicBezTo>
                  <a:cubicBezTo>
                    <a:pt x="5279" y="0"/>
                    <a:pt x="0" y="5279"/>
                    <a:pt x="0" y="11792"/>
                  </a:cubicBezTo>
                  <a:close/>
                </a:path>
              </a:pathLst>
            </a:custGeom>
            <a:solidFill>
              <a:srgbClr val="484848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158092" y="2724150"/>
              <a:ext cx="23585" cy="23585"/>
            </a:xfrm>
            <a:custGeom>
              <a:avLst/>
              <a:gdLst/>
              <a:ahLst/>
              <a:cxnLst/>
              <a:rect l="0" t="0" r="0" b="0"/>
              <a:pathLst>
                <a:path w="23585" h="23585">
                  <a:moveTo>
                    <a:pt x="0" y="11792"/>
                  </a:moveTo>
                  <a:cubicBezTo>
                    <a:pt x="0" y="18305"/>
                    <a:pt x="5279" y="23585"/>
                    <a:pt x="11792" y="23585"/>
                  </a:cubicBezTo>
                  <a:cubicBezTo>
                    <a:pt x="18305" y="23585"/>
                    <a:pt x="23585" y="18305"/>
                    <a:pt x="23585" y="11792"/>
                  </a:cubicBezTo>
                  <a:cubicBezTo>
                    <a:pt x="23585" y="5279"/>
                    <a:pt x="18305" y="0"/>
                    <a:pt x="11792" y="0"/>
                  </a:cubicBezTo>
                  <a:cubicBezTo>
                    <a:pt x="5279" y="0"/>
                    <a:pt x="0" y="5279"/>
                    <a:pt x="0" y="11792"/>
                  </a:cubicBezTo>
                  <a:close/>
                </a:path>
              </a:pathLst>
            </a:custGeom>
            <a:solidFill>
              <a:srgbClr val="484848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2158092" y="3195864"/>
              <a:ext cx="23585" cy="23585"/>
            </a:xfrm>
            <a:custGeom>
              <a:avLst/>
              <a:gdLst/>
              <a:ahLst/>
              <a:cxnLst/>
              <a:rect l="0" t="0" r="0" b="0"/>
              <a:pathLst>
                <a:path w="23585" h="23585">
                  <a:moveTo>
                    <a:pt x="0" y="11792"/>
                  </a:moveTo>
                  <a:cubicBezTo>
                    <a:pt x="0" y="18305"/>
                    <a:pt x="5279" y="23585"/>
                    <a:pt x="11792" y="23585"/>
                  </a:cubicBezTo>
                  <a:cubicBezTo>
                    <a:pt x="18305" y="23585"/>
                    <a:pt x="23585" y="18305"/>
                    <a:pt x="23585" y="11792"/>
                  </a:cubicBezTo>
                  <a:cubicBezTo>
                    <a:pt x="23585" y="5279"/>
                    <a:pt x="18305" y="0"/>
                    <a:pt x="11792" y="0"/>
                  </a:cubicBezTo>
                  <a:cubicBezTo>
                    <a:pt x="5279" y="0"/>
                    <a:pt x="0" y="5279"/>
                    <a:pt x="0" y="11792"/>
                  </a:cubicBezTo>
                  <a:close/>
                </a:path>
              </a:pathLst>
            </a:custGeom>
            <a:solidFill>
              <a:srgbClr val="484848"/>
            </a:solidFill>
            <a:ln w="1179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4460337" y="2404728"/>
            <a:ext cx="578337" cy="579579"/>
          </a:xfrm>
          <a:custGeom>
            <a:avLst/>
            <a:gdLst/>
            <a:ahLst/>
            <a:cxnLst/>
            <a:rect l="0" t="0" r="0" b="0"/>
            <a:pathLst>
              <a:path w="578337" h="579579">
                <a:moveTo>
                  <a:pt x="331481" y="394062"/>
                </a:moveTo>
                <a:cubicBezTo>
                  <a:pt x="324248" y="376459"/>
                  <a:pt x="328305" y="356238"/>
                  <a:pt x="341756" y="342779"/>
                </a:cubicBezTo>
                <a:cubicBezTo>
                  <a:pt x="355216" y="329327"/>
                  <a:pt x="375437" y="325270"/>
                  <a:pt x="393040" y="332503"/>
                </a:cubicBezTo>
                <a:lnTo>
                  <a:pt x="440211" y="351843"/>
                </a:lnTo>
                <a:cubicBezTo>
                  <a:pt x="443081" y="353038"/>
                  <a:pt x="446383" y="351796"/>
                  <a:pt x="447759" y="349013"/>
                </a:cubicBezTo>
                <a:cubicBezTo>
                  <a:pt x="497910" y="250574"/>
                  <a:pt x="469182" y="130287"/>
                  <a:pt x="379957" y="65143"/>
                </a:cubicBezTo>
                <a:cubicBezTo>
                  <a:pt x="290733" y="0"/>
                  <a:pt x="167411" y="9261"/>
                  <a:pt x="88926" y="87015"/>
                </a:cubicBezTo>
                <a:cubicBezTo>
                  <a:pt x="10432" y="164761"/>
                  <a:pt x="0" y="287989"/>
                  <a:pt x="64302" y="377827"/>
                </a:cubicBezTo>
                <a:cubicBezTo>
                  <a:pt x="128605" y="467665"/>
                  <a:pt x="248609" y="497532"/>
                  <a:pt x="347519" y="448309"/>
                </a:cubicBezTo>
                <a:cubicBezTo>
                  <a:pt x="348887" y="447743"/>
                  <a:pt x="349964" y="446642"/>
                  <a:pt x="350499" y="445258"/>
                </a:cubicBezTo>
                <a:cubicBezTo>
                  <a:pt x="351034" y="443875"/>
                  <a:pt x="350979" y="442342"/>
                  <a:pt x="350350" y="440997"/>
                </a:cubicBezTo>
                <a:lnTo>
                  <a:pt x="331481" y="394062"/>
                </a:lnTo>
                <a:moveTo>
                  <a:pt x="164730" y="354438"/>
                </a:moveTo>
                <a:cubicBezTo>
                  <a:pt x="164730" y="341411"/>
                  <a:pt x="175289" y="330852"/>
                  <a:pt x="188316" y="330852"/>
                </a:cubicBezTo>
                <a:cubicBezTo>
                  <a:pt x="201343" y="330852"/>
                  <a:pt x="211901" y="341411"/>
                  <a:pt x="211901" y="354438"/>
                </a:cubicBezTo>
                <a:cubicBezTo>
                  <a:pt x="211901" y="367465"/>
                  <a:pt x="201343" y="378023"/>
                  <a:pt x="188316" y="378023"/>
                </a:cubicBezTo>
                <a:cubicBezTo>
                  <a:pt x="175289" y="378023"/>
                  <a:pt x="164730" y="367465"/>
                  <a:pt x="164730" y="354438"/>
                </a:cubicBezTo>
                <a:moveTo>
                  <a:pt x="259073" y="354438"/>
                </a:moveTo>
                <a:cubicBezTo>
                  <a:pt x="259073" y="341411"/>
                  <a:pt x="269631" y="330852"/>
                  <a:pt x="282659" y="330852"/>
                </a:cubicBezTo>
                <a:cubicBezTo>
                  <a:pt x="295686" y="330852"/>
                  <a:pt x="306244" y="341411"/>
                  <a:pt x="306244" y="354438"/>
                </a:cubicBezTo>
                <a:cubicBezTo>
                  <a:pt x="306244" y="367465"/>
                  <a:pt x="295686" y="378023"/>
                  <a:pt x="282659" y="378023"/>
                </a:cubicBezTo>
                <a:cubicBezTo>
                  <a:pt x="269631" y="378023"/>
                  <a:pt x="259073" y="367465"/>
                  <a:pt x="259073" y="354438"/>
                </a:cubicBezTo>
                <a:moveTo>
                  <a:pt x="371105" y="124241"/>
                </a:moveTo>
                <a:lnTo>
                  <a:pt x="311197" y="301370"/>
                </a:lnTo>
                <a:cubicBezTo>
                  <a:pt x="308768" y="308556"/>
                  <a:pt x="302038" y="313391"/>
                  <a:pt x="294451" y="313399"/>
                </a:cubicBezTo>
                <a:lnTo>
                  <a:pt x="176523" y="313399"/>
                </a:lnTo>
                <a:cubicBezTo>
                  <a:pt x="168598" y="313815"/>
                  <a:pt x="161365" y="308894"/>
                  <a:pt x="158834" y="301370"/>
                </a:cubicBezTo>
                <a:lnTo>
                  <a:pt x="123455" y="195234"/>
                </a:lnTo>
                <a:cubicBezTo>
                  <a:pt x="121600" y="189825"/>
                  <a:pt x="122480" y="183842"/>
                  <a:pt x="125814" y="179196"/>
                </a:cubicBezTo>
                <a:cubicBezTo>
                  <a:pt x="129202" y="174644"/>
                  <a:pt x="134525" y="171939"/>
                  <a:pt x="140201" y="171884"/>
                </a:cubicBezTo>
                <a:lnTo>
                  <a:pt x="311905" y="171884"/>
                </a:lnTo>
                <a:cubicBezTo>
                  <a:pt x="314436" y="171845"/>
                  <a:pt x="316685" y="170249"/>
                  <a:pt x="317565" y="167875"/>
                </a:cubicBezTo>
                <a:lnTo>
                  <a:pt x="336670" y="112684"/>
                </a:lnTo>
                <a:cubicBezTo>
                  <a:pt x="339862" y="103179"/>
                  <a:pt x="350161" y="98061"/>
                  <a:pt x="359666" y="101253"/>
                </a:cubicBezTo>
                <a:cubicBezTo>
                  <a:pt x="369171" y="104437"/>
                  <a:pt x="374297" y="114736"/>
                  <a:pt x="371105" y="124241"/>
                </a:cubicBezTo>
                <a:moveTo>
                  <a:pt x="570640" y="537227"/>
                </a:moveTo>
                <a:lnTo>
                  <a:pt x="499883" y="467649"/>
                </a:lnTo>
                <a:cubicBezTo>
                  <a:pt x="498546" y="466179"/>
                  <a:pt x="497941" y="464190"/>
                  <a:pt x="498232" y="462224"/>
                </a:cubicBezTo>
                <a:cubicBezTo>
                  <a:pt x="498633" y="460306"/>
                  <a:pt x="499962" y="458718"/>
                  <a:pt x="501770" y="457979"/>
                </a:cubicBezTo>
                <a:lnTo>
                  <a:pt x="527242" y="447130"/>
                </a:lnTo>
                <a:cubicBezTo>
                  <a:pt x="531511" y="445203"/>
                  <a:pt x="534271" y="440966"/>
                  <a:pt x="534318" y="436280"/>
                </a:cubicBezTo>
                <a:cubicBezTo>
                  <a:pt x="534428" y="431477"/>
                  <a:pt x="531496" y="427129"/>
                  <a:pt x="527007" y="425431"/>
                </a:cubicBezTo>
                <a:lnTo>
                  <a:pt x="378652" y="364344"/>
                </a:lnTo>
                <a:cubicBezTo>
                  <a:pt x="377174" y="364006"/>
                  <a:pt x="375649" y="364006"/>
                  <a:pt x="374171" y="364344"/>
                </a:cubicBezTo>
                <a:cubicBezTo>
                  <a:pt x="371042" y="364304"/>
                  <a:pt x="368047" y="365594"/>
                  <a:pt x="365916" y="367882"/>
                </a:cubicBezTo>
                <a:cubicBezTo>
                  <a:pt x="362394" y="371121"/>
                  <a:pt x="361348" y="376255"/>
                  <a:pt x="363322" y="380618"/>
                </a:cubicBezTo>
                <a:lnTo>
                  <a:pt x="424409" y="528972"/>
                </a:lnTo>
                <a:cubicBezTo>
                  <a:pt x="426107" y="533461"/>
                  <a:pt x="430455" y="536394"/>
                  <a:pt x="435258" y="536284"/>
                </a:cubicBezTo>
                <a:cubicBezTo>
                  <a:pt x="439944" y="536236"/>
                  <a:pt x="444181" y="533477"/>
                  <a:pt x="446108" y="529208"/>
                </a:cubicBezTo>
                <a:lnTo>
                  <a:pt x="456957" y="503735"/>
                </a:lnTo>
                <a:cubicBezTo>
                  <a:pt x="457696" y="501927"/>
                  <a:pt x="459284" y="500598"/>
                  <a:pt x="461202" y="500197"/>
                </a:cubicBezTo>
                <a:cubicBezTo>
                  <a:pt x="463168" y="499907"/>
                  <a:pt x="465157" y="500512"/>
                  <a:pt x="466627" y="501848"/>
                </a:cubicBezTo>
                <a:lnTo>
                  <a:pt x="536205" y="572606"/>
                </a:lnTo>
                <a:cubicBezTo>
                  <a:pt x="540631" y="577071"/>
                  <a:pt x="546661" y="579579"/>
                  <a:pt x="552951" y="579579"/>
                </a:cubicBezTo>
                <a:cubicBezTo>
                  <a:pt x="559240" y="579579"/>
                  <a:pt x="565270" y="577071"/>
                  <a:pt x="569697" y="572606"/>
                </a:cubicBezTo>
                <a:cubicBezTo>
                  <a:pt x="574893" y="568266"/>
                  <a:pt x="577975" y="561898"/>
                  <a:pt x="578156" y="555129"/>
                </a:cubicBezTo>
                <a:cubicBezTo>
                  <a:pt x="578337" y="548359"/>
                  <a:pt x="575601" y="541842"/>
                  <a:pt x="570640" y="537227"/>
                </a:cubicBez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28657" y="2375890"/>
            <a:ext cx="235857" cy="235865"/>
          </a:xfrm>
          <a:custGeom>
            <a:avLst/>
            <a:gdLst/>
            <a:ahLst/>
            <a:cxnLst/>
            <a:rect l="0" t="0" r="0" b="0"/>
            <a:pathLst>
              <a:path w="235857" h="235865">
                <a:moveTo>
                  <a:pt x="36856" y="213757"/>
                </a:moveTo>
                <a:cubicBezTo>
                  <a:pt x="36856" y="225966"/>
                  <a:pt x="46754" y="235865"/>
                  <a:pt x="58964" y="235865"/>
                </a:cubicBezTo>
                <a:cubicBezTo>
                  <a:pt x="71173" y="235865"/>
                  <a:pt x="81079" y="225966"/>
                  <a:pt x="81079" y="213757"/>
                </a:cubicBezTo>
                <a:cubicBezTo>
                  <a:pt x="81079" y="201539"/>
                  <a:pt x="71173" y="191641"/>
                  <a:pt x="58964" y="191641"/>
                </a:cubicBezTo>
                <a:cubicBezTo>
                  <a:pt x="46754" y="191641"/>
                  <a:pt x="36856" y="201539"/>
                  <a:pt x="36856" y="213757"/>
                </a:cubicBezTo>
                <a:moveTo>
                  <a:pt x="127755" y="213757"/>
                </a:moveTo>
                <a:cubicBezTo>
                  <a:pt x="127755" y="225966"/>
                  <a:pt x="137654" y="235865"/>
                  <a:pt x="149871" y="235865"/>
                </a:cubicBezTo>
                <a:cubicBezTo>
                  <a:pt x="162081" y="235865"/>
                  <a:pt x="171979" y="225966"/>
                  <a:pt x="171979" y="213757"/>
                </a:cubicBezTo>
                <a:cubicBezTo>
                  <a:pt x="171979" y="201539"/>
                  <a:pt x="162081" y="191641"/>
                  <a:pt x="149871" y="191641"/>
                </a:cubicBezTo>
                <a:cubicBezTo>
                  <a:pt x="137654" y="191641"/>
                  <a:pt x="127755" y="201539"/>
                  <a:pt x="127755" y="213757"/>
                </a:cubicBezTo>
                <a:moveTo>
                  <a:pt x="226029" y="7"/>
                </a:moveTo>
                <a:lnTo>
                  <a:pt x="203230" y="7"/>
                </a:lnTo>
                <a:cubicBezTo>
                  <a:pt x="196036" y="0"/>
                  <a:pt x="189888" y="5196"/>
                  <a:pt x="188685" y="12296"/>
                </a:cubicBezTo>
                <a:lnTo>
                  <a:pt x="161562" y="162552"/>
                </a:lnTo>
                <a:cubicBezTo>
                  <a:pt x="161334" y="163732"/>
                  <a:pt x="160304" y="164588"/>
                  <a:pt x="159101" y="164612"/>
                </a:cubicBezTo>
                <a:lnTo>
                  <a:pt x="49136" y="164612"/>
                </a:lnTo>
                <a:cubicBezTo>
                  <a:pt x="46424" y="164620"/>
                  <a:pt x="44223" y="162419"/>
                  <a:pt x="44223" y="159706"/>
                </a:cubicBezTo>
                <a:cubicBezTo>
                  <a:pt x="44223" y="156986"/>
                  <a:pt x="46424" y="154793"/>
                  <a:pt x="49136" y="154793"/>
                </a:cubicBezTo>
                <a:lnTo>
                  <a:pt x="125397" y="154793"/>
                </a:lnTo>
                <a:cubicBezTo>
                  <a:pt x="138967" y="154793"/>
                  <a:pt x="149965" y="143786"/>
                  <a:pt x="149965" y="130224"/>
                </a:cubicBezTo>
                <a:cubicBezTo>
                  <a:pt x="149965" y="116654"/>
                  <a:pt x="138967" y="105656"/>
                  <a:pt x="125397" y="105656"/>
                </a:cubicBezTo>
                <a:lnTo>
                  <a:pt x="34395" y="105656"/>
                </a:lnTo>
                <a:cubicBezTo>
                  <a:pt x="31683" y="105656"/>
                  <a:pt x="29482" y="103454"/>
                  <a:pt x="29482" y="100742"/>
                </a:cubicBezTo>
                <a:cubicBezTo>
                  <a:pt x="29482" y="98022"/>
                  <a:pt x="31683" y="95828"/>
                  <a:pt x="34395" y="95828"/>
                </a:cubicBezTo>
                <a:lnTo>
                  <a:pt x="140044" y="95828"/>
                </a:lnTo>
                <a:cubicBezTo>
                  <a:pt x="153605" y="95828"/>
                  <a:pt x="164612" y="84822"/>
                  <a:pt x="164612" y="71260"/>
                </a:cubicBezTo>
                <a:cubicBezTo>
                  <a:pt x="164612" y="57690"/>
                  <a:pt x="153605" y="46691"/>
                  <a:pt x="140044" y="46691"/>
                </a:cubicBezTo>
                <a:lnTo>
                  <a:pt x="9827" y="46691"/>
                </a:lnTo>
                <a:cubicBezTo>
                  <a:pt x="4402" y="46691"/>
                  <a:pt x="0" y="51086"/>
                  <a:pt x="0" y="56519"/>
                </a:cubicBezTo>
                <a:cubicBezTo>
                  <a:pt x="0" y="61943"/>
                  <a:pt x="4402" y="66346"/>
                  <a:pt x="9827" y="66346"/>
                </a:cubicBezTo>
                <a:lnTo>
                  <a:pt x="140044" y="66346"/>
                </a:lnTo>
                <a:cubicBezTo>
                  <a:pt x="142756" y="66346"/>
                  <a:pt x="144957" y="68540"/>
                  <a:pt x="144957" y="71260"/>
                </a:cubicBezTo>
                <a:cubicBezTo>
                  <a:pt x="144957" y="73972"/>
                  <a:pt x="142756" y="76173"/>
                  <a:pt x="140044" y="76173"/>
                </a:cubicBezTo>
                <a:lnTo>
                  <a:pt x="34395" y="76173"/>
                </a:lnTo>
                <a:cubicBezTo>
                  <a:pt x="20826" y="76173"/>
                  <a:pt x="9827" y="87172"/>
                  <a:pt x="9827" y="100742"/>
                </a:cubicBezTo>
                <a:cubicBezTo>
                  <a:pt x="9827" y="114304"/>
                  <a:pt x="20826" y="125310"/>
                  <a:pt x="34395" y="125310"/>
                </a:cubicBezTo>
                <a:lnTo>
                  <a:pt x="125397" y="125310"/>
                </a:lnTo>
                <a:cubicBezTo>
                  <a:pt x="128109" y="125310"/>
                  <a:pt x="130311" y="127504"/>
                  <a:pt x="130311" y="130224"/>
                </a:cubicBezTo>
                <a:cubicBezTo>
                  <a:pt x="130311" y="132936"/>
                  <a:pt x="128109" y="135138"/>
                  <a:pt x="125397" y="135138"/>
                </a:cubicBezTo>
                <a:lnTo>
                  <a:pt x="49136" y="135138"/>
                </a:lnTo>
                <a:cubicBezTo>
                  <a:pt x="35567" y="135138"/>
                  <a:pt x="24568" y="146137"/>
                  <a:pt x="24568" y="159706"/>
                </a:cubicBezTo>
                <a:cubicBezTo>
                  <a:pt x="24568" y="173268"/>
                  <a:pt x="35567" y="184275"/>
                  <a:pt x="49136" y="184275"/>
                </a:cubicBezTo>
                <a:lnTo>
                  <a:pt x="165296" y="184275"/>
                </a:lnTo>
                <a:cubicBezTo>
                  <a:pt x="172490" y="184275"/>
                  <a:pt x="178638" y="179086"/>
                  <a:pt x="179841" y="171987"/>
                </a:cubicBezTo>
                <a:lnTo>
                  <a:pt x="206964" y="21722"/>
                </a:lnTo>
                <a:cubicBezTo>
                  <a:pt x="207192" y="20543"/>
                  <a:pt x="208222" y="19686"/>
                  <a:pt x="209425" y="19662"/>
                </a:cubicBezTo>
                <a:lnTo>
                  <a:pt x="226029" y="19662"/>
                </a:lnTo>
                <a:cubicBezTo>
                  <a:pt x="231454" y="19662"/>
                  <a:pt x="235857" y="15259"/>
                  <a:pt x="235857" y="9835"/>
                </a:cubicBezTo>
                <a:cubicBezTo>
                  <a:pt x="235857" y="4410"/>
                  <a:pt x="231454" y="7"/>
                  <a:pt x="226029" y="7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161385" y="1716481"/>
            <a:ext cx="226414" cy="233105"/>
          </a:xfrm>
          <a:custGeom>
            <a:avLst/>
            <a:gdLst/>
            <a:ahLst/>
            <a:cxnLst/>
            <a:rect l="0" t="0" r="0" b="0"/>
            <a:pathLst>
              <a:path w="226414" h="233105">
                <a:moveTo>
                  <a:pt x="34097" y="54050"/>
                </a:moveTo>
                <a:cubicBezTo>
                  <a:pt x="39521" y="54050"/>
                  <a:pt x="43924" y="49647"/>
                  <a:pt x="43924" y="44223"/>
                </a:cubicBezTo>
                <a:lnTo>
                  <a:pt x="43924" y="28994"/>
                </a:lnTo>
                <a:cubicBezTo>
                  <a:pt x="43798" y="28232"/>
                  <a:pt x="44058" y="27461"/>
                  <a:pt x="44608" y="26927"/>
                </a:cubicBezTo>
                <a:cubicBezTo>
                  <a:pt x="45371" y="26486"/>
                  <a:pt x="46306" y="26486"/>
                  <a:pt x="47069" y="26927"/>
                </a:cubicBezTo>
                <a:lnTo>
                  <a:pt x="48838" y="27815"/>
                </a:lnTo>
                <a:cubicBezTo>
                  <a:pt x="51982" y="29387"/>
                  <a:pt x="55725" y="29159"/>
                  <a:pt x="58665" y="27217"/>
                </a:cubicBezTo>
                <a:lnTo>
                  <a:pt x="66330" y="22013"/>
                </a:lnTo>
                <a:cubicBezTo>
                  <a:pt x="67179" y="21518"/>
                  <a:pt x="68225" y="21518"/>
                  <a:pt x="69074" y="22013"/>
                </a:cubicBezTo>
                <a:lnTo>
                  <a:pt x="76842" y="27217"/>
                </a:lnTo>
                <a:cubicBezTo>
                  <a:pt x="79774" y="29159"/>
                  <a:pt x="83524" y="29387"/>
                  <a:pt x="86669" y="27815"/>
                </a:cubicBezTo>
                <a:lnTo>
                  <a:pt x="88438" y="26927"/>
                </a:lnTo>
                <a:cubicBezTo>
                  <a:pt x="89161" y="26486"/>
                  <a:pt x="90073" y="26486"/>
                  <a:pt x="90797" y="26927"/>
                </a:cubicBezTo>
                <a:cubicBezTo>
                  <a:pt x="91536" y="27351"/>
                  <a:pt x="91984" y="28137"/>
                  <a:pt x="91976" y="28994"/>
                </a:cubicBezTo>
                <a:lnTo>
                  <a:pt x="91976" y="44419"/>
                </a:lnTo>
                <a:cubicBezTo>
                  <a:pt x="91976" y="49844"/>
                  <a:pt x="96379" y="54247"/>
                  <a:pt x="101803" y="54247"/>
                </a:cubicBezTo>
                <a:cubicBezTo>
                  <a:pt x="107228" y="54247"/>
                  <a:pt x="111631" y="49844"/>
                  <a:pt x="111631" y="44419"/>
                </a:cubicBezTo>
                <a:lnTo>
                  <a:pt x="111631" y="17201"/>
                </a:lnTo>
                <a:cubicBezTo>
                  <a:pt x="111733" y="12020"/>
                  <a:pt x="109052" y="7177"/>
                  <a:pt x="104602" y="4520"/>
                </a:cubicBezTo>
                <a:cubicBezTo>
                  <a:pt x="100160" y="1863"/>
                  <a:pt x="94625" y="1784"/>
                  <a:pt x="90113" y="4324"/>
                </a:cubicBezTo>
                <a:lnTo>
                  <a:pt x="83917" y="7374"/>
                </a:lnTo>
                <a:cubicBezTo>
                  <a:pt x="83155" y="7806"/>
                  <a:pt x="82219" y="7806"/>
                  <a:pt x="81465" y="7374"/>
                </a:cubicBezTo>
                <a:lnTo>
                  <a:pt x="75662" y="3246"/>
                </a:lnTo>
                <a:cubicBezTo>
                  <a:pt x="70851" y="0"/>
                  <a:pt x="64554" y="0"/>
                  <a:pt x="59742" y="3246"/>
                </a:cubicBezTo>
                <a:lnTo>
                  <a:pt x="53751" y="7177"/>
                </a:lnTo>
                <a:cubicBezTo>
                  <a:pt x="52989" y="7610"/>
                  <a:pt x="52053" y="7610"/>
                  <a:pt x="51291" y="7177"/>
                </a:cubicBezTo>
                <a:lnTo>
                  <a:pt x="45292" y="4324"/>
                </a:lnTo>
                <a:cubicBezTo>
                  <a:pt x="40874" y="2350"/>
                  <a:pt x="35763" y="2712"/>
                  <a:pt x="31667" y="5306"/>
                </a:cubicBezTo>
                <a:cubicBezTo>
                  <a:pt x="27579" y="7893"/>
                  <a:pt x="25055" y="12358"/>
                  <a:pt x="24953" y="17201"/>
                </a:cubicBezTo>
                <a:lnTo>
                  <a:pt x="24953" y="44419"/>
                </a:lnTo>
                <a:cubicBezTo>
                  <a:pt x="25040" y="49514"/>
                  <a:pt x="29010" y="53696"/>
                  <a:pt x="34097" y="54050"/>
                </a:cubicBezTo>
                <a:moveTo>
                  <a:pt x="216587" y="21525"/>
                </a:moveTo>
                <a:lnTo>
                  <a:pt x="180815" y="21525"/>
                </a:lnTo>
                <a:cubicBezTo>
                  <a:pt x="179455" y="21525"/>
                  <a:pt x="178363" y="22618"/>
                  <a:pt x="178363" y="23978"/>
                </a:cubicBezTo>
                <a:lnTo>
                  <a:pt x="178363" y="124807"/>
                </a:lnTo>
                <a:cubicBezTo>
                  <a:pt x="178363" y="126167"/>
                  <a:pt x="179455" y="127268"/>
                  <a:pt x="180815" y="127268"/>
                </a:cubicBezTo>
                <a:lnTo>
                  <a:pt x="216587" y="127268"/>
                </a:lnTo>
                <a:cubicBezTo>
                  <a:pt x="222012" y="127268"/>
                  <a:pt x="226414" y="122865"/>
                  <a:pt x="226414" y="117441"/>
                </a:cubicBezTo>
                <a:lnTo>
                  <a:pt x="226414" y="31353"/>
                </a:lnTo>
                <a:cubicBezTo>
                  <a:pt x="226414" y="25920"/>
                  <a:pt x="222012" y="21525"/>
                  <a:pt x="216587" y="21525"/>
                </a:cubicBezTo>
                <a:moveTo>
                  <a:pt x="211673" y="55135"/>
                </a:moveTo>
                <a:cubicBezTo>
                  <a:pt x="211673" y="57847"/>
                  <a:pt x="209472" y="60049"/>
                  <a:pt x="206760" y="60049"/>
                </a:cubicBezTo>
                <a:cubicBezTo>
                  <a:pt x="204047" y="60049"/>
                  <a:pt x="201846" y="57847"/>
                  <a:pt x="201846" y="55135"/>
                </a:cubicBezTo>
                <a:lnTo>
                  <a:pt x="201846" y="40685"/>
                </a:lnTo>
                <a:cubicBezTo>
                  <a:pt x="201846" y="37973"/>
                  <a:pt x="204047" y="35771"/>
                  <a:pt x="206760" y="35771"/>
                </a:cubicBezTo>
                <a:cubicBezTo>
                  <a:pt x="209472" y="35771"/>
                  <a:pt x="211673" y="37973"/>
                  <a:pt x="211673" y="40685"/>
                </a:cubicBezTo>
                <a:lnTo>
                  <a:pt x="211673" y="55135"/>
                </a:lnTo>
                <a:moveTo>
                  <a:pt x="168724" y="23978"/>
                </a:moveTo>
                <a:cubicBezTo>
                  <a:pt x="168724" y="22618"/>
                  <a:pt x="167631" y="21525"/>
                  <a:pt x="166271" y="21525"/>
                </a:cubicBezTo>
                <a:lnTo>
                  <a:pt x="159290" y="21525"/>
                </a:lnTo>
                <a:cubicBezTo>
                  <a:pt x="153865" y="21525"/>
                  <a:pt x="149462" y="25920"/>
                  <a:pt x="149462" y="31353"/>
                </a:cubicBezTo>
                <a:lnTo>
                  <a:pt x="149462" y="117441"/>
                </a:lnTo>
                <a:cubicBezTo>
                  <a:pt x="149462" y="122865"/>
                  <a:pt x="153865" y="127268"/>
                  <a:pt x="159290" y="127268"/>
                </a:cubicBezTo>
                <a:lnTo>
                  <a:pt x="166271" y="127268"/>
                </a:lnTo>
                <a:cubicBezTo>
                  <a:pt x="167631" y="127268"/>
                  <a:pt x="168724" y="126167"/>
                  <a:pt x="168724" y="124807"/>
                </a:cubicBezTo>
                <a:lnTo>
                  <a:pt x="168724" y="23978"/>
                </a:lnTo>
                <a:moveTo>
                  <a:pt x="199983" y="189770"/>
                </a:moveTo>
                <a:cubicBezTo>
                  <a:pt x="198623" y="189770"/>
                  <a:pt x="197522" y="188669"/>
                  <a:pt x="197522" y="187309"/>
                </a:cubicBezTo>
                <a:lnTo>
                  <a:pt x="197522" y="156255"/>
                </a:lnTo>
                <a:cubicBezTo>
                  <a:pt x="198418" y="152316"/>
                  <a:pt x="196814" y="148228"/>
                  <a:pt x="193473" y="145948"/>
                </a:cubicBezTo>
                <a:cubicBezTo>
                  <a:pt x="190140" y="143676"/>
                  <a:pt x="185745" y="143676"/>
                  <a:pt x="182404" y="145948"/>
                </a:cubicBezTo>
                <a:cubicBezTo>
                  <a:pt x="179062" y="148228"/>
                  <a:pt x="177458" y="152316"/>
                  <a:pt x="178363" y="156255"/>
                </a:cubicBezTo>
                <a:lnTo>
                  <a:pt x="178363" y="187412"/>
                </a:lnTo>
                <a:cubicBezTo>
                  <a:pt x="178363" y="188764"/>
                  <a:pt x="177262" y="189865"/>
                  <a:pt x="175902" y="189865"/>
                </a:cubicBezTo>
                <a:lnTo>
                  <a:pt x="168724" y="189865"/>
                </a:lnTo>
                <a:cubicBezTo>
                  <a:pt x="166806" y="189927"/>
                  <a:pt x="165092" y="191107"/>
                  <a:pt x="164353" y="192883"/>
                </a:cubicBezTo>
                <a:cubicBezTo>
                  <a:pt x="163614" y="194660"/>
                  <a:pt x="163975" y="196712"/>
                  <a:pt x="165288" y="198119"/>
                </a:cubicBezTo>
                <a:lnTo>
                  <a:pt x="184943" y="217774"/>
                </a:lnTo>
                <a:cubicBezTo>
                  <a:pt x="185863" y="218663"/>
                  <a:pt x="187097" y="219158"/>
                  <a:pt x="188379" y="219150"/>
                </a:cubicBezTo>
                <a:cubicBezTo>
                  <a:pt x="189637" y="219142"/>
                  <a:pt x="190832" y="218647"/>
                  <a:pt x="191720" y="217774"/>
                </a:cubicBezTo>
                <a:lnTo>
                  <a:pt x="211375" y="198119"/>
                </a:lnTo>
                <a:cubicBezTo>
                  <a:pt x="212688" y="196712"/>
                  <a:pt x="213057" y="194660"/>
                  <a:pt x="212310" y="192883"/>
                </a:cubicBezTo>
                <a:cubicBezTo>
                  <a:pt x="211571" y="191107"/>
                  <a:pt x="209865" y="189927"/>
                  <a:pt x="207939" y="189865"/>
                </a:cubicBezTo>
                <a:lnTo>
                  <a:pt x="199983" y="189865"/>
                </a:lnTo>
                <a:moveTo>
                  <a:pt x="106230" y="61228"/>
                </a:moveTo>
                <a:lnTo>
                  <a:pt x="29277" y="61228"/>
                </a:lnTo>
                <a:cubicBezTo>
                  <a:pt x="13318" y="61228"/>
                  <a:pt x="385" y="74161"/>
                  <a:pt x="385" y="90121"/>
                </a:cubicBezTo>
                <a:lnTo>
                  <a:pt x="385" y="204212"/>
                </a:lnTo>
                <a:cubicBezTo>
                  <a:pt x="0" y="219755"/>
                  <a:pt x="12264" y="232673"/>
                  <a:pt x="27807" y="233105"/>
                </a:cubicBezTo>
                <a:lnTo>
                  <a:pt x="107700" y="233105"/>
                </a:lnTo>
                <a:cubicBezTo>
                  <a:pt x="123203" y="232625"/>
                  <a:pt x="135405" y="219716"/>
                  <a:pt x="135020" y="204212"/>
                </a:cubicBezTo>
                <a:lnTo>
                  <a:pt x="135020" y="90121"/>
                </a:lnTo>
                <a:cubicBezTo>
                  <a:pt x="135020" y="74200"/>
                  <a:pt x="122142" y="61275"/>
                  <a:pt x="106230" y="61228"/>
                </a:cubicBezTo>
                <a:moveTo>
                  <a:pt x="111041" y="198803"/>
                </a:moveTo>
                <a:lnTo>
                  <a:pt x="101214" y="198803"/>
                </a:lnTo>
                <a:cubicBezTo>
                  <a:pt x="98431" y="199134"/>
                  <a:pt x="95710" y="197829"/>
                  <a:pt x="94217" y="195462"/>
                </a:cubicBezTo>
                <a:cubicBezTo>
                  <a:pt x="92723" y="193096"/>
                  <a:pt x="92723" y="190077"/>
                  <a:pt x="94217" y="187710"/>
                </a:cubicBezTo>
                <a:cubicBezTo>
                  <a:pt x="95710" y="185336"/>
                  <a:pt x="98431" y="184039"/>
                  <a:pt x="101214" y="184361"/>
                </a:cubicBezTo>
                <a:lnTo>
                  <a:pt x="111041" y="184361"/>
                </a:lnTo>
                <a:cubicBezTo>
                  <a:pt x="114705" y="184786"/>
                  <a:pt x="117472" y="187891"/>
                  <a:pt x="117472" y="191586"/>
                </a:cubicBezTo>
                <a:cubicBezTo>
                  <a:pt x="117472" y="195273"/>
                  <a:pt x="114705" y="198379"/>
                  <a:pt x="111041" y="198803"/>
                </a:cubicBezTo>
                <a:moveTo>
                  <a:pt x="72518" y="164612"/>
                </a:moveTo>
                <a:lnTo>
                  <a:pt x="62690" y="164612"/>
                </a:lnTo>
                <a:cubicBezTo>
                  <a:pt x="58728" y="164612"/>
                  <a:pt x="55520" y="161397"/>
                  <a:pt x="55520" y="157434"/>
                </a:cubicBezTo>
                <a:cubicBezTo>
                  <a:pt x="55520" y="153472"/>
                  <a:pt x="58728" y="150264"/>
                  <a:pt x="62690" y="150264"/>
                </a:cubicBezTo>
                <a:lnTo>
                  <a:pt x="72518" y="150264"/>
                </a:lnTo>
                <a:cubicBezTo>
                  <a:pt x="76480" y="150264"/>
                  <a:pt x="79696" y="153472"/>
                  <a:pt x="79696" y="157434"/>
                </a:cubicBezTo>
                <a:cubicBezTo>
                  <a:pt x="79696" y="161397"/>
                  <a:pt x="76480" y="164612"/>
                  <a:pt x="72518" y="164612"/>
                </a:cubicBezTo>
                <a:moveTo>
                  <a:pt x="79688" y="191146"/>
                </a:moveTo>
                <a:cubicBezTo>
                  <a:pt x="79696" y="195101"/>
                  <a:pt x="76480" y="198316"/>
                  <a:pt x="72518" y="198316"/>
                </a:cubicBezTo>
                <a:lnTo>
                  <a:pt x="62690" y="198316"/>
                </a:lnTo>
                <a:cubicBezTo>
                  <a:pt x="59027" y="197892"/>
                  <a:pt x="56259" y="194786"/>
                  <a:pt x="56259" y="191091"/>
                </a:cubicBezTo>
                <a:cubicBezTo>
                  <a:pt x="56259" y="187404"/>
                  <a:pt x="59027" y="184298"/>
                  <a:pt x="62690" y="183874"/>
                </a:cubicBezTo>
                <a:lnTo>
                  <a:pt x="72518" y="183874"/>
                </a:lnTo>
                <a:cubicBezTo>
                  <a:pt x="74436" y="183866"/>
                  <a:pt x="76276" y="184636"/>
                  <a:pt x="77628" y="186004"/>
                </a:cubicBezTo>
                <a:cubicBezTo>
                  <a:pt x="78972" y="187372"/>
                  <a:pt x="79719" y="189220"/>
                  <a:pt x="79696" y="191146"/>
                </a:cubicBezTo>
                <a:moveTo>
                  <a:pt x="24953" y="150264"/>
                </a:moveTo>
                <a:lnTo>
                  <a:pt x="34781" y="150264"/>
                </a:lnTo>
                <a:cubicBezTo>
                  <a:pt x="38743" y="150264"/>
                  <a:pt x="41958" y="153472"/>
                  <a:pt x="41958" y="157434"/>
                </a:cubicBezTo>
                <a:cubicBezTo>
                  <a:pt x="41958" y="161397"/>
                  <a:pt x="38743" y="164612"/>
                  <a:pt x="34781" y="164612"/>
                </a:cubicBezTo>
                <a:lnTo>
                  <a:pt x="24953" y="164612"/>
                </a:lnTo>
                <a:cubicBezTo>
                  <a:pt x="20991" y="164612"/>
                  <a:pt x="17783" y="161397"/>
                  <a:pt x="17783" y="157434"/>
                </a:cubicBezTo>
                <a:cubicBezTo>
                  <a:pt x="17783" y="153472"/>
                  <a:pt x="20991" y="150264"/>
                  <a:pt x="24953" y="150264"/>
                </a:cubicBezTo>
                <a:moveTo>
                  <a:pt x="24953" y="183874"/>
                </a:moveTo>
                <a:lnTo>
                  <a:pt x="34781" y="183874"/>
                </a:lnTo>
                <a:cubicBezTo>
                  <a:pt x="38444" y="184298"/>
                  <a:pt x="41212" y="187404"/>
                  <a:pt x="41212" y="191091"/>
                </a:cubicBezTo>
                <a:cubicBezTo>
                  <a:pt x="41212" y="194786"/>
                  <a:pt x="38444" y="197892"/>
                  <a:pt x="34781" y="198316"/>
                </a:cubicBezTo>
                <a:lnTo>
                  <a:pt x="24953" y="198316"/>
                </a:lnTo>
                <a:cubicBezTo>
                  <a:pt x="22170" y="198638"/>
                  <a:pt x="19450" y="197341"/>
                  <a:pt x="17956" y="194967"/>
                </a:cubicBezTo>
                <a:cubicBezTo>
                  <a:pt x="16462" y="192600"/>
                  <a:pt x="16462" y="189581"/>
                  <a:pt x="17956" y="187215"/>
                </a:cubicBezTo>
                <a:cubicBezTo>
                  <a:pt x="19450" y="184849"/>
                  <a:pt x="22170" y="183544"/>
                  <a:pt x="24953" y="183874"/>
                </a:cubicBezTo>
                <a:moveTo>
                  <a:pt x="111536" y="164211"/>
                </a:moveTo>
                <a:lnTo>
                  <a:pt x="101709" y="164211"/>
                </a:lnTo>
                <a:cubicBezTo>
                  <a:pt x="97747" y="164219"/>
                  <a:pt x="94531" y="161003"/>
                  <a:pt x="94531" y="157041"/>
                </a:cubicBezTo>
                <a:cubicBezTo>
                  <a:pt x="94531" y="153079"/>
                  <a:pt x="97747" y="149871"/>
                  <a:pt x="101709" y="149871"/>
                </a:cubicBezTo>
                <a:lnTo>
                  <a:pt x="111536" y="149871"/>
                </a:lnTo>
                <a:cubicBezTo>
                  <a:pt x="115491" y="149871"/>
                  <a:pt x="118706" y="153079"/>
                  <a:pt x="118706" y="157041"/>
                </a:cubicBezTo>
                <a:cubicBezTo>
                  <a:pt x="118706" y="161003"/>
                  <a:pt x="115491" y="164219"/>
                  <a:pt x="111536" y="164219"/>
                </a:cubicBezTo>
                <a:moveTo>
                  <a:pt x="19646" y="90121"/>
                </a:moveTo>
                <a:cubicBezTo>
                  <a:pt x="19646" y="84688"/>
                  <a:pt x="24049" y="80293"/>
                  <a:pt x="29474" y="80293"/>
                </a:cubicBezTo>
                <a:lnTo>
                  <a:pt x="106418" y="80293"/>
                </a:lnTo>
                <a:cubicBezTo>
                  <a:pt x="111851" y="80293"/>
                  <a:pt x="116246" y="84688"/>
                  <a:pt x="116246" y="90121"/>
                </a:cubicBezTo>
                <a:lnTo>
                  <a:pt x="116246" y="109186"/>
                </a:lnTo>
                <a:cubicBezTo>
                  <a:pt x="116246" y="114610"/>
                  <a:pt x="111851" y="119013"/>
                  <a:pt x="106418" y="119013"/>
                </a:cubicBezTo>
                <a:lnTo>
                  <a:pt x="29474" y="119013"/>
                </a:lnTo>
                <a:cubicBezTo>
                  <a:pt x="24049" y="119013"/>
                  <a:pt x="19646" y="114610"/>
                  <a:pt x="19646" y="109186"/>
                </a:cubicBezTo>
                <a:lnTo>
                  <a:pt x="19646" y="90121"/>
                </a:lnTo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65112" y="4739281"/>
            <a:ext cx="234481" cy="131883"/>
          </a:xfrm>
          <a:custGeom>
            <a:avLst/>
            <a:gdLst/>
            <a:ahLst/>
            <a:cxnLst/>
            <a:rect l="0" t="0" r="0" b="0"/>
            <a:pathLst>
              <a:path w="234481" h="131883">
                <a:moveTo>
                  <a:pt x="214826" y="0"/>
                </a:moveTo>
                <a:lnTo>
                  <a:pt x="19654" y="0"/>
                </a:lnTo>
                <a:cubicBezTo>
                  <a:pt x="8805" y="0"/>
                  <a:pt x="0" y="8805"/>
                  <a:pt x="0" y="19654"/>
                </a:cubicBezTo>
                <a:lnTo>
                  <a:pt x="0" y="112228"/>
                </a:lnTo>
                <a:cubicBezTo>
                  <a:pt x="0" y="123085"/>
                  <a:pt x="8805" y="131883"/>
                  <a:pt x="19654" y="131883"/>
                </a:cubicBezTo>
                <a:lnTo>
                  <a:pt x="214826" y="131883"/>
                </a:lnTo>
                <a:cubicBezTo>
                  <a:pt x="225683" y="131883"/>
                  <a:pt x="234481" y="123085"/>
                  <a:pt x="234481" y="112228"/>
                </a:cubicBezTo>
                <a:lnTo>
                  <a:pt x="234481" y="19654"/>
                </a:lnTo>
                <a:cubicBezTo>
                  <a:pt x="234481" y="8805"/>
                  <a:pt x="225683" y="0"/>
                  <a:pt x="214826" y="0"/>
                </a:cubicBezTo>
                <a:moveTo>
                  <a:pt x="133062" y="112228"/>
                </a:moveTo>
                <a:lnTo>
                  <a:pt x="19654" y="112228"/>
                </a:lnTo>
                <a:lnTo>
                  <a:pt x="19654" y="19654"/>
                </a:lnTo>
                <a:lnTo>
                  <a:pt x="133062" y="19654"/>
                </a:lnTo>
                <a:lnTo>
                  <a:pt x="133062" y="112228"/>
                </a:lnTo>
                <a:moveTo>
                  <a:pt x="208639" y="54152"/>
                </a:moveTo>
                <a:lnTo>
                  <a:pt x="186036" y="83634"/>
                </a:lnTo>
                <a:cubicBezTo>
                  <a:pt x="185132" y="84900"/>
                  <a:pt x="183661" y="85631"/>
                  <a:pt x="182105" y="85600"/>
                </a:cubicBezTo>
                <a:cubicBezTo>
                  <a:pt x="180564" y="85584"/>
                  <a:pt x="179109" y="84861"/>
                  <a:pt x="178174" y="83634"/>
                </a:cubicBezTo>
                <a:lnTo>
                  <a:pt x="156554" y="54152"/>
                </a:lnTo>
                <a:cubicBezTo>
                  <a:pt x="155469" y="52627"/>
                  <a:pt x="155280" y="50646"/>
                  <a:pt x="156058" y="48940"/>
                </a:cubicBezTo>
                <a:cubicBezTo>
                  <a:pt x="156947" y="47328"/>
                  <a:pt x="158637" y="46314"/>
                  <a:pt x="160485" y="46290"/>
                </a:cubicBezTo>
                <a:lnTo>
                  <a:pt x="204708" y="46290"/>
                </a:lnTo>
                <a:cubicBezTo>
                  <a:pt x="206540" y="46283"/>
                  <a:pt x="208214" y="47312"/>
                  <a:pt x="209032" y="48948"/>
                </a:cubicBezTo>
                <a:cubicBezTo>
                  <a:pt x="209889" y="50614"/>
                  <a:pt x="209739" y="52627"/>
                  <a:pt x="208639" y="54152"/>
                </a:cubicBez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7409" y="2427000"/>
            <a:ext cx="1176518" cy="2311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E8431"/>
                </a:solidFill>
                <a:latin typeface="Shantell Sans"/>
              </a:rPr>
              <a:t>Tabla Carritos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8838" y="5681829"/>
            <a:ext cx="514954" cy="2311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4848"/>
                </a:solidFill>
                <a:latin typeface="Shantell Sans"/>
              </a:rPr>
              <a:t>delete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16970" y="2710029"/>
            <a:ext cx="871319" cy="4622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484848"/>
                </a:solidFill>
                <a:latin typeface="Shantell Sans"/>
              </a:rPr>
              <a:t>Prepara la
compra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3066" y="2804372"/>
            <a:ext cx="1134630" cy="2311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4848"/>
                </a:solidFill>
                <a:latin typeface="Shantell Sans"/>
              </a:rPr>
              <a:t>id del usuario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3066" y="3087400"/>
            <a:ext cx="1002699" cy="2311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4848"/>
                </a:solidFill>
                <a:latin typeface="Shantell Sans"/>
              </a:rPr>
              <a:t>producto_id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63977" y="3181743"/>
            <a:ext cx="1024319" cy="4622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484848"/>
                </a:solidFill>
                <a:latin typeface="Shantell Sans"/>
              </a:rPr>
              <a:t>Valida saldo
suficiente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2870" y="3110986"/>
            <a:ext cx="995576" cy="6934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969696"/>
                </a:solidFill>
                <a:latin typeface="Shantell Sans"/>
              </a:rPr>
              <a:t>Gestión del
Carrito de
Compras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3066" y="3370429"/>
            <a:ext cx="740677" cy="2311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4848"/>
                </a:solidFill>
                <a:latin typeface="Shantell Sans"/>
              </a:rPr>
              <a:t>cantidad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05570" y="3653457"/>
            <a:ext cx="882742" cy="4622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484848"/>
                </a:solidFill>
                <a:latin typeface="Shantell Sans"/>
              </a:rPr>
              <a:t>Inserta en
ordenes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12317" y="4125172"/>
            <a:ext cx="1275963" cy="2311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484848"/>
                </a:solidFill>
                <a:latin typeface="Shantell Sans"/>
              </a:rPr>
              <a:t>Vacía el carrito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66021" y="945031"/>
            <a:ext cx="5189352" cy="2751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Shantell Sans"/>
              </a:rPr>
              <a:t>Gestión del Carrito de Compras y Proceso de Pago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3181" y="4738400"/>
            <a:ext cx="1385354" cy="2311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5753"/>
                </a:solidFill>
                <a:latin typeface="Shantell Sans"/>
              </a:rPr>
              <a:t>API de Supabase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7870" y="1672257"/>
            <a:ext cx="1566115" cy="4622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DE58A9"/>
                </a:solidFill>
                <a:latin typeface="Shantell Sans"/>
              </a:rPr>
              <a:t>Procedimiento
Almacenado Pagar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8838" y="5115772"/>
            <a:ext cx="485166" cy="2311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4848"/>
                </a:solidFill>
                <a:latin typeface="Shantell Sans"/>
              </a:rPr>
              <a:t>insert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68838" y="5398800"/>
            <a:ext cx="580554" cy="2311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4848"/>
                </a:solidFill>
                <a:latin typeface="Shantell Sans"/>
              </a:rPr>
              <a:t>update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494" y="2238315"/>
            <a:ext cx="1267795" cy="4622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484848"/>
                </a:solidFill>
                <a:latin typeface="Shantell Sans"/>
              </a:rPr>
              <a:t>Calcula el total
del carrito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23787" y="3456623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571500" y="285750"/>
                </a:moveTo>
                <a:cubicBezTo>
                  <a:pt x="571500" y="443569"/>
                  <a:pt x="443569" y="571500"/>
                  <a:pt x="285750" y="571500"/>
                </a:cubicBezTo>
                <a:cubicBezTo>
                  <a:pt x="127930" y="571500"/>
                  <a:pt x="0" y="443569"/>
                  <a:pt x="0" y="285750"/>
                </a:cubicBezTo>
                <a:cubicBezTo>
                  <a:pt x="0" y="127930"/>
                  <a:pt x="127930" y="0"/>
                  <a:pt x="285750" y="0"/>
                </a:cubicBezTo>
                <a:cubicBezTo>
                  <a:pt x="443569" y="0"/>
                  <a:pt x="571500" y="127930"/>
                  <a:pt x="571500" y="285750"/>
                </a:cubicBezTo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2223787" y="3456623"/>
            <a:ext cx="1257300" cy="571500"/>
            <a:chOff x="1028700" y="1600200"/>
            <a:chExt cx="1257300" cy="571500"/>
          </a:xfrm>
        </p:grpSpPr>
        <p:sp>
          <p:nvSpPr>
            <p:cNvPr id="3" name="Rounded Rectangle 2"/>
            <p:cNvSpPr/>
            <p:nvPr/>
          </p:nvSpPr>
          <p:spPr>
            <a:xfrm>
              <a:off x="1600200" y="1885950"/>
              <a:ext cx="685800" cy="9525"/>
            </a:xfrm>
            <a:custGeom>
              <a:avLst/>
              <a:gdLst/>
              <a:ahLst/>
              <a:cxnLst/>
              <a:rect l="0" t="0" r="0" b="0"/>
              <a:pathLst>
                <a:path w="685800" h="9525">
                  <a:moveTo>
                    <a:pt x="685800" y="0"/>
                  </a:move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28700" y="1600200"/>
              <a:ext cx="571500" cy="571500"/>
            </a:xfrm>
            <a:custGeom>
              <a:avLst/>
              <a:gdLst/>
              <a:ahLst/>
              <a:cxnLst/>
              <a:rect l="0" t="0" r="0" b="0"/>
              <a:pathLst>
                <a:path w="571500" h="571500">
                  <a:moveTo>
                    <a:pt x="571500" y="285750"/>
                  </a:moveTo>
                  <a:cubicBezTo>
                    <a:pt x="571500" y="443564"/>
                    <a:pt x="443564" y="571500"/>
                    <a:pt x="285750" y="571500"/>
                  </a:cubicBezTo>
                  <a:cubicBezTo>
                    <a:pt x="127935" y="571500"/>
                    <a:pt x="0" y="443564"/>
                    <a:pt x="0" y="285750"/>
                  </a:cubicBezTo>
                  <a:cubicBezTo>
                    <a:pt x="0" y="127935"/>
                    <a:pt x="127935" y="0"/>
                    <a:pt x="285750" y="0"/>
                  </a:cubicBezTo>
                  <a:cubicBezTo>
                    <a:pt x="443564" y="0"/>
                    <a:pt x="571500" y="127935"/>
                    <a:pt x="571500" y="285750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81087" y="3223260"/>
            <a:ext cx="1014412" cy="519113"/>
            <a:chOff x="2286000" y="1366837"/>
            <a:chExt cx="1014412" cy="519113"/>
          </a:xfrm>
        </p:grpSpPr>
        <p:sp>
          <p:nvSpPr>
            <p:cNvPr id="6" name="Rounded Rectangle 5"/>
            <p:cNvSpPr/>
            <p:nvPr/>
          </p:nvSpPr>
          <p:spPr>
            <a:xfrm>
              <a:off x="2286000" y="1428750"/>
              <a:ext cx="1009554" cy="457200"/>
            </a:xfrm>
            <a:custGeom>
              <a:avLst/>
              <a:gdLst/>
              <a:ahLst/>
              <a:cxnLst/>
              <a:rect l="0" t="0" r="0" b="0"/>
              <a:pathLst>
                <a:path w="1009554" h="457200">
                  <a:moveTo>
                    <a:pt x="1009554" y="0"/>
                  </a:moveTo>
                  <a:lnTo>
                    <a:pt x="456628" y="0"/>
                  </a:lnTo>
                  <a:cubicBezTo>
                    <a:pt x="330517" y="0"/>
                    <a:pt x="228218" y="102203"/>
                    <a:pt x="228028" y="228314"/>
                  </a:cubicBezTo>
                  <a:cubicBezTo>
                    <a:pt x="228028" y="228504"/>
                    <a:pt x="228123" y="228600"/>
                    <a:pt x="228314" y="228600"/>
                  </a:cubicBezTo>
                  <a:cubicBezTo>
                    <a:pt x="228504" y="228600"/>
                    <a:pt x="228600" y="228695"/>
                    <a:pt x="228600" y="228885"/>
                  </a:cubicBezTo>
                  <a:cubicBezTo>
                    <a:pt x="228409" y="354711"/>
                    <a:pt x="125920" y="457200"/>
                    <a:pt x="0" y="45720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238500" y="1366837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0" y="123825"/>
                  </a:moveTo>
                  <a:lnTo>
                    <a:pt x="61912" y="61912"/>
                  </a:ln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481087" y="3742373"/>
            <a:ext cx="1014412" cy="519112"/>
            <a:chOff x="2286000" y="1885950"/>
            <a:chExt cx="1014412" cy="519112"/>
          </a:xfrm>
        </p:grpSpPr>
        <p:sp>
          <p:nvSpPr>
            <p:cNvPr id="9" name="Rounded Rectangle 8"/>
            <p:cNvSpPr/>
            <p:nvPr/>
          </p:nvSpPr>
          <p:spPr>
            <a:xfrm>
              <a:off x="2286000" y="1885950"/>
              <a:ext cx="1009650" cy="457200"/>
            </a:xfrm>
            <a:custGeom>
              <a:avLst/>
              <a:gdLst/>
              <a:ahLst/>
              <a:cxnLst/>
              <a:rect l="0" t="0" r="0" b="0"/>
              <a:pathLst>
                <a:path w="1009650" h="457200">
                  <a:moveTo>
                    <a:pt x="1009650" y="457200"/>
                  </a:moveTo>
                  <a:lnTo>
                    <a:pt x="456723" y="457200"/>
                  </a:lnTo>
                  <a:cubicBezTo>
                    <a:pt x="330517" y="457200"/>
                    <a:pt x="228600" y="354806"/>
                    <a:pt x="228600" y="228600"/>
                  </a:cubicBezTo>
                  <a:cubicBezTo>
                    <a:pt x="228600" y="102584"/>
                    <a:pt x="126015" y="0"/>
                    <a:pt x="0" y="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238500" y="2281237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0" y="123825"/>
                  </a:moveTo>
                  <a:lnTo>
                    <a:pt x="61912" y="61912"/>
                  </a:ln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4624087" y="3113723"/>
            <a:ext cx="343166" cy="342900"/>
          </a:xfrm>
          <a:custGeom>
            <a:avLst/>
            <a:gdLst/>
            <a:ahLst/>
            <a:cxnLst/>
            <a:rect l="0" t="0" r="0" b="0"/>
            <a:pathLst>
              <a:path w="343166" h="342900">
                <a:moveTo>
                  <a:pt x="3571" y="39290"/>
                </a:moveTo>
                <a:lnTo>
                  <a:pt x="253603" y="39290"/>
                </a:lnTo>
                <a:cubicBezTo>
                  <a:pt x="255574" y="39290"/>
                  <a:pt x="257175" y="37690"/>
                  <a:pt x="257175" y="35718"/>
                </a:cubicBezTo>
                <a:cubicBezTo>
                  <a:pt x="257175" y="15992"/>
                  <a:pt x="241182" y="0"/>
                  <a:pt x="221456" y="0"/>
                </a:cubicBezTo>
                <a:lnTo>
                  <a:pt x="35718" y="0"/>
                </a:lnTo>
                <a:cubicBezTo>
                  <a:pt x="15992" y="0"/>
                  <a:pt x="0" y="15992"/>
                  <a:pt x="0" y="35718"/>
                </a:cubicBezTo>
                <a:cubicBezTo>
                  <a:pt x="0" y="37690"/>
                  <a:pt x="1600" y="39290"/>
                  <a:pt x="3571" y="39290"/>
                </a:cubicBezTo>
                <a:moveTo>
                  <a:pt x="249745" y="135731"/>
                </a:moveTo>
                <a:cubicBezTo>
                  <a:pt x="253774" y="135807"/>
                  <a:pt x="257098" y="132616"/>
                  <a:pt x="257175" y="128587"/>
                </a:cubicBezTo>
                <a:lnTo>
                  <a:pt x="257175" y="67865"/>
                </a:lnTo>
                <a:cubicBezTo>
                  <a:pt x="257175" y="63922"/>
                  <a:pt x="253974" y="60721"/>
                  <a:pt x="250031" y="60721"/>
                </a:cubicBezTo>
                <a:lnTo>
                  <a:pt x="7143" y="60721"/>
                </a:lnTo>
                <a:cubicBezTo>
                  <a:pt x="3200" y="60721"/>
                  <a:pt x="0" y="63922"/>
                  <a:pt x="0" y="67865"/>
                </a:cubicBezTo>
                <a:lnTo>
                  <a:pt x="0" y="150018"/>
                </a:lnTo>
                <a:cubicBezTo>
                  <a:pt x="0" y="169745"/>
                  <a:pt x="15992" y="185737"/>
                  <a:pt x="35718" y="185737"/>
                </a:cubicBezTo>
                <a:lnTo>
                  <a:pt x="130444" y="185737"/>
                </a:lnTo>
                <a:cubicBezTo>
                  <a:pt x="133616" y="185737"/>
                  <a:pt x="136417" y="183642"/>
                  <a:pt x="137302" y="180594"/>
                </a:cubicBezTo>
                <a:cubicBezTo>
                  <a:pt x="140779" y="167859"/>
                  <a:pt x="149799" y="157362"/>
                  <a:pt x="161877" y="152019"/>
                </a:cubicBezTo>
                <a:cubicBezTo>
                  <a:pt x="189938" y="141312"/>
                  <a:pt x="219713" y="135797"/>
                  <a:pt x="249745" y="135731"/>
                </a:cubicBezTo>
                <a:moveTo>
                  <a:pt x="92583" y="146446"/>
                </a:moveTo>
                <a:lnTo>
                  <a:pt x="49720" y="146446"/>
                </a:lnTo>
                <a:cubicBezTo>
                  <a:pt x="43805" y="146446"/>
                  <a:pt x="39004" y="141646"/>
                  <a:pt x="39004" y="135731"/>
                </a:cubicBezTo>
                <a:cubicBezTo>
                  <a:pt x="39004" y="129816"/>
                  <a:pt x="43805" y="125015"/>
                  <a:pt x="49720" y="125015"/>
                </a:cubicBezTo>
                <a:lnTo>
                  <a:pt x="92583" y="125015"/>
                </a:lnTo>
                <a:cubicBezTo>
                  <a:pt x="98498" y="125015"/>
                  <a:pt x="103298" y="129816"/>
                  <a:pt x="103298" y="135731"/>
                </a:cubicBezTo>
                <a:cubicBezTo>
                  <a:pt x="103298" y="141646"/>
                  <a:pt x="98498" y="146446"/>
                  <a:pt x="92583" y="146446"/>
                </a:cubicBezTo>
                <a:moveTo>
                  <a:pt x="329612" y="171450"/>
                </a:moveTo>
                <a:cubicBezTo>
                  <a:pt x="304018" y="162096"/>
                  <a:pt x="276996" y="157257"/>
                  <a:pt x="249745" y="157162"/>
                </a:cubicBezTo>
                <a:cubicBezTo>
                  <a:pt x="222675" y="157191"/>
                  <a:pt x="195824" y="162029"/>
                  <a:pt x="170449" y="171450"/>
                </a:cubicBezTo>
                <a:cubicBezTo>
                  <a:pt x="162163" y="175021"/>
                  <a:pt x="156895" y="183289"/>
                  <a:pt x="157162" y="192309"/>
                </a:cubicBezTo>
                <a:lnTo>
                  <a:pt x="157162" y="240744"/>
                </a:lnTo>
                <a:cubicBezTo>
                  <a:pt x="159962" y="285140"/>
                  <a:pt x="189223" y="323488"/>
                  <a:pt x="231314" y="337899"/>
                </a:cubicBezTo>
                <a:cubicBezTo>
                  <a:pt x="237029" y="340861"/>
                  <a:pt x="243316" y="342566"/>
                  <a:pt x="249745" y="342900"/>
                </a:cubicBezTo>
                <a:cubicBezTo>
                  <a:pt x="256165" y="342528"/>
                  <a:pt x="262442" y="340823"/>
                  <a:pt x="268176" y="337899"/>
                </a:cubicBezTo>
                <a:cubicBezTo>
                  <a:pt x="312181" y="321183"/>
                  <a:pt x="342900" y="280749"/>
                  <a:pt x="342900" y="240744"/>
                </a:cubicBezTo>
                <a:lnTo>
                  <a:pt x="342900" y="192309"/>
                </a:lnTo>
                <a:cubicBezTo>
                  <a:pt x="343166" y="183289"/>
                  <a:pt x="337899" y="175021"/>
                  <a:pt x="329612" y="171450"/>
                </a:cubicBezTo>
                <a:moveTo>
                  <a:pt x="292893" y="246459"/>
                </a:moveTo>
                <a:lnTo>
                  <a:pt x="267890" y="246459"/>
                </a:lnTo>
                <a:cubicBezTo>
                  <a:pt x="263947" y="246459"/>
                  <a:pt x="260746" y="249659"/>
                  <a:pt x="260746" y="253603"/>
                </a:cubicBezTo>
                <a:lnTo>
                  <a:pt x="260746" y="278606"/>
                </a:lnTo>
                <a:cubicBezTo>
                  <a:pt x="260746" y="284521"/>
                  <a:pt x="255946" y="289321"/>
                  <a:pt x="250031" y="289321"/>
                </a:cubicBezTo>
                <a:cubicBezTo>
                  <a:pt x="244116" y="289321"/>
                  <a:pt x="239315" y="284521"/>
                  <a:pt x="239315" y="278606"/>
                </a:cubicBezTo>
                <a:lnTo>
                  <a:pt x="239315" y="253603"/>
                </a:lnTo>
                <a:cubicBezTo>
                  <a:pt x="239315" y="249659"/>
                  <a:pt x="236115" y="246459"/>
                  <a:pt x="232171" y="246459"/>
                </a:cubicBezTo>
                <a:lnTo>
                  <a:pt x="207168" y="246459"/>
                </a:lnTo>
                <a:cubicBezTo>
                  <a:pt x="201253" y="246459"/>
                  <a:pt x="196453" y="241658"/>
                  <a:pt x="196453" y="235743"/>
                </a:cubicBezTo>
                <a:cubicBezTo>
                  <a:pt x="196453" y="229828"/>
                  <a:pt x="201253" y="225028"/>
                  <a:pt x="207168" y="225028"/>
                </a:cubicBezTo>
                <a:lnTo>
                  <a:pt x="232171" y="225028"/>
                </a:lnTo>
                <a:cubicBezTo>
                  <a:pt x="236115" y="225028"/>
                  <a:pt x="239315" y="221827"/>
                  <a:pt x="239315" y="217884"/>
                </a:cubicBezTo>
                <a:lnTo>
                  <a:pt x="239315" y="192881"/>
                </a:lnTo>
                <a:cubicBezTo>
                  <a:pt x="239315" y="186966"/>
                  <a:pt x="244116" y="182165"/>
                  <a:pt x="250031" y="182165"/>
                </a:cubicBezTo>
                <a:cubicBezTo>
                  <a:pt x="255946" y="182165"/>
                  <a:pt x="260746" y="186966"/>
                  <a:pt x="260746" y="192881"/>
                </a:cubicBezTo>
                <a:lnTo>
                  <a:pt x="260746" y="217884"/>
                </a:lnTo>
                <a:cubicBezTo>
                  <a:pt x="260746" y="221827"/>
                  <a:pt x="263947" y="225028"/>
                  <a:pt x="267890" y="225028"/>
                </a:cubicBezTo>
                <a:lnTo>
                  <a:pt x="292893" y="225028"/>
                </a:lnTo>
                <a:cubicBezTo>
                  <a:pt x="298808" y="225028"/>
                  <a:pt x="303609" y="229828"/>
                  <a:pt x="303609" y="235743"/>
                </a:cubicBezTo>
                <a:cubicBezTo>
                  <a:pt x="303609" y="241658"/>
                  <a:pt x="298808" y="246459"/>
                  <a:pt x="292893" y="246459"/>
                </a:cubicBez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59289" y="3572266"/>
            <a:ext cx="300494" cy="337194"/>
          </a:xfrm>
          <a:custGeom>
            <a:avLst/>
            <a:gdLst/>
            <a:ahLst/>
            <a:cxnLst/>
            <a:rect l="0" t="0" r="0" b="0"/>
            <a:pathLst>
              <a:path w="300494" h="337194">
                <a:moveTo>
                  <a:pt x="10972" y="206682"/>
                </a:moveTo>
                <a:cubicBezTo>
                  <a:pt x="14925" y="186194"/>
                  <a:pt x="33537" y="171859"/>
                  <a:pt x="54359" y="173269"/>
                </a:cubicBezTo>
                <a:cubicBezTo>
                  <a:pt x="75180" y="174669"/>
                  <a:pt x="91687" y="191376"/>
                  <a:pt x="92849" y="212207"/>
                </a:cubicBezTo>
                <a:lnTo>
                  <a:pt x="163687" y="184785"/>
                </a:lnTo>
                <a:cubicBezTo>
                  <a:pt x="177955" y="179098"/>
                  <a:pt x="194176" y="181517"/>
                  <a:pt x="206168" y="191109"/>
                </a:cubicBezTo>
                <a:cubicBezTo>
                  <a:pt x="218160" y="200701"/>
                  <a:pt x="224085" y="215988"/>
                  <a:pt x="221684" y="231152"/>
                </a:cubicBezTo>
                <a:cubicBezTo>
                  <a:pt x="219284" y="246326"/>
                  <a:pt x="208921" y="259032"/>
                  <a:pt x="194557" y="264452"/>
                </a:cubicBezTo>
                <a:lnTo>
                  <a:pt x="166087" y="275463"/>
                </a:lnTo>
                <a:cubicBezTo>
                  <a:pt x="167239" y="282978"/>
                  <a:pt x="167773" y="291160"/>
                  <a:pt x="166639" y="299151"/>
                </a:cubicBezTo>
                <a:cubicBezTo>
                  <a:pt x="241858" y="291464"/>
                  <a:pt x="300494" y="227704"/>
                  <a:pt x="300494" y="150228"/>
                </a:cubicBezTo>
                <a:cubicBezTo>
                  <a:pt x="300494" y="67265"/>
                  <a:pt x="233229" y="0"/>
                  <a:pt x="150247" y="0"/>
                </a:cubicBezTo>
                <a:cubicBezTo>
                  <a:pt x="67265" y="0"/>
                  <a:pt x="0" y="67265"/>
                  <a:pt x="0" y="150228"/>
                </a:cubicBezTo>
                <a:cubicBezTo>
                  <a:pt x="0" y="170202"/>
                  <a:pt x="3895" y="189252"/>
                  <a:pt x="10972" y="206673"/>
                </a:cubicBezTo>
                <a:moveTo>
                  <a:pt x="126291" y="115176"/>
                </a:moveTo>
                <a:cubicBezTo>
                  <a:pt x="139036" y="117290"/>
                  <a:pt x="151838" y="123605"/>
                  <a:pt x="160677" y="132445"/>
                </a:cubicBezTo>
                <a:cubicBezTo>
                  <a:pt x="164611" y="136664"/>
                  <a:pt x="164496" y="143246"/>
                  <a:pt x="160410" y="147323"/>
                </a:cubicBezTo>
                <a:cubicBezTo>
                  <a:pt x="156333" y="151409"/>
                  <a:pt x="149752" y="151523"/>
                  <a:pt x="145532" y="147589"/>
                </a:cubicBezTo>
                <a:cubicBezTo>
                  <a:pt x="140084" y="142160"/>
                  <a:pt x="131464" y="137741"/>
                  <a:pt x="122767" y="136302"/>
                </a:cubicBezTo>
                <a:cubicBezTo>
                  <a:pt x="113976" y="134845"/>
                  <a:pt x="107327" y="136664"/>
                  <a:pt x="103527" y="140446"/>
                </a:cubicBezTo>
                <a:cubicBezTo>
                  <a:pt x="100860" y="143313"/>
                  <a:pt x="96831" y="144494"/>
                  <a:pt x="93040" y="143522"/>
                </a:cubicBezTo>
                <a:cubicBezTo>
                  <a:pt x="89239" y="142551"/>
                  <a:pt x="86277" y="139588"/>
                  <a:pt x="85305" y="135788"/>
                </a:cubicBezTo>
                <a:cubicBezTo>
                  <a:pt x="84334" y="131997"/>
                  <a:pt x="85515" y="127968"/>
                  <a:pt x="88382" y="125301"/>
                </a:cubicBezTo>
                <a:cubicBezTo>
                  <a:pt x="98869" y="114814"/>
                  <a:pt x="113642" y="113052"/>
                  <a:pt x="126291" y="115157"/>
                </a:cubicBezTo>
                <a:moveTo>
                  <a:pt x="82743" y="61455"/>
                </a:moveTo>
                <a:cubicBezTo>
                  <a:pt x="91611" y="61455"/>
                  <a:pt x="98812" y="68646"/>
                  <a:pt x="98812" y="77523"/>
                </a:cubicBezTo>
                <a:cubicBezTo>
                  <a:pt x="98812" y="86401"/>
                  <a:pt x="91611" y="93602"/>
                  <a:pt x="82743" y="93602"/>
                </a:cubicBezTo>
                <a:cubicBezTo>
                  <a:pt x="73866" y="93602"/>
                  <a:pt x="66665" y="86401"/>
                  <a:pt x="66665" y="77523"/>
                </a:cubicBezTo>
                <a:cubicBezTo>
                  <a:pt x="66665" y="68646"/>
                  <a:pt x="73866" y="61455"/>
                  <a:pt x="82743" y="61455"/>
                </a:cubicBezTo>
                <a:moveTo>
                  <a:pt x="158819" y="61455"/>
                </a:moveTo>
                <a:cubicBezTo>
                  <a:pt x="167697" y="61455"/>
                  <a:pt x="174898" y="68646"/>
                  <a:pt x="174898" y="77523"/>
                </a:cubicBezTo>
                <a:cubicBezTo>
                  <a:pt x="174898" y="86401"/>
                  <a:pt x="167697" y="93602"/>
                  <a:pt x="158819" y="93602"/>
                </a:cubicBezTo>
                <a:cubicBezTo>
                  <a:pt x="149942" y="93602"/>
                  <a:pt x="142751" y="86401"/>
                  <a:pt x="142751" y="77523"/>
                </a:cubicBezTo>
                <a:cubicBezTo>
                  <a:pt x="142751" y="68646"/>
                  <a:pt x="149942" y="61455"/>
                  <a:pt x="158819" y="61455"/>
                </a:cubicBezTo>
                <a:moveTo>
                  <a:pt x="123815" y="321554"/>
                </a:moveTo>
                <a:cubicBezTo>
                  <a:pt x="152390" y="310124"/>
                  <a:pt x="147027" y="284940"/>
                  <a:pt x="141322" y="262080"/>
                </a:cubicBezTo>
                <a:lnTo>
                  <a:pt x="186813" y="244459"/>
                </a:lnTo>
                <a:cubicBezTo>
                  <a:pt x="197777" y="240210"/>
                  <a:pt x="203215" y="227885"/>
                  <a:pt x="198977" y="216922"/>
                </a:cubicBezTo>
                <a:cubicBezTo>
                  <a:pt x="194729" y="205959"/>
                  <a:pt x="182403" y="200510"/>
                  <a:pt x="171440" y="204758"/>
                </a:cubicBezTo>
                <a:lnTo>
                  <a:pt x="87744" y="237182"/>
                </a:lnTo>
                <a:cubicBezTo>
                  <a:pt x="80600" y="240039"/>
                  <a:pt x="72028" y="234334"/>
                  <a:pt x="72028" y="227190"/>
                </a:cubicBezTo>
                <a:lnTo>
                  <a:pt x="72028" y="213655"/>
                </a:lnTo>
                <a:cubicBezTo>
                  <a:pt x="70904" y="202920"/>
                  <a:pt x="61922" y="194567"/>
                  <a:pt x="51168" y="194786"/>
                </a:cubicBezTo>
                <a:cubicBezTo>
                  <a:pt x="40414" y="195005"/>
                  <a:pt x="31784" y="203720"/>
                  <a:pt x="31661" y="214474"/>
                </a:cubicBezTo>
                <a:lnTo>
                  <a:pt x="31661" y="272900"/>
                </a:lnTo>
                <a:cubicBezTo>
                  <a:pt x="31661" y="310057"/>
                  <a:pt x="65951" y="337194"/>
                  <a:pt x="101669" y="328622"/>
                </a:cubicBezTo>
                <a:cubicBezTo>
                  <a:pt x="101669" y="328622"/>
                  <a:pt x="116671" y="324411"/>
                  <a:pt x="123815" y="321554"/>
                </a:cubicBezTo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23077" y="4028123"/>
            <a:ext cx="343909" cy="342900"/>
          </a:xfrm>
          <a:custGeom>
            <a:avLst/>
            <a:gdLst/>
            <a:ahLst/>
            <a:cxnLst/>
            <a:rect l="0" t="0" r="0" b="0"/>
            <a:pathLst>
              <a:path w="343909" h="342900">
                <a:moveTo>
                  <a:pt x="136740" y="250031"/>
                </a:moveTo>
                <a:cubicBezTo>
                  <a:pt x="136531" y="225885"/>
                  <a:pt x="144037" y="202311"/>
                  <a:pt x="158172" y="182737"/>
                </a:cubicBezTo>
                <a:cubicBezTo>
                  <a:pt x="159810" y="180622"/>
                  <a:pt x="160096" y="177755"/>
                  <a:pt x="158915" y="175355"/>
                </a:cubicBezTo>
                <a:cubicBezTo>
                  <a:pt x="157724" y="172954"/>
                  <a:pt x="155276" y="171440"/>
                  <a:pt x="152600" y="171450"/>
                </a:cubicBezTo>
                <a:lnTo>
                  <a:pt x="38300" y="171450"/>
                </a:lnTo>
                <a:cubicBezTo>
                  <a:pt x="19602" y="171259"/>
                  <a:pt x="3657" y="184946"/>
                  <a:pt x="1009" y="203454"/>
                </a:cubicBezTo>
                <a:cubicBezTo>
                  <a:pt x="0" y="213540"/>
                  <a:pt x="3305" y="223589"/>
                  <a:pt x="10115" y="231105"/>
                </a:cubicBezTo>
                <a:cubicBezTo>
                  <a:pt x="16916" y="238610"/>
                  <a:pt x="26593" y="242897"/>
                  <a:pt x="36728" y="242887"/>
                </a:cubicBezTo>
                <a:lnTo>
                  <a:pt x="115309" y="242887"/>
                </a:lnTo>
                <a:cubicBezTo>
                  <a:pt x="117281" y="242887"/>
                  <a:pt x="118881" y="244487"/>
                  <a:pt x="118881" y="246459"/>
                </a:cubicBezTo>
                <a:lnTo>
                  <a:pt x="118881" y="282178"/>
                </a:lnTo>
                <a:cubicBezTo>
                  <a:pt x="118881" y="284149"/>
                  <a:pt x="117281" y="285750"/>
                  <a:pt x="115309" y="285750"/>
                </a:cubicBezTo>
                <a:lnTo>
                  <a:pt x="72447" y="285750"/>
                </a:lnTo>
                <a:cubicBezTo>
                  <a:pt x="66532" y="285750"/>
                  <a:pt x="61731" y="290550"/>
                  <a:pt x="61731" y="296465"/>
                </a:cubicBezTo>
                <a:cubicBezTo>
                  <a:pt x="61731" y="302380"/>
                  <a:pt x="66532" y="307181"/>
                  <a:pt x="72447" y="307181"/>
                </a:cubicBezTo>
                <a:lnTo>
                  <a:pt x="140598" y="307181"/>
                </a:lnTo>
                <a:cubicBezTo>
                  <a:pt x="143017" y="307219"/>
                  <a:pt x="145284" y="306000"/>
                  <a:pt x="146589" y="303971"/>
                </a:cubicBezTo>
                <a:cubicBezTo>
                  <a:pt x="147904" y="301932"/>
                  <a:pt x="148066" y="299361"/>
                  <a:pt x="147027" y="297179"/>
                </a:cubicBezTo>
                <a:cubicBezTo>
                  <a:pt x="140284" y="282378"/>
                  <a:pt x="136779" y="266299"/>
                  <a:pt x="136740" y="250031"/>
                </a:cubicBezTo>
                <a:moveTo>
                  <a:pt x="43872" y="207168"/>
                </a:moveTo>
                <a:cubicBezTo>
                  <a:pt x="43872" y="197300"/>
                  <a:pt x="51863" y="189309"/>
                  <a:pt x="61731" y="189309"/>
                </a:cubicBezTo>
                <a:cubicBezTo>
                  <a:pt x="71599" y="189309"/>
                  <a:pt x="79590" y="197300"/>
                  <a:pt x="79590" y="207168"/>
                </a:cubicBezTo>
                <a:cubicBezTo>
                  <a:pt x="79590" y="217036"/>
                  <a:pt x="71599" y="225028"/>
                  <a:pt x="61731" y="225028"/>
                </a:cubicBezTo>
                <a:cubicBezTo>
                  <a:pt x="51863" y="225028"/>
                  <a:pt x="43872" y="217036"/>
                  <a:pt x="43872" y="207168"/>
                </a:cubicBezTo>
                <a:moveTo>
                  <a:pt x="115309" y="225028"/>
                </a:moveTo>
                <a:cubicBezTo>
                  <a:pt x="105441" y="225028"/>
                  <a:pt x="97450" y="217036"/>
                  <a:pt x="97450" y="207168"/>
                </a:cubicBezTo>
                <a:cubicBezTo>
                  <a:pt x="97450" y="197300"/>
                  <a:pt x="105441" y="189309"/>
                  <a:pt x="115309" y="189309"/>
                </a:cubicBezTo>
                <a:cubicBezTo>
                  <a:pt x="125177" y="189309"/>
                  <a:pt x="133169" y="197300"/>
                  <a:pt x="133169" y="207168"/>
                </a:cubicBezTo>
                <a:cubicBezTo>
                  <a:pt x="133169" y="217036"/>
                  <a:pt x="125177" y="225028"/>
                  <a:pt x="115309" y="225028"/>
                </a:cubicBezTo>
                <a:moveTo>
                  <a:pt x="15297" y="285750"/>
                </a:moveTo>
                <a:lnTo>
                  <a:pt x="29584" y="285750"/>
                </a:lnTo>
                <a:cubicBezTo>
                  <a:pt x="35499" y="285750"/>
                  <a:pt x="40300" y="290550"/>
                  <a:pt x="40300" y="296465"/>
                </a:cubicBezTo>
                <a:cubicBezTo>
                  <a:pt x="40300" y="302380"/>
                  <a:pt x="35499" y="307181"/>
                  <a:pt x="29584" y="307181"/>
                </a:cubicBezTo>
                <a:lnTo>
                  <a:pt x="15297" y="307181"/>
                </a:lnTo>
                <a:cubicBezTo>
                  <a:pt x="9382" y="307181"/>
                  <a:pt x="4581" y="302380"/>
                  <a:pt x="4581" y="296465"/>
                </a:cubicBezTo>
                <a:cubicBezTo>
                  <a:pt x="4581" y="290550"/>
                  <a:pt x="9382" y="285750"/>
                  <a:pt x="15297" y="285750"/>
                </a:cubicBezTo>
                <a:moveTo>
                  <a:pt x="36728" y="71437"/>
                </a:moveTo>
                <a:lnTo>
                  <a:pt x="222465" y="71437"/>
                </a:lnTo>
                <a:cubicBezTo>
                  <a:pt x="242192" y="71437"/>
                  <a:pt x="258184" y="55445"/>
                  <a:pt x="258184" y="35718"/>
                </a:cubicBezTo>
                <a:cubicBezTo>
                  <a:pt x="258184" y="15992"/>
                  <a:pt x="242192" y="0"/>
                  <a:pt x="222465" y="0"/>
                </a:cubicBezTo>
                <a:lnTo>
                  <a:pt x="36728" y="0"/>
                </a:lnTo>
                <a:cubicBezTo>
                  <a:pt x="17002" y="0"/>
                  <a:pt x="1009" y="15992"/>
                  <a:pt x="1009" y="35718"/>
                </a:cubicBezTo>
                <a:cubicBezTo>
                  <a:pt x="1009" y="55445"/>
                  <a:pt x="17002" y="71437"/>
                  <a:pt x="36728" y="71437"/>
                </a:cubicBezTo>
                <a:moveTo>
                  <a:pt x="43872" y="35718"/>
                </a:moveTo>
                <a:cubicBezTo>
                  <a:pt x="43872" y="25850"/>
                  <a:pt x="51863" y="17859"/>
                  <a:pt x="61731" y="17859"/>
                </a:cubicBezTo>
                <a:cubicBezTo>
                  <a:pt x="71599" y="17859"/>
                  <a:pt x="79590" y="25850"/>
                  <a:pt x="79590" y="35718"/>
                </a:cubicBezTo>
                <a:cubicBezTo>
                  <a:pt x="79590" y="45586"/>
                  <a:pt x="71599" y="53578"/>
                  <a:pt x="61731" y="53578"/>
                </a:cubicBezTo>
                <a:cubicBezTo>
                  <a:pt x="51863" y="53578"/>
                  <a:pt x="43872" y="45586"/>
                  <a:pt x="43872" y="35718"/>
                </a:cubicBezTo>
                <a:moveTo>
                  <a:pt x="97450" y="35718"/>
                </a:moveTo>
                <a:cubicBezTo>
                  <a:pt x="97450" y="25850"/>
                  <a:pt x="105441" y="17859"/>
                  <a:pt x="115309" y="17859"/>
                </a:cubicBezTo>
                <a:cubicBezTo>
                  <a:pt x="125177" y="17859"/>
                  <a:pt x="133169" y="25850"/>
                  <a:pt x="133169" y="35718"/>
                </a:cubicBezTo>
                <a:cubicBezTo>
                  <a:pt x="133169" y="45586"/>
                  <a:pt x="125177" y="53578"/>
                  <a:pt x="115309" y="53578"/>
                </a:cubicBezTo>
                <a:cubicBezTo>
                  <a:pt x="105441" y="53578"/>
                  <a:pt x="97450" y="45586"/>
                  <a:pt x="97450" y="35718"/>
                </a:cubicBezTo>
                <a:moveTo>
                  <a:pt x="257041" y="130444"/>
                </a:moveTo>
                <a:cubicBezTo>
                  <a:pt x="258746" y="124225"/>
                  <a:pt x="258746" y="117662"/>
                  <a:pt x="257041" y="111442"/>
                </a:cubicBezTo>
                <a:cubicBezTo>
                  <a:pt x="251936" y="95802"/>
                  <a:pt x="237191" y="85353"/>
                  <a:pt x="220751" y="85725"/>
                </a:cubicBezTo>
                <a:lnTo>
                  <a:pt x="38871" y="85725"/>
                </a:lnTo>
                <a:cubicBezTo>
                  <a:pt x="19964" y="85248"/>
                  <a:pt x="3686" y="99002"/>
                  <a:pt x="1009" y="117729"/>
                </a:cubicBezTo>
                <a:cubicBezTo>
                  <a:pt x="0" y="127815"/>
                  <a:pt x="3305" y="137864"/>
                  <a:pt x="10115" y="145380"/>
                </a:cubicBezTo>
                <a:cubicBezTo>
                  <a:pt x="16916" y="152885"/>
                  <a:pt x="26593" y="157172"/>
                  <a:pt x="36728" y="157162"/>
                </a:cubicBezTo>
                <a:lnTo>
                  <a:pt x="182460" y="157162"/>
                </a:lnTo>
                <a:cubicBezTo>
                  <a:pt x="183899" y="157172"/>
                  <a:pt x="185299" y="156724"/>
                  <a:pt x="186461" y="155876"/>
                </a:cubicBezTo>
                <a:cubicBezTo>
                  <a:pt x="205130" y="142913"/>
                  <a:pt x="227304" y="135931"/>
                  <a:pt x="250040" y="135874"/>
                </a:cubicBezTo>
                <a:cubicBezTo>
                  <a:pt x="253336" y="135855"/>
                  <a:pt x="256203" y="133626"/>
                  <a:pt x="257041" y="130444"/>
                </a:cubicBezTo>
                <a:moveTo>
                  <a:pt x="133169" y="121443"/>
                </a:moveTo>
                <a:cubicBezTo>
                  <a:pt x="133169" y="131311"/>
                  <a:pt x="125177" y="139303"/>
                  <a:pt x="115309" y="139303"/>
                </a:cubicBezTo>
                <a:cubicBezTo>
                  <a:pt x="105441" y="139303"/>
                  <a:pt x="97450" y="131311"/>
                  <a:pt x="97450" y="121443"/>
                </a:cubicBezTo>
                <a:cubicBezTo>
                  <a:pt x="97450" y="111575"/>
                  <a:pt x="105441" y="103584"/>
                  <a:pt x="115309" y="103584"/>
                </a:cubicBezTo>
                <a:cubicBezTo>
                  <a:pt x="125177" y="103584"/>
                  <a:pt x="133169" y="111575"/>
                  <a:pt x="133169" y="121443"/>
                </a:cubicBezTo>
                <a:moveTo>
                  <a:pt x="79590" y="121443"/>
                </a:moveTo>
                <a:cubicBezTo>
                  <a:pt x="79590" y="131311"/>
                  <a:pt x="71599" y="139303"/>
                  <a:pt x="61731" y="139303"/>
                </a:cubicBezTo>
                <a:cubicBezTo>
                  <a:pt x="51863" y="139303"/>
                  <a:pt x="43872" y="131311"/>
                  <a:pt x="43872" y="121443"/>
                </a:cubicBezTo>
                <a:cubicBezTo>
                  <a:pt x="43872" y="111575"/>
                  <a:pt x="51863" y="103584"/>
                  <a:pt x="61731" y="103584"/>
                </a:cubicBezTo>
                <a:cubicBezTo>
                  <a:pt x="71599" y="103584"/>
                  <a:pt x="79590" y="111575"/>
                  <a:pt x="79590" y="121443"/>
                </a:cubicBezTo>
                <a:moveTo>
                  <a:pt x="158172" y="250031"/>
                </a:moveTo>
                <a:cubicBezTo>
                  <a:pt x="158172" y="301323"/>
                  <a:pt x="199748" y="342900"/>
                  <a:pt x="251040" y="342900"/>
                </a:cubicBezTo>
                <a:cubicBezTo>
                  <a:pt x="302333" y="342900"/>
                  <a:pt x="343909" y="301323"/>
                  <a:pt x="343909" y="250031"/>
                </a:cubicBezTo>
                <a:cubicBezTo>
                  <a:pt x="343909" y="198739"/>
                  <a:pt x="302333" y="157162"/>
                  <a:pt x="251040" y="157162"/>
                </a:cubicBezTo>
                <a:cubicBezTo>
                  <a:pt x="199786" y="157238"/>
                  <a:pt x="158248" y="198777"/>
                  <a:pt x="158172" y="250031"/>
                </a:cubicBezTo>
                <a:moveTo>
                  <a:pt x="251040" y="292893"/>
                </a:moveTo>
                <a:cubicBezTo>
                  <a:pt x="258927" y="292893"/>
                  <a:pt x="265328" y="299294"/>
                  <a:pt x="265328" y="307181"/>
                </a:cubicBezTo>
                <a:cubicBezTo>
                  <a:pt x="265328" y="315067"/>
                  <a:pt x="258927" y="321468"/>
                  <a:pt x="251040" y="321468"/>
                </a:cubicBezTo>
                <a:cubicBezTo>
                  <a:pt x="243154" y="321468"/>
                  <a:pt x="236753" y="315067"/>
                  <a:pt x="236753" y="307181"/>
                </a:cubicBezTo>
                <a:cubicBezTo>
                  <a:pt x="236753" y="299294"/>
                  <a:pt x="243154" y="292893"/>
                  <a:pt x="251040" y="292893"/>
                </a:cubicBezTo>
                <a:moveTo>
                  <a:pt x="264042" y="262032"/>
                </a:moveTo>
                <a:cubicBezTo>
                  <a:pt x="262651" y="262528"/>
                  <a:pt x="261737" y="263842"/>
                  <a:pt x="261756" y="265318"/>
                </a:cubicBezTo>
                <a:lnTo>
                  <a:pt x="261756" y="267890"/>
                </a:lnTo>
                <a:cubicBezTo>
                  <a:pt x="261756" y="273805"/>
                  <a:pt x="256955" y="278606"/>
                  <a:pt x="251040" y="278606"/>
                </a:cubicBezTo>
                <a:cubicBezTo>
                  <a:pt x="245125" y="278606"/>
                  <a:pt x="240325" y="273805"/>
                  <a:pt x="240325" y="267890"/>
                </a:cubicBezTo>
                <a:lnTo>
                  <a:pt x="240325" y="260032"/>
                </a:lnTo>
                <a:cubicBezTo>
                  <a:pt x="240344" y="251536"/>
                  <a:pt x="246297" y="244211"/>
                  <a:pt x="254612" y="242458"/>
                </a:cubicBezTo>
                <a:cubicBezTo>
                  <a:pt x="262794" y="240658"/>
                  <a:pt x="268214" y="232857"/>
                  <a:pt x="267023" y="224561"/>
                </a:cubicBezTo>
                <a:cubicBezTo>
                  <a:pt x="265833" y="216265"/>
                  <a:pt x="258451" y="210292"/>
                  <a:pt x="250088" y="210864"/>
                </a:cubicBezTo>
                <a:cubicBezTo>
                  <a:pt x="241725" y="211435"/>
                  <a:pt x="235229" y="218360"/>
                  <a:pt x="235181" y="226742"/>
                </a:cubicBezTo>
                <a:cubicBezTo>
                  <a:pt x="235181" y="229609"/>
                  <a:pt x="234029" y="232352"/>
                  <a:pt x="231990" y="234372"/>
                </a:cubicBezTo>
                <a:cubicBezTo>
                  <a:pt x="229952" y="236381"/>
                  <a:pt x="227190" y="237496"/>
                  <a:pt x="224323" y="237458"/>
                </a:cubicBezTo>
                <a:cubicBezTo>
                  <a:pt x="221494" y="237458"/>
                  <a:pt x="218779" y="236324"/>
                  <a:pt x="216798" y="234314"/>
                </a:cubicBezTo>
                <a:cubicBezTo>
                  <a:pt x="214807" y="232295"/>
                  <a:pt x="213712" y="229571"/>
                  <a:pt x="213750" y="226742"/>
                </a:cubicBezTo>
                <a:cubicBezTo>
                  <a:pt x="213845" y="207797"/>
                  <a:pt x="228076" y="191919"/>
                  <a:pt x="246888" y="189747"/>
                </a:cubicBezTo>
                <a:cubicBezTo>
                  <a:pt x="265709" y="187575"/>
                  <a:pt x="283178" y="199796"/>
                  <a:pt x="287588" y="218217"/>
                </a:cubicBezTo>
                <a:cubicBezTo>
                  <a:pt x="291998" y="236639"/>
                  <a:pt x="281949" y="255450"/>
                  <a:pt x="264185" y="262032"/>
                </a:cubicBez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4742" y="2346960"/>
            <a:ext cx="4130125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Shantell Sans"/>
              </a:rPr>
              <a:t>¿Cómo se validan los datos de la tarjeta?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0337" y="3062573"/>
            <a:ext cx="1323308" cy="1466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4E88E7"/>
                </a:solidFill>
                <a:latin typeface="Shantell Sans"/>
              </a:rPr>
              <a:t>Validar en el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0337" y="3299460"/>
            <a:ext cx="1577949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484848"/>
                </a:solidFill>
                <a:latin typeface="Shantell Sans"/>
              </a:rPr>
              <a:t>Permite la validación inmediata y
asegura que solo se envíen datos
coherentes al RPC.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0337" y="4034123"/>
            <a:ext cx="1278512" cy="1466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55753"/>
                </a:solidFill>
                <a:latin typeface="Shantell Sans"/>
              </a:rPr>
              <a:t>Validar en el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0337" y="4271010"/>
            <a:ext cx="1819875" cy="24003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484848"/>
                </a:solidFill>
                <a:latin typeface="Shantell Sans"/>
              </a:rPr>
              <a:t>Requiere enviar datos al servidor para
validación.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754" y="2343000"/>
            <a:ext cx="1042235" cy="1182102"/>
          </a:xfrm>
          <a:custGeom>
            <a:avLst/>
            <a:gdLst/>
            <a:ahLst/>
            <a:cxnLst/>
            <a:rect l="0" t="0" r="0" b="0"/>
            <a:pathLst>
              <a:path w="1042235" h="1182102">
                <a:moveTo>
                  <a:pt x="1042235" y="771525"/>
                </a:moveTo>
                <a:lnTo>
                  <a:pt x="595563" y="1182102"/>
                </a:lnTo>
                <a:lnTo>
                  <a:pt x="356435" y="1173078"/>
                </a:lnTo>
                <a:lnTo>
                  <a:pt x="0" y="816643"/>
                </a:lnTo>
                <a:lnTo>
                  <a:pt x="31582" y="573003"/>
                </a:lnTo>
                <a:lnTo>
                  <a:pt x="288757" y="654217"/>
                </a:lnTo>
                <a:lnTo>
                  <a:pt x="230103" y="424113"/>
                </a:lnTo>
                <a:lnTo>
                  <a:pt x="487278" y="0"/>
                </a:lnTo>
                <a:lnTo>
                  <a:pt x="767013" y="378994"/>
                </a:lnTo>
                <a:lnTo>
                  <a:pt x="703847" y="636169"/>
                </a:lnTo>
                <a:lnTo>
                  <a:pt x="1010652" y="505326"/>
                </a:lnTo>
                <a:lnTo>
                  <a:pt x="1042235" y="771525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0754" y="2343000"/>
            <a:ext cx="1042235" cy="1182102"/>
          </a:xfrm>
          <a:custGeom>
            <a:avLst/>
            <a:gdLst/>
            <a:ahLst/>
            <a:cxnLst/>
            <a:rect l="0" t="0" r="0" b="0"/>
            <a:pathLst>
              <a:path w="1042235" h="1182102">
                <a:moveTo>
                  <a:pt x="1042235" y="771525"/>
                </a:moveTo>
                <a:lnTo>
                  <a:pt x="595563" y="1182102"/>
                </a:lnTo>
                <a:lnTo>
                  <a:pt x="573003" y="1181251"/>
                </a:lnTo>
                <a:moveTo>
                  <a:pt x="1042235" y="771525"/>
                </a:moveTo>
                <a:lnTo>
                  <a:pt x="1010652" y="505326"/>
                </a:lnTo>
                <a:moveTo>
                  <a:pt x="884321" y="780548"/>
                </a:moveTo>
                <a:lnTo>
                  <a:pt x="1042235" y="771525"/>
                </a:lnTo>
                <a:moveTo>
                  <a:pt x="1010652" y="505326"/>
                </a:moveTo>
                <a:lnTo>
                  <a:pt x="703847" y="636169"/>
                </a:lnTo>
                <a:moveTo>
                  <a:pt x="1010652" y="505326"/>
                </a:moveTo>
                <a:lnTo>
                  <a:pt x="884321" y="780548"/>
                </a:lnTo>
                <a:moveTo>
                  <a:pt x="703847" y="636169"/>
                </a:moveTo>
                <a:lnTo>
                  <a:pt x="767013" y="378994"/>
                </a:lnTo>
                <a:moveTo>
                  <a:pt x="703847" y="636169"/>
                </a:moveTo>
                <a:lnTo>
                  <a:pt x="550444" y="1180399"/>
                </a:lnTo>
                <a:moveTo>
                  <a:pt x="703847" y="636169"/>
                </a:moveTo>
                <a:lnTo>
                  <a:pt x="884321" y="780548"/>
                </a:lnTo>
                <a:moveTo>
                  <a:pt x="767013" y="378994"/>
                </a:moveTo>
                <a:lnTo>
                  <a:pt x="487278" y="0"/>
                </a:lnTo>
                <a:moveTo>
                  <a:pt x="767013" y="378994"/>
                </a:moveTo>
                <a:lnTo>
                  <a:pt x="469231" y="496302"/>
                </a:lnTo>
                <a:moveTo>
                  <a:pt x="487278" y="0"/>
                </a:moveTo>
                <a:lnTo>
                  <a:pt x="230103" y="424113"/>
                </a:lnTo>
                <a:moveTo>
                  <a:pt x="487278" y="0"/>
                </a:moveTo>
                <a:lnTo>
                  <a:pt x="469231" y="496302"/>
                </a:lnTo>
                <a:moveTo>
                  <a:pt x="230103" y="424113"/>
                </a:moveTo>
                <a:lnTo>
                  <a:pt x="288757" y="654217"/>
                </a:lnTo>
                <a:moveTo>
                  <a:pt x="230103" y="424113"/>
                </a:moveTo>
                <a:lnTo>
                  <a:pt x="469231" y="496302"/>
                </a:lnTo>
                <a:moveTo>
                  <a:pt x="288757" y="654217"/>
                </a:moveTo>
                <a:lnTo>
                  <a:pt x="31582" y="573003"/>
                </a:lnTo>
                <a:moveTo>
                  <a:pt x="288757" y="654217"/>
                </a:moveTo>
                <a:lnTo>
                  <a:pt x="144378" y="816643"/>
                </a:lnTo>
                <a:moveTo>
                  <a:pt x="288757" y="654217"/>
                </a:moveTo>
                <a:lnTo>
                  <a:pt x="415089" y="1175292"/>
                </a:lnTo>
                <a:moveTo>
                  <a:pt x="31582" y="573003"/>
                </a:moveTo>
                <a:lnTo>
                  <a:pt x="0" y="816643"/>
                </a:lnTo>
                <a:moveTo>
                  <a:pt x="31582" y="573003"/>
                </a:moveTo>
                <a:lnTo>
                  <a:pt x="144378" y="816643"/>
                </a:lnTo>
                <a:moveTo>
                  <a:pt x="0" y="816643"/>
                </a:moveTo>
                <a:lnTo>
                  <a:pt x="356435" y="1173078"/>
                </a:lnTo>
                <a:lnTo>
                  <a:pt x="388018" y="1174270"/>
                </a:lnTo>
                <a:moveTo>
                  <a:pt x="144378" y="816643"/>
                </a:moveTo>
                <a:lnTo>
                  <a:pt x="0" y="816643"/>
                </a:lnTo>
                <a:moveTo>
                  <a:pt x="388018" y="1174270"/>
                </a:moveTo>
                <a:lnTo>
                  <a:pt x="144378" y="816643"/>
                </a:lnTo>
                <a:moveTo>
                  <a:pt x="415089" y="1175292"/>
                </a:moveTo>
                <a:lnTo>
                  <a:pt x="388018" y="1174270"/>
                </a:lnTo>
                <a:moveTo>
                  <a:pt x="491790" y="1178186"/>
                </a:moveTo>
                <a:lnTo>
                  <a:pt x="469231" y="496302"/>
                </a:lnTo>
                <a:moveTo>
                  <a:pt x="491790" y="1178186"/>
                </a:moveTo>
                <a:lnTo>
                  <a:pt x="415089" y="1175292"/>
                </a:lnTo>
                <a:moveTo>
                  <a:pt x="491790" y="1178186"/>
                </a:moveTo>
                <a:lnTo>
                  <a:pt x="550444" y="1180399"/>
                </a:lnTo>
                <a:moveTo>
                  <a:pt x="550444" y="1180399"/>
                </a:moveTo>
                <a:lnTo>
                  <a:pt x="573003" y="1181251"/>
                </a:lnTo>
                <a:moveTo>
                  <a:pt x="573003" y="1181251"/>
                </a:moveTo>
                <a:lnTo>
                  <a:pt x="884321" y="780548"/>
                </a:lnTo>
              </a:path>
            </a:pathLst>
          </a:custGeom>
          <a:noFill/>
          <a:ln w="1353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8686" y="2379094"/>
            <a:ext cx="1087353" cy="1100889"/>
          </a:xfrm>
          <a:custGeom>
            <a:avLst/>
            <a:gdLst/>
            <a:ahLst/>
            <a:cxnLst/>
            <a:rect l="0" t="0" r="0" b="0"/>
            <a:pathLst>
              <a:path w="1087353" h="1100889">
                <a:moveTo>
                  <a:pt x="0" y="573003"/>
                </a:moveTo>
                <a:lnTo>
                  <a:pt x="541421" y="0"/>
                </a:lnTo>
                <a:lnTo>
                  <a:pt x="1087353" y="514350"/>
                </a:lnTo>
                <a:lnTo>
                  <a:pt x="541421" y="1100889"/>
                </a:lnTo>
                <a:lnTo>
                  <a:pt x="0" y="573003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28686" y="2379094"/>
            <a:ext cx="1087353" cy="1100889"/>
          </a:xfrm>
          <a:custGeom>
            <a:avLst/>
            <a:gdLst/>
            <a:ahLst/>
            <a:cxnLst/>
            <a:rect l="0" t="0" r="0" b="0"/>
            <a:pathLst>
              <a:path w="1087353" h="1100889">
                <a:moveTo>
                  <a:pt x="0" y="573003"/>
                </a:moveTo>
                <a:lnTo>
                  <a:pt x="541421" y="0"/>
                </a:lnTo>
                <a:moveTo>
                  <a:pt x="0" y="573003"/>
                </a:moveTo>
                <a:lnTo>
                  <a:pt x="541421" y="1100889"/>
                </a:lnTo>
                <a:moveTo>
                  <a:pt x="0" y="573003"/>
                </a:moveTo>
                <a:lnTo>
                  <a:pt x="708359" y="694823"/>
                </a:lnTo>
                <a:moveTo>
                  <a:pt x="541421" y="0"/>
                </a:moveTo>
                <a:lnTo>
                  <a:pt x="1087353" y="514350"/>
                </a:lnTo>
                <a:moveTo>
                  <a:pt x="541421" y="0"/>
                </a:moveTo>
                <a:lnTo>
                  <a:pt x="708359" y="694823"/>
                </a:lnTo>
                <a:moveTo>
                  <a:pt x="1087353" y="514350"/>
                </a:moveTo>
                <a:lnTo>
                  <a:pt x="541421" y="1100889"/>
                </a:lnTo>
                <a:moveTo>
                  <a:pt x="708359" y="694823"/>
                </a:moveTo>
                <a:lnTo>
                  <a:pt x="1087353" y="514350"/>
                </a:lnTo>
                <a:moveTo>
                  <a:pt x="541421" y="1100889"/>
                </a:moveTo>
                <a:lnTo>
                  <a:pt x="708359" y="694823"/>
                </a:lnTo>
              </a:path>
            </a:pathLst>
          </a:custGeom>
          <a:noFill/>
          <a:ln w="1353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61972" y="2370071"/>
            <a:ext cx="852738" cy="1123448"/>
          </a:xfrm>
          <a:custGeom>
            <a:avLst/>
            <a:gdLst/>
            <a:ahLst/>
            <a:cxnLst/>
            <a:rect l="0" t="0" r="0" b="0"/>
            <a:pathLst>
              <a:path w="852738" h="1123448">
                <a:moveTo>
                  <a:pt x="0" y="681288"/>
                </a:moveTo>
                <a:lnTo>
                  <a:pt x="428625" y="1123448"/>
                </a:lnTo>
                <a:lnTo>
                  <a:pt x="852738" y="636169"/>
                </a:lnTo>
                <a:lnTo>
                  <a:pt x="776036" y="545932"/>
                </a:lnTo>
                <a:lnTo>
                  <a:pt x="320340" y="487278"/>
                </a:lnTo>
                <a:lnTo>
                  <a:pt x="76701" y="582027"/>
                </a:lnTo>
                <a:lnTo>
                  <a:pt x="0" y="681288"/>
                </a:lnTo>
                <a:moveTo>
                  <a:pt x="99260" y="388018"/>
                </a:moveTo>
                <a:lnTo>
                  <a:pt x="550444" y="451184"/>
                </a:lnTo>
                <a:lnTo>
                  <a:pt x="830178" y="351923"/>
                </a:lnTo>
                <a:lnTo>
                  <a:pt x="451184" y="0"/>
                </a:lnTo>
                <a:lnTo>
                  <a:pt x="99260" y="388018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61972" y="2370071"/>
            <a:ext cx="852738" cy="1123448"/>
          </a:xfrm>
          <a:custGeom>
            <a:avLst/>
            <a:gdLst/>
            <a:ahLst/>
            <a:cxnLst/>
            <a:rect l="0" t="0" r="0" b="0"/>
            <a:pathLst>
              <a:path w="852738" h="1123448">
                <a:moveTo>
                  <a:pt x="0" y="681288"/>
                </a:moveTo>
                <a:lnTo>
                  <a:pt x="428625" y="1123448"/>
                </a:lnTo>
                <a:moveTo>
                  <a:pt x="0" y="681288"/>
                </a:moveTo>
                <a:lnTo>
                  <a:pt x="76701" y="582027"/>
                </a:lnTo>
                <a:moveTo>
                  <a:pt x="0" y="681288"/>
                </a:moveTo>
                <a:lnTo>
                  <a:pt x="550444" y="771525"/>
                </a:lnTo>
                <a:moveTo>
                  <a:pt x="428625" y="1123448"/>
                </a:moveTo>
                <a:lnTo>
                  <a:pt x="852738" y="636169"/>
                </a:lnTo>
                <a:moveTo>
                  <a:pt x="550444" y="771525"/>
                </a:moveTo>
                <a:lnTo>
                  <a:pt x="428625" y="1123448"/>
                </a:lnTo>
                <a:moveTo>
                  <a:pt x="852738" y="636169"/>
                </a:moveTo>
                <a:lnTo>
                  <a:pt x="776036" y="545932"/>
                </a:lnTo>
                <a:moveTo>
                  <a:pt x="852738" y="636169"/>
                </a:moveTo>
                <a:lnTo>
                  <a:pt x="550444" y="771525"/>
                </a:lnTo>
                <a:moveTo>
                  <a:pt x="776036" y="545932"/>
                </a:moveTo>
                <a:lnTo>
                  <a:pt x="320340" y="487278"/>
                </a:lnTo>
                <a:lnTo>
                  <a:pt x="76701" y="582027"/>
                </a:lnTo>
                <a:moveTo>
                  <a:pt x="776036" y="545932"/>
                </a:moveTo>
                <a:lnTo>
                  <a:pt x="514350" y="645193"/>
                </a:lnTo>
                <a:moveTo>
                  <a:pt x="76701" y="582027"/>
                </a:moveTo>
                <a:lnTo>
                  <a:pt x="514350" y="645193"/>
                </a:lnTo>
                <a:moveTo>
                  <a:pt x="550444" y="771525"/>
                </a:moveTo>
                <a:lnTo>
                  <a:pt x="514350" y="645193"/>
                </a:lnTo>
                <a:moveTo>
                  <a:pt x="550444" y="451184"/>
                </a:moveTo>
                <a:lnTo>
                  <a:pt x="99260" y="388018"/>
                </a:lnTo>
                <a:lnTo>
                  <a:pt x="451184" y="0"/>
                </a:lnTo>
                <a:moveTo>
                  <a:pt x="550444" y="451184"/>
                </a:moveTo>
                <a:lnTo>
                  <a:pt x="830178" y="351923"/>
                </a:lnTo>
                <a:lnTo>
                  <a:pt x="451184" y="0"/>
                </a:lnTo>
                <a:moveTo>
                  <a:pt x="550444" y="451184"/>
                </a:moveTo>
                <a:lnTo>
                  <a:pt x="451184" y="0"/>
                </a:lnTo>
              </a:path>
            </a:pathLst>
          </a:custGeom>
          <a:noFill/>
          <a:ln w="1353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2773" y="2550544"/>
            <a:ext cx="881090" cy="760633"/>
          </a:xfrm>
          <a:custGeom>
            <a:avLst/>
            <a:gdLst/>
            <a:ahLst/>
            <a:cxnLst/>
            <a:rect l="0" t="0" r="0" b="0"/>
            <a:pathLst>
              <a:path w="881090" h="760633">
                <a:moveTo>
                  <a:pt x="11929" y="237692"/>
                </a:moveTo>
                <a:lnTo>
                  <a:pt x="435573" y="760633"/>
                </a:lnTo>
                <a:lnTo>
                  <a:pt x="865181" y="237692"/>
                </a:lnTo>
                <a:cubicBezTo>
                  <a:pt x="881090" y="223832"/>
                  <a:pt x="877111" y="172334"/>
                  <a:pt x="787614" y="83189"/>
                </a:cubicBezTo>
                <a:cubicBezTo>
                  <a:pt x="757772" y="53483"/>
                  <a:pt x="679014" y="0"/>
                  <a:pt x="435573" y="0"/>
                </a:cubicBezTo>
                <a:cubicBezTo>
                  <a:pt x="192123" y="0"/>
                  <a:pt x="103420" y="53483"/>
                  <a:pt x="77567" y="83189"/>
                </a:cubicBezTo>
                <a:cubicBezTo>
                  <a:pt x="0" y="172334"/>
                  <a:pt x="0" y="211948"/>
                  <a:pt x="11929" y="237692"/>
                </a:cubicBezTo>
              </a:path>
            </a:pathLst>
          </a:custGeom>
          <a:solidFill>
            <a:srgbClr val="FFD7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2771" y="2550544"/>
            <a:ext cx="881092" cy="760630"/>
          </a:xfrm>
          <a:custGeom>
            <a:avLst/>
            <a:gdLst/>
            <a:ahLst/>
            <a:cxnLst/>
            <a:rect l="0" t="0" r="0" b="0"/>
            <a:pathLst>
              <a:path w="881092" h="760630">
                <a:moveTo>
                  <a:pt x="11933" y="237697"/>
                </a:moveTo>
                <a:lnTo>
                  <a:pt x="435574" y="760630"/>
                </a:lnTo>
                <a:lnTo>
                  <a:pt x="865180" y="237697"/>
                </a:lnTo>
                <a:moveTo>
                  <a:pt x="11933" y="237697"/>
                </a:moveTo>
                <a:cubicBezTo>
                  <a:pt x="0" y="211946"/>
                  <a:pt x="0" y="172330"/>
                  <a:pt x="77567" y="83193"/>
                </a:cubicBezTo>
                <a:moveTo>
                  <a:pt x="865180" y="237697"/>
                </a:moveTo>
                <a:cubicBezTo>
                  <a:pt x="745845" y="326833"/>
                  <a:pt x="262537" y="368430"/>
                  <a:pt x="11933" y="237697"/>
                </a:cubicBezTo>
                <a:moveTo>
                  <a:pt x="865180" y="237697"/>
                </a:moveTo>
                <a:cubicBezTo>
                  <a:pt x="881092" y="223831"/>
                  <a:pt x="877113" y="172330"/>
                  <a:pt x="787613" y="83193"/>
                </a:cubicBezTo>
                <a:moveTo>
                  <a:pt x="787613" y="83193"/>
                </a:moveTo>
                <a:cubicBezTo>
                  <a:pt x="775679" y="112906"/>
                  <a:pt x="688564" y="172330"/>
                  <a:pt x="435574" y="172330"/>
                </a:cubicBezTo>
                <a:cubicBezTo>
                  <a:pt x="182583" y="172330"/>
                  <a:pt x="91490" y="112906"/>
                  <a:pt x="77567" y="83193"/>
                </a:cubicBezTo>
                <a:moveTo>
                  <a:pt x="787613" y="83193"/>
                </a:moveTo>
                <a:cubicBezTo>
                  <a:pt x="757779" y="53481"/>
                  <a:pt x="679017" y="0"/>
                  <a:pt x="435574" y="0"/>
                </a:cubicBezTo>
                <a:cubicBezTo>
                  <a:pt x="192129" y="0"/>
                  <a:pt x="103424" y="53481"/>
                  <a:pt x="77567" y="83193"/>
                </a:cubicBezTo>
              </a:path>
            </a:pathLst>
          </a:custGeom>
          <a:noFill/>
          <a:ln w="1353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83544" y="2541521"/>
            <a:ext cx="870045" cy="771191"/>
          </a:xfrm>
          <a:custGeom>
            <a:avLst/>
            <a:gdLst/>
            <a:ahLst/>
            <a:cxnLst/>
            <a:rect l="0" t="0" r="0" b="0"/>
            <a:pathLst>
              <a:path w="870045" h="771191">
                <a:moveTo>
                  <a:pt x="7137" y="240995"/>
                </a:moveTo>
                <a:lnTo>
                  <a:pt x="430781" y="771191"/>
                </a:lnTo>
                <a:lnTo>
                  <a:pt x="860390" y="240995"/>
                </a:lnTo>
                <a:cubicBezTo>
                  <a:pt x="866869" y="235274"/>
                  <a:pt x="870045" y="223227"/>
                  <a:pt x="865497" y="204846"/>
                </a:cubicBezTo>
                <a:cubicBezTo>
                  <a:pt x="858883" y="178091"/>
                  <a:pt x="835881" y="137927"/>
                  <a:pt x="782822" y="84353"/>
                </a:cubicBezTo>
                <a:cubicBezTo>
                  <a:pt x="752981" y="54223"/>
                  <a:pt x="674222" y="0"/>
                  <a:pt x="430781" y="0"/>
                </a:cubicBezTo>
                <a:cubicBezTo>
                  <a:pt x="187331" y="0"/>
                  <a:pt x="98628" y="54223"/>
                  <a:pt x="72776" y="84353"/>
                </a:cubicBezTo>
                <a:cubicBezTo>
                  <a:pt x="23633" y="141599"/>
                  <a:pt x="5621" y="178705"/>
                  <a:pt x="2057" y="204846"/>
                </a:cubicBezTo>
                <a:cubicBezTo>
                  <a:pt x="0" y="219970"/>
                  <a:pt x="2770" y="231430"/>
                  <a:pt x="7137" y="240995"/>
                </a:cubicBezTo>
              </a:path>
            </a:pathLst>
          </a:custGeom>
          <a:solidFill>
            <a:srgbClr val="F5E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83539" y="2541521"/>
            <a:ext cx="870050" cy="771194"/>
          </a:xfrm>
          <a:custGeom>
            <a:avLst/>
            <a:gdLst/>
            <a:ahLst/>
            <a:cxnLst/>
            <a:rect l="0" t="0" r="0" b="0"/>
            <a:pathLst>
              <a:path w="870050" h="771194">
                <a:moveTo>
                  <a:pt x="7144" y="240998"/>
                </a:moveTo>
                <a:lnTo>
                  <a:pt x="430784" y="771194"/>
                </a:lnTo>
                <a:moveTo>
                  <a:pt x="72777" y="271122"/>
                </a:moveTo>
                <a:cubicBezTo>
                  <a:pt x="56039" y="264353"/>
                  <a:pt x="22310" y="249020"/>
                  <a:pt x="7144" y="240998"/>
                </a:cubicBezTo>
                <a:moveTo>
                  <a:pt x="7144" y="240998"/>
                </a:moveTo>
                <a:cubicBezTo>
                  <a:pt x="2770" y="231429"/>
                  <a:pt x="0" y="219973"/>
                  <a:pt x="2062" y="204848"/>
                </a:cubicBezTo>
                <a:moveTo>
                  <a:pt x="430784" y="771194"/>
                </a:moveTo>
                <a:lnTo>
                  <a:pt x="860391" y="240998"/>
                </a:lnTo>
                <a:moveTo>
                  <a:pt x="430784" y="771194"/>
                </a:moveTo>
                <a:lnTo>
                  <a:pt x="287771" y="427772"/>
                </a:lnTo>
                <a:moveTo>
                  <a:pt x="574176" y="427772"/>
                </a:moveTo>
                <a:lnTo>
                  <a:pt x="430784" y="771194"/>
                </a:lnTo>
                <a:moveTo>
                  <a:pt x="860391" y="240998"/>
                </a:moveTo>
                <a:cubicBezTo>
                  <a:pt x="850124" y="248773"/>
                  <a:pt x="810220" y="264142"/>
                  <a:pt x="794946" y="271122"/>
                </a:cubicBezTo>
                <a:moveTo>
                  <a:pt x="860391" y="240998"/>
                </a:moveTo>
                <a:cubicBezTo>
                  <a:pt x="866869" y="235274"/>
                  <a:pt x="870050" y="223224"/>
                  <a:pt x="865503" y="204848"/>
                </a:cubicBezTo>
                <a:moveTo>
                  <a:pt x="782823" y="84349"/>
                </a:moveTo>
                <a:cubicBezTo>
                  <a:pt x="752989" y="54224"/>
                  <a:pt x="674228" y="0"/>
                  <a:pt x="430784" y="0"/>
                </a:cubicBezTo>
                <a:cubicBezTo>
                  <a:pt x="187339" y="0"/>
                  <a:pt x="98634" y="54224"/>
                  <a:pt x="72777" y="84349"/>
                </a:cubicBezTo>
                <a:moveTo>
                  <a:pt x="782823" y="84349"/>
                </a:moveTo>
                <a:cubicBezTo>
                  <a:pt x="779588" y="92516"/>
                  <a:pt x="770828" y="102896"/>
                  <a:pt x="754736" y="113689"/>
                </a:cubicBezTo>
                <a:moveTo>
                  <a:pt x="782823" y="84349"/>
                </a:moveTo>
                <a:cubicBezTo>
                  <a:pt x="835882" y="137927"/>
                  <a:pt x="858885" y="178093"/>
                  <a:pt x="865503" y="204848"/>
                </a:cubicBezTo>
                <a:moveTo>
                  <a:pt x="72777" y="84349"/>
                </a:moveTo>
                <a:cubicBezTo>
                  <a:pt x="76552" y="92516"/>
                  <a:pt x="85997" y="102896"/>
                  <a:pt x="102802" y="113689"/>
                </a:cubicBezTo>
                <a:moveTo>
                  <a:pt x="72777" y="84349"/>
                </a:moveTo>
                <a:cubicBezTo>
                  <a:pt x="23638" y="141602"/>
                  <a:pt x="5628" y="178705"/>
                  <a:pt x="2062" y="204848"/>
                </a:cubicBezTo>
                <a:moveTo>
                  <a:pt x="287771" y="427772"/>
                </a:moveTo>
                <a:lnTo>
                  <a:pt x="144569" y="289198"/>
                </a:lnTo>
                <a:moveTo>
                  <a:pt x="413073" y="323275"/>
                </a:moveTo>
                <a:lnTo>
                  <a:pt x="287771" y="427772"/>
                </a:lnTo>
                <a:moveTo>
                  <a:pt x="413073" y="323275"/>
                </a:moveTo>
                <a:cubicBezTo>
                  <a:pt x="360470" y="320438"/>
                  <a:pt x="194661" y="298525"/>
                  <a:pt x="144569" y="289198"/>
                </a:cubicBezTo>
                <a:moveTo>
                  <a:pt x="144569" y="289198"/>
                </a:moveTo>
                <a:cubicBezTo>
                  <a:pt x="210204" y="277148"/>
                  <a:pt x="290320" y="190389"/>
                  <a:pt x="287771" y="167098"/>
                </a:cubicBezTo>
                <a:moveTo>
                  <a:pt x="144569" y="289198"/>
                </a:moveTo>
                <a:cubicBezTo>
                  <a:pt x="120702" y="284754"/>
                  <a:pt x="90868" y="278439"/>
                  <a:pt x="72777" y="271122"/>
                </a:cubicBezTo>
                <a:moveTo>
                  <a:pt x="413073" y="323275"/>
                </a:moveTo>
                <a:cubicBezTo>
                  <a:pt x="425007" y="323918"/>
                  <a:pt x="442907" y="325348"/>
                  <a:pt x="454840" y="323275"/>
                </a:cubicBezTo>
                <a:moveTo>
                  <a:pt x="413073" y="323275"/>
                </a:moveTo>
                <a:cubicBezTo>
                  <a:pt x="359372" y="307140"/>
                  <a:pt x="293738" y="208424"/>
                  <a:pt x="287771" y="167098"/>
                </a:cubicBezTo>
                <a:moveTo>
                  <a:pt x="699478" y="301247"/>
                </a:moveTo>
                <a:lnTo>
                  <a:pt x="574176" y="427772"/>
                </a:lnTo>
                <a:moveTo>
                  <a:pt x="574176" y="427772"/>
                </a:moveTo>
                <a:lnTo>
                  <a:pt x="454840" y="323275"/>
                </a:lnTo>
                <a:moveTo>
                  <a:pt x="699478" y="301247"/>
                </a:moveTo>
                <a:cubicBezTo>
                  <a:pt x="648370" y="309903"/>
                  <a:pt x="513990" y="320861"/>
                  <a:pt x="454840" y="323275"/>
                </a:cubicBezTo>
                <a:moveTo>
                  <a:pt x="699478" y="301247"/>
                </a:moveTo>
                <a:cubicBezTo>
                  <a:pt x="642197" y="277042"/>
                  <a:pt x="580143" y="203623"/>
                  <a:pt x="574176" y="166993"/>
                </a:cubicBezTo>
                <a:moveTo>
                  <a:pt x="794946" y="271122"/>
                </a:moveTo>
                <a:cubicBezTo>
                  <a:pt x="771079" y="283173"/>
                  <a:pt x="720921" y="297616"/>
                  <a:pt x="699478" y="301247"/>
                </a:cubicBezTo>
                <a:moveTo>
                  <a:pt x="454840" y="323275"/>
                </a:moveTo>
                <a:cubicBezTo>
                  <a:pt x="490642" y="313297"/>
                  <a:pt x="564629" y="233107"/>
                  <a:pt x="574176" y="166993"/>
                </a:cubicBezTo>
                <a:moveTo>
                  <a:pt x="574176" y="166993"/>
                </a:moveTo>
                <a:cubicBezTo>
                  <a:pt x="533710" y="171829"/>
                  <a:pt x="486231" y="174723"/>
                  <a:pt x="430784" y="174723"/>
                </a:cubicBezTo>
                <a:cubicBezTo>
                  <a:pt x="375739" y="174723"/>
                  <a:pt x="328360" y="171871"/>
                  <a:pt x="287771" y="167098"/>
                </a:cubicBezTo>
                <a:moveTo>
                  <a:pt x="574176" y="166993"/>
                </a:moveTo>
                <a:cubicBezTo>
                  <a:pt x="668295" y="155744"/>
                  <a:pt x="724478" y="133986"/>
                  <a:pt x="754736" y="113689"/>
                </a:cubicBezTo>
                <a:moveTo>
                  <a:pt x="287771" y="167098"/>
                </a:moveTo>
                <a:cubicBezTo>
                  <a:pt x="192379" y="155879"/>
                  <a:pt x="134498" y="134049"/>
                  <a:pt x="102802" y="113689"/>
                </a:cubicBezTo>
                <a:moveTo>
                  <a:pt x="72777" y="271122"/>
                </a:moveTo>
                <a:cubicBezTo>
                  <a:pt x="62833" y="249909"/>
                  <a:pt x="40747" y="182362"/>
                  <a:pt x="102802" y="113689"/>
                </a:cubicBezTo>
                <a:moveTo>
                  <a:pt x="102802" y="113689"/>
                </a:moveTo>
                <a:cubicBezTo>
                  <a:pt x="75420" y="146084"/>
                  <a:pt x="16939" y="209668"/>
                  <a:pt x="2062" y="204848"/>
                </a:cubicBezTo>
                <a:moveTo>
                  <a:pt x="754736" y="113689"/>
                </a:moveTo>
                <a:cubicBezTo>
                  <a:pt x="786102" y="136766"/>
                  <a:pt x="816502" y="206923"/>
                  <a:pt x="794946" y="271122"/>
                </a:cubicBezTo>
                <a:moveTo>
                  <a:pt x="754736" y="113689"/>
                </a:moveTo>
                <a:cubicBezTo>
                  <a:pt x="777388" y="136042"/>
                  <a:pt x="831255" y="185568"/>
                  <a:pt x="865503" y="204848"/>
                </a:cubicBezTo>
              </a:path>
            </a:pathLst>
          </a:custGeom>
          <a:noFill/>
          <a:ln w="1353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7976" y="1585010"/>
            <a:ext cx="1996282" cy="315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84848"/>
                </a:solidFill>
                <a:latin typeface="Shantell Sans"/>
              </a:rPr>
              <a:t>Tabla de pedidos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5199" y="3935680"/>
            <a:ext cx="897928" cy="530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0CB15"/>
                </a:solidFill>
                <a:latin typeface="Shantell Sans"/>
              </a:rPr>
              <a:t>Datos de
compra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1566" y="4043964"/>
            <a:ext cx="1305402" cy="2652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E8431"/>
                </a:solidFill>
                <a:latin typeface="Shantell Sans"/>
              </a:rPr>
              <a:t>Consolidación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527" y="4043964"/>
            <a:ext cx="997189" cy="2652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55753"/>
                </a:solidFill>
                <a:latin typeface="Shantell Sans"/>
              </a:rPr>
              <a:t>Referencia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2774" y="4152248"/>
            <a:ext cx="678608" cy="2652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E58A9"/>
                </a:solidFill>
                <a:latin typeface="Shantell Sans"/>
              </a:rPr>
              <a:t>Cálculo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3553" y="3935680"/>
            <a:ext cx="869025" cy="530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A5DE5"/>
                </a:solidFill>
                <a:latin typeface="Shantell Sans"/>
              </a:rPr>
              <a:t>Tabla de
pedidos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319" y="4477101"/>
            <a:ext cx="1149599" cy="795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84848"/>
                </a:solidFill>
                <a:latin typeface="Shantell Sans"/>
              </a:rPr>
              <a:t>Registros de
compra
individuales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9933" y="4368817"/>
            <a:ext cx="1208677" cy="795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84848"/>
                </a:solidFill>
                <a:latin typeface="Shantell Sans"/>
              </a:rPr>
              <a:t>Combinar
datos en una
tabla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9956" y="4368817"/>
            <a:ext cx="1112241" cy="795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84848"/>
                </a:solidFill>
                <a:latin typeface="Shantell Sans"/>
              </a:rPr>
              <a:t>Enlazar con
usuario y
producto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1128" y="4477101"/>
            <a:ext cx="1261908" cy="530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84848"/>
                </a:solidFill>
                <a:latin typeface="Shantell Sans"/>
              </a:rPr>
              <a:t>Calcular el
precio unitario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1479" y="4477101"/>
            <a:ext cx="1093201" cy="795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84848"/>
                </a:solidFill>
                <a:latin typeface="Shantell Sans"/>
              </a:rPr>
              <a:t>Historial de
compras
consolidado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02703" y="5100753"/>
            <a:ext cx="1251889" cy="598122"/>
          </a:xfrm>
          <a:custGeom>
            <a:avLst/>
            <a:gdLst/>
            <a:ahLst/>
            <a:cxnLst/>
            <a:rect l="0" t="0" r="0" b="0"/>
            <a:pathLst>
              <a:path w="1251889" h="598122">
                <a:moveTo>
                  <a:pt x="1122673" y="97459"/>
                </a:moveTo>
                <a:cubicBezTo>
                  <a:pt x="1115120" y="187747"/>
                  <a:pt x="847020" y="232562"/>
                  <a:pt x="575681" y="282425"/>
                </a:cubicBezTo>
                <a:cubicBezTo>
                  <a:pt x="373770" y="319525"/>
                  <a:pt x="189423" y="336118"/>
                  <a:pt x="116919" y="352558"/>
                </a:cubicBezTo>
                <a:cubicBezTo>
                  <a:pt x="57445" y="366036"/>
                  <a:pt x="0" y="407946"/>
                  <a:pt x="5391" y="491766"/>
                </a:cubicBezTo>
                <a:cubicBezTo>
                  <a:pt x="8667" y="542801"/>
                  <a:pt x="40309" y="584882"/>
                  <a:pt x="116919" y="590883"/>
                </a:cubicBezTo>
                <a:cubicBezTo>
                  <a:pt x="209226" y="598122"/>
                  <a:pt x="367979" y="570833"/>
                  <a:pt x="626344" y="526180"/>
                </a:cubicBezTo>
                <a:cubicBezTo>
                  <a:pt x="1090879" y="445884"/>
                  <a:pt x="1251889" y="365521"/>
                  <a:pt x="1251889" y="204863"/>
                </a:cubicBezTo>
                <a:cubicBezTo>
                  <a:pt x="1251889" y="97459"/>
                  <a:pt x="1105690" y="21726"/>
                  <a:pt x="1040187" y="0"/>
                </a:cubicBezTo>
                <a:cubicBezTo>
                  <a:pt x="1079887" y="15840"/>
                  <a:pt x="1127188" y="43453"/>
                  <a:pt x="1122673" y="97459"/>
                </a:cubicBez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02706" y="5100753"/>
            <a:ext cx="1251883" cy="598120"/>
          </a:xfrm>
          <a:custGeom>
            <a:avLst/>
            <a:gdLst/>
            <a:ahLst/>
            <a:cxnLst/>
            <a:rect l="0" t="0" r="0" b="0"/>
            <a:pathLst>
              <a:path w="1251883" h="598120">
                <a:moveTo>
                  <a:pt x="575675" y="282424"/>
                </a:moveTo>
                <a:cubicBezTo>
                  <a:pt x="847018" y="232566"/>
                  <a:pt x="1115117" y="187745"/>
                  <a:pt x="1122668" y="97461"/>
                </a:cubicBezTo>
                <a:cubicBezTo>
                  <a:pt x="1127186" y="43453"/>
                  <a:pt x="1079887" y="15842"/>
                  <a:pt x="1040187" y="0"/>
                </a:cubicBezTo>
                <a:cubicBezTo>
                  <a:pt x="1105686" y="21726"/>
                  <a:pt x="1251883" y="97461"/>
                  <a:pt x="1251883" y="204867"/>
                </a:cubicBezTo>
                <a:cubicBezTo>
                  <a:pt x="1251883" y="365523"/>
                  <a:pt x="1090879" y="445888"/>
                  <a:pt x="626343" y="526180"/>
                </a:cubicBezTo>
                <a:cubicBezTo>
                  <a:pt x="367976" y="570836"/>
                  <a:pt x="209226" y="598120"/>
                  <a:pt x="116911" y="590883"/>
                </a:cubicBezTo>
                <a:cubicBezTo>
                  <a:pt x="40310" y="584878"/>
                  <a:pt x="8664" y="542799"/>
                  <a:pt x="5386" y="491766"/>
                </a:cubicBezTo>
                <a:cubicBezTo>
                  <a:pt x="0" y="407942"/>
                  <a:pt x="57446" y="366034"/>
                  <a:pt x="116911" y="352554"/>
                </a:cubicBezTo>
                <a:cubicBezTo>
                  <a:pt x="189419" y="336118"/>
                  <a:pt x="373765" y="319525"/>
                  <a:pt x="575675" y="28242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33418" y="5041007"/>
            <a:ext cx="1093593" cy="275701"/>
          </a:xfrm>
          <a:custGeom>
            <a:avLst/>
            <a:gdLst/>
            <a:ahLst/>
            <a:cxnLst/>
            <a:rect l="0" t="0" r="0" b="0"/>
            <a:pathLst>
              <a:path w="1093593" h="275701">
                <a:moveTo>
                  <a:pt x="266776" y="163610"/>
                </a:moveTo>
                <a:cubicBezTo>
                  <a:pt x="66446" y="133721"/>
                  <a:pt x="8601" y="81476"/>
                  <a:pt x="0" y="71732"/>
                </a:cubicBezTo>
                <a:cubicBezTo>
                  <a:pt x="17849" y="90649"/>
                  <a:pt x="45643" y="103603"/>
                  <a:pt x="85753" y="106727"/>
                </a:cubicBezTo>
                <a:cubicBezTo>
                  <a:pt x="178127" y="113928"/>
                  <a:pt x="336984" y="86782"/>
                  <a:pt x="595522" y="42357"/>
                </a:cubicBezTo>
                <a:cubicBezTo>
                  <a:pt x="676836" y="28384"/>
                  <a:pt x="748865" y="14401"/>
                  <a:pt x="812349" y="0"/>
                </a:cubicBezTo>
                <a:cubicBezTo>
                  <a:pt x="881491" y="20802"/>
                  <a:pt x="955748" y="33994"/>
                  <a:pt x="1022527" y="64874"/>
                </a:cubicBezTo>
                <a:cubicBezTo>
                  <a:pt x="1050978" y="78457"/>
                  <a:pt x="1093593" y="103755"/>
                  <a:pt x="1092384" y="152542"/>
                </a:cubicBezTo>
                <a:cubicBezTo>
                  <a:pt x="1090974" y="209445"/>
                  <a:pt x="996886" y="245306"/>
                  <a:pt x="876309" y="275701"/>
                </a:cubicBezTo>
                <a:cubicBezTo>
                  <a:pt x="873213" y="274615"/>
                  <a:pt x="860145" y="269405"/>
                  <a:pt x="857221" y="268328"/>
                </a:cubicBezTo>
                <a:cubicBezTo>
                  <a:pt x="783955" y="240772"/>
                  <a:pt x="525360" y="202196"/>
                  <a:pt x="266776" y="163610"/>
                </a:cubicBez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33418" y="5041007"/>
            <a:ext cx="1093594" cy="275703"/>
          </a:xfrm>
          <a:custGeom>
            <a:avLst/>
            <a:gdLst/>
            <a:ahLst/>
            <a:cxnLst/>
            <a:rect l="0" t="0" r="0" b="0"/>
            <a:pathLst>
              <a:path w="1093594" h="275703">
                <a:moveTo>
                  <a:pt x="266772" y="163611"/>
                </a:moveTo>
                <a:cubicBezTo>
                  <a:pt x="66443" y="133723"/>
                  <a:pt x="8600" y="81473"/>
                  <a:pt x="0" y="71735"/>
                </a:cubicBezTo>
                <a:cubicBezTo>
                  <a:pt x="17852" y="90650"/>
                  <a:pt x="45645" y="103604"/>
                  <a:pt x="85756" y="106730"/>
                </a:cubicBezTo>
                <a:cubicBezTo>
                  <a:pt x="178130" y="113929"/>
                  <a:pt x="336984" y="86785"/>
                  <a:pt x="595522" y="42356"/>
                </a:cubicBezTo>
                <a:cubicBezTo>
                  <a:pt x="676839" y="28382"/>
                  <a:pt x="748862" y="14405"/>
                  <a:pt x="812352" y="0"/>
                </a:cubicBezTo>
                <a:cubicBezTo>
                  <a:pt x="881486" y="20802"/>
                  <a:pt x="955746" y="33999"/>
                  <a:pt x="1022526" y="64874"/>
                </a:cubicBezTo>
                <a:cubicBezTo>
                  <a:pt x="1050981" y="78458"/>
                  <a:pt x="1093594" y="103755"/>
                  <a:pt x="1092383" y="152540"/>
                </a:cubicBezTo>
                <a:cubicBezTo>
                  <a:pt x="1090970" y="209448"/>
                  <a:pt x="996885" y="245303"/>
                  <a:pt x="876308" y="275703"/>
                </a:cubicBezTo>
                <a:cubicBezTo>
                  <a:pt x="873211" y="274617"/>
                  <a:pt x="860149" y="269408"/>
                  <a:pt x="857224" y="268331"/>
                </a:cubicBezTo>
                <a:cubicBezTo>
                  <a:pt x="783956" y="240773"/>
                  <a:pt x="525364" y="202192"/>
                  <a:pt x="266772" y="163611"/>
                </a:cubicBezTo>
                <a:close/>
                <a:moveTo>
                  <a:pt x="1022526" y="64874"/>
                </a:moveTo>
                <a:lnTo>
                  <a:pt x="1024885" y="65965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02703" y="4557595"/>
            <a:ext cx="1251889" cy="598122"/>
          </a:xfrm>
          <a:custGeom>
            <a:avLst/>
            <a:gdLst/>
            <a:ahLst/>
            <a:cxnLst/>
            <a:rect l="0" t="0" r="0" b="0"/>
            <a:pathLst>
              <a:path w="1251889" h="598122">
                <a:moveTo>
                  <a:pt x="1122673" y="97459"/>
                </a:moveTo>
                <a:cubicBezTo>
                  <a:pt x="1115120" y="187747"/>
                  <a:pt x="847020" y="232562"/>
                  <a:pt x="575681" y="282425"/>
                </a:cubicBezTo>
                <a:cubicBezTo>
                  <a:pt x="373770" y="319525"/>
                  <a:pt x="189423" y="336118"/>
                  <a:pt x="116919" y="352558"/>
                </a:cubicBezTo>
                <a:cubicBezTo>
                  <a:pt x="57445" y="366036"/>
                  <a:pt x="0" y="407946"/>
                  <a:pt x="5391" y="491766"/>
                </a:cubicBezTo>
                <a:cubicBezTo>
                  <a:pt x="8667" y="542801"/>
                  <a:pt x="40309" y="584882"/>
                  <a:pt x="116919" y="590883"/>
                </a:cubicBezTo>
                <a:cubicBezTo>
                  <a:pt x="209226" y="598122"/>
                  <a:pt x="367979" y="570833"/>
                  <a:pt x="626344" y="526180"/>
                </a:cubicBezTo>
                <a:cubicBezTo>
                  <a:pt x="1090879" y="445884"/>
                  <a:pt x="1251889" y="365521"/>
                  <a:pt x="1251889" y="204863"/>
                </a:cubicBezTo>
                <a:cubicBezTo>
                  <a:pt x="1251889" y="97459"/>
                  <a:pt x="1105690" y="21726"/>
                  <a:pt x="1040187" y="0"/>
                </a:cubicBezTo>
                <a:cubicBezTo>
                  <a:pt x="1079887" y="15840"/>
                  <a:pt x="1127188" y="43453"/>
                  <a:pt x="1122673" y="97459"/>
                </a:cubicBezTo>
              </a:path>
            </a:pathLst>
          </a:custGeom>
          <a:solidFill>
            <a:srgbClr val="FFD7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02706" y="4557595"/>
            <a:ext cx="1251883" cy="598120"/>
          </a:xfrm>
          <a:custGeom>
            <a:avLst/>
            <a:gdLst/>
            <a:ahLst/>
            <a:cxnLst/>
            <a:rect l="0" t="0" r="0" b="0"/>
            <a:pathLst>
              <a:path w="1251883" h="598120">
                <a:moveTo>
                  <a:pt x="575675" y="282424"/>
                </a:moveTo>
                <a:cubicBezTo>
                  <a:pt x="847018" y="232566"/>
                  <a:pt x="1115117" y="187745"/>
                  <a:pt x="1122668" y="97461"/>
                </a:cubicBezTo>
                <a:cubicBezTo>
                  <a:pt x="1127186" y="43453"/>
                  <a:pt x="1079887" y="15842"/>
                  <a:pt x="1040187" y="0"/>
                </a:cubicBezTo>
                <a:cubicBezTo>
                  <a:pt x="1105686" y="21726"/>
                  <a:pt x="1251883" y="97461"/>
                  <a:pt x="1251883" y="204867"/>
                </a:cubicBezTo>
                <a:cubicBezTo>
                  <a:pt x="1251883" y="365523"/>
                  <a:pt x="1090879" y="445888"/>
                  <a:pt x="626343" y="526180"/>
                </a:cubicBezTo>
                <a:cubicBezTo>
                  <a:pt x="367976" y="570836"/>
                  <a:pt x="209226" y="598120"/>
                  <a:pt x="116911" y="590883"/>
                </a:cubicBezTo>
                <a:cubicBezTo>
                  <a:pt x="40310" y="584878"/>
                  <a:pt x="8664" y="542799"/>
                  <a:pt x="5386" y="491766"/>
                </a:cubicBezTo>
                <a:cubicBezTo>
                  <a:pt x="0" y="407942"/>
                  <a:pt x="57446" y="366034"/>
                  <a:pt x="116911" y="352554"/>
                </a:cubicBezTo>
                <a:cubicBezTo>
                  <a:pt x="189419" y="336118"/>
                  <a:pt x="373765" y="319525"/>
                  <a:pt x="575675" y="28242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33418" y="4497841"/>
            <a:ext cx="1093593" cy="275701"/>
          </a:xfrm>
          <a:custGeom>
            <a:avLst/>
            <a:gdLst/>
            <a:ahLst/>
            <a:cxnLst/>
            <a:rect l="0" t="0" r="0" b="0"/>
            <a:pathLst>
              <a:path w="1093593" h="275701">
                <a:moveTo>
                  <a:pt x="266776" y="163610"/>
                </a:moveTo>
                <a:cubicBezTo>
                  <a:pt x="66446" y="133721"/>
                  <a:pt x="8601" y="81476"/>
                  <a:pt x="0" y="71732"/>
                </a:cubicBezTo>
                <a:cubicBezTo>
                  <a:pt x="17849" y="90649"/>
                  <a:pt x="45643" y="103603"/>
                  <a:pt x="85753" y="106727"/>
                </a:cubicBezTo>
                <a:cubicBezTo>
                  <a:pt x="178127" y="113928"/>
                  <a:pt x="336984" y="86782"/>
                  <a:pt x="595522" y="42357"/>
                </a:cubicBezTo>
                <a:cubicBezTo>
                  <a:pt x="676836" y="28384"/>
                  <a:pt x="748865" y="14401"/>
                  <a:pt x="812349" y="0"/>
                </a:cubicBezTo>
                <a:cubicBezTo>
                  <a:pt x="881491" y="20802"/>
                  <a:pt x="955748" y="33994"/>
                  <a:pt x="1022527" y="64874"/>
                </a:cubicBezTo>
                <a:cubicBezTo>
                  <a:pt x="1050978" y="78457"/>
                  <a:pt x="1093593" y="103755"/>
                  <a:pt x="1092384" y="152542"/>
                </a:cubicBezTo>
                <a:cubicBezTo>
                  <a:pt x="1090974" y="209445"/>
                  <a:pt x="996886" y="245306"/>
                  <a:pt x="876309" y="275701"/>
                </a:cubicBezTo>
                <a:cubicBezTo>
                  <a:pt x="873213" y="274615"/>
                  <a:pt x="860145" y="269405"/>
                  <a:pt x="857221" y="268328"/>
                </a:cubicBezTo>
                <a:cubicBezTo>
                  <a:pt x="783955" y="240772"/>
                  <a:pt x="525360" y="202196"/>
                  <a:pt x="266776" y="163610"/>
                </a:cubicBezTo>
              </a:path>
            </a:pathLst>
          </a:custGeom>
          <a:solidFill>
            <a:srgbClr val="FFD7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33418" y="4497841"/>
            <a:ext cx="1093594" cy="275703"/>
          </a:xfrm>
          <a:custGeom>
            <a:avLst/>
            <a:gdLst/>
            <a:ahLst/>
            <a:cxnLst/>
            <a:rect l="0" t="0" r="0" b="0"/>
            <a:pathLst>
              <a:path w="1093594" h="275703">
                <a:moveTo>
                  <a:pt x="266772" y="163611"/>
                </a:moveTo>
                <a:cubicBezTo>
                  <a:pt x="66443" y="133723"/>
                  <a:pt x="8600" y="81473"/>
                  <a:pt x="0" y="71735"/>
                </a:cubicBezTo>
                <a:cubicBezTo>
                  <a:pt x="17852" y="90650"/>
                  <a:pt x="45645" y="103604"/>
                  <a:pt x="85756" y="106730"/>
                </a:cubicBezTo>
                <a:cubicBezTo>
                  <a:pt x="178130" y="113929"/>
                  <a:pt x="336984" y="86785"/>
                  <a:pt x="595522" y="42356"/>
                </a:cubicBezTo>
                <a:cubicBezTo>
                  <a:pt x="676839" y="28382"/>
                  <a:pt x="748862" y="14405"/>
                  <a:pt x="812352" y="0"/>
                </a:cubicBezTo>
                <a:cubicBezTo>
                  <a:pt x="881486" y="20802"/>
                  <a:pt x="955746" y="33999"/>
                  <a:pt x="1022526" y="64874"/>
                </a:cubicBezTo>
                <a:cubicBezTo>
                  <a:pt x="1050981" y="78458"/>
                  <a:pt x="1093594" y="103755"/>
                  <a:pt x="1092383" y="152540"/>
                </a:cubicBezTo>
                <a:cubicBezTo>
                  <a:pt x="1090970" y="209448"/>
                  <a:pt x="996885" y="245303"/>
                  <a:pt x="876308" y="275703"/>
                </a:cubicBezTo>
                <a:cubicBezTo>
                  <a:pt x="873211" y="274617"/>
                  <a:pt x="860149" y="269408"/>
                  <a:pt x="857224" y="268331"/>
                </a:cubicBezTo>
                <a:cubicBezTo>
                  <a:pt x="783956" y="240773"/>
                  <a:pt x="525364" y="202192"/>
                  <a:pt x="266772" y="163611"/>
                </a:cubicBezTo>
                <a:close/>
                <a:moveTo>
                  <a:pt x="1022526" y="64874"/>
                </a:moveTo>
                <a:lnTo>
                  <a:pt x="1024885" y="65965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2703" y="4014438"/>
            <a:ext cx="1251889" cy="598122"/>
          </a:xfrm>
          <a:custGeom>
            <a:avLst/>
            <a:gdLst/>
            <a:ahLst/>
            <a:cxnLst/>
            <a:rect l="0" t="0" r="0" b="0"/>
            <a:pathLst>
              <a:path w="1251889" h="598122">
                <a:moveTo>
                  <a:pt x="1122673" y="97459"/>
                </a:moveTo>
                <a:cubicBezTo>
                  <a:pt x="1115120" y="187747"/>
                  <a:pt x="847020" y="232562"/>
                  <a:pt x="575681" y="282425"/>
                </a:cubicBezTo>
                <a:cubicBezTo>
                  <a:pt x="373770" y="319525"/>
                  <a:pt x="189423" y="336118"/>
                  <a:pt x="116919" y="352558"/>
                </a:cubicBezTo>
                <a:cubicBezTo>
                  <a:pt x="57445" y="366036"/>
                  <a:pt x="0" y="407946"/>
                  <a:pt x="5391" y="491766"/>
                </a:cubicBezTo>
                <a:cubicBezTo>
                  <a:pt x="8667" y="542801"/>
                  <a:pt x="40309" y="584882"/>
                  <a:pt x="116919" y="590883"/>
                </a:cubicBezTo>
                <a:cubicBezTo>
                  <a:pt x="209226" y="598122"/>
                  <a:pt x="367979" y="570833"/>
                  <a:pt x="626344" y="526180"/>
                </a:cubicBezTo>
                <a:cubicBezTo>
                  <a:pt x="1090879" y="445884"/>
                  <a:pt x="1251889" y="365521"/>
                  <a:pt x="1251889" y="204863"/>
                </a:cubicBezTo>
                <a:cubicBezTo>
                  <a:pt x="1251889" y="97459"/>
                  <a:pt x="1105690" y="21726"/>
                  <a:pt x="1040187" y="0"/>
                </a:cubicBezTo>
                <a:cubicBezTo>
                  <a:pt x="1079887" y="15840"/>
                  <a:pt x="1127188" y="43453"/>
                  <a:pt x="1122673" y="97459"/>
                </a:cubicBezTo>
              </a:path>
            </a:pathLst>
          </a:custGeom>
          <a:solidFill>
            <a:srgbClr val="E7E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02706" y="4014438"/>
            <a:ext cx="1251883" cy="598120"/>
          </a:xfrm>
          <a:custGeom>
            <a:avLst/>
            <a:gdLst/>
            <a:ahLst/>
            <a:cxnLst/>
            <a:rect l="0" t="0" r="0" b="0"/>
            <a:pathLst>
              <a:path w="1251883" h="598120">
                <a:moveTo>
                  <a:pt x="575675" y="282424"/>
                </a:moveTo>
                <a:cubicBezTo>
                  <a:pt x="847018" y="232566"/>
                  <a:pt x="1115117" y="187745"/>
                  <a:pt x="1122668" y="97461"/>
                </a:cubicBezTo>
                <a:cubicBezTo>
                  <a:pt x="1127186" y="43453"/>
                  <a:pt x="1079887" y="15842"/>
                  <a:pt x="1040187" y="0"/>
                </a:cubicBezTo>
                <a:cubicBezTo>
                  <a:pt x="1105686" y="21726"/>
                  <a:pt x="1251883" y="97461"/>
                  <a:pt x="1251883" y="204867"/>
                </a:cubicBezTo>
                <a:cubicBezTo>
                  <a:pt x="1251883" y="365523"/>
                  <a:pt x="1090879" y="445888"/>
                  <a:pt x="626343" y="526180"/>
                </a:cubicBezTo>
                <a:cubicBezTo>
                  <a:pt x="367976" y="570836"/>
                  <a:pt x="209226" y="598120"/>
                  <a:pt x="116911" y="590883"/>
                </a:cubicBezTo>
                <a:cubicBezTo>
                  <a:pt x="40310" y="584878"/>
                  <a:pt x="8664" y="542799"/>
                  <a:pt x="5386" y="491766"/>
                </a:cubicBezTo>
                <a:cubicBezTo>
                  <a:pt x="0" y="407942"/>
                  <a:pt x="57446" y="366034"/>
                  <a:pt x="116911" y="352554"/>
                </a:cubicBezTo>
                <a:cubicBezTo>
                  <a:pt x="189419" y="336118"/>
                  <a:pt x="373765" y="319525"/>
                  <a:pt x="575675" y="28242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33418" y="3954683"/>
            <a:ext cx="1093593" cy="275701"/>
          </a:xfrm>
          <a:custGeom>
            <a:avLst/>
            <a:gdLst/>
            <a:ahLst/>
            <a:cxnLst/>
            <a:rect l="0" t="0" r="0" b="0"/>
            <a:pathLst>
              <a:path w="1093593" h="275701">
                <a:moveTo>
                  <a:pt x="266776" y="163610"/>
                </a:moveTo>
                <a:cubicBezTo>
                  <a:pt x="66446" y="133721"/>
                  <a:pt x="8601" y="81476"/>
                  <a:pt x="0" y="71732"/>
                </a:cubicBezTo>
                <a:cubicBezTo>
                  <a:pt x="17849" y="90649"/>
                  <a:pt x="45643" y="103603"/>
                  <a:pt x="85753" y="106727"/>
                </a:cubicBezTo>
                <a:cubicBezTo>
                  <a:pt x="178127" y="113928"/>
                  <a:pt x="336984" y="86782"/>
                  <a:pt x="595522" y="42357"/>
                </a:cubicBezTo>
                <a:cubicBezTo>
                  <a:pt x="676836" y="28384"/>
                  <a:pt x="748865" y="14401"/>
                  <a:pt x="812349" y="0"/>
                </a:cubicBezTo>
                <a:cubicBezTo>
                  <a:pt x="881491" y="20802"/>
                  <a:pt x="955748" y="33994"/>
                  <a:pt x="1022527" y="64874"/>
                </a:cubicBezTo>
                <a:cubicBezTo>
                  <a:pt x="1050978" y="78457"/>
                  <a:pt x="1093593" y="103755"/>
                  <a:pt x="1092384" y="152542"/>
                </a:cubicBezTo>
                <a:cubicBezTo>
                  <a:pt x="1090974" y="209445"/>
                  <a:pt x="996886" y="245306"/>
                  <a:pt x="876309" y="275701"/>
                </a:cubicBezTo>
                <a:cubicBezTo>
                  <a:pt x="873213" y="274615"/>
                  <a:pt x="860145" y="269405"/>
                  <a:pt x="857221" y="268328"/>
                </a:cubicBezTo>
                <a:cubicBezTo>
                  <a:pt x="783955" y="240772"/>
                  <a:pt x="525360" y="202196"/>
                  <a:pt x="266776" y="163610"/>
                </a:cubicBezTo>
              </a:path>
            </a:pathLst>
          </a:custGeom>
          <a:solidFill>
            <a:srgbClr val="E7E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33418" y="3954683"/>
            <a:ext cx="1093594" cy="275703"/>
          </a:xfrm>
          <a:custGeom>
            <a:avLst/>
            <a:gdLst/>
            <a:ahLst/>
            <a:cxnLst/>
            <a:rect l="0" t="0" r="0" b="0"/>
            <a:pathLst>
              <a:path w="1093594" h="275703">
                <a:moveTo>
                  <a:pt x="266772" y="163611"/>
                </a:moveTo>
                <a:cubicBezTo>
                  <a:pt x="66443" y="133723"/>
                  <a:pt x="8600" y="81473"/>
                  <a:pt x="0" y="71735"/>
                </a:cubicBezTo>
                <a:cubicBezTo>
                  <a:pt x="17852" y="90650"/>
                  <a:pt x="45645" y="103604"/>
                  <a:pt x="85756" y="106730"/>
                </a:cubicBezTo>
                <a:cubicBezTo>
                  <a:pt x="178130" y="113929"/>
                  <a:pt x="336984" y="86785"/>
                  <a:pt x="595522" y="42356"/>
                </a:cubicBezTo>
                <a:cubicBezTo>
                  <a:pt x="676839" y="28382"/>
                  <a:pt x="748862" y="14405"/>
                  <a:pt x="812352" y="0"/>
                </a:cubicBezTo>
                <a:cubicBezTo>
                  <a:pt x="881486" y="20802"/>
                  <a:pt x="955746" y="33999"/>
                  <a:pt x="1022526" y="64874"/>
                </a:cubicBezTo>
                <a:cubicBezTo>
                  <a:pt x="1050981" y="78458"/>
                  <a:pt x="1093594" y="103755"/>
                  <a:pt x="1092383" y="152540"/>
                </a:cubicBezTo>
                <a:cubicBezTo>
                  <a:pt x="1090970" y="209448"/>
                  <a:pt x="996885" y="245303"/>
                  <a:pt x="876308" y="275703"/>
                </a:cubicBezTo>
                <a:cubicBezTo>
                  <a:pt x="873211" y="274617"/>
                  <a:pt x="860149" y="269408"/>
                  <a:pt x="857224" y="268331"/>
                </a:cubicBezTo>
                <a:cubicBezTo>
                  <a:pt x="783956" y="240773"/>
                  <a:pt x="525364" y="202192"/>
                  <a:pt x="266772" y="163611"/>
                </a:cubicBezTo>
                <a:close/>
                <a:moveTo>
                  <a:pt x="1022526" y="64874"/>
                </a:moveTo>
                <a:lnTo>
                  <a:pt x="1024885" y="65965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02703" y="3471280"/>
            <a:ext cx="1251889" cy="598122"/>
          </a:xfrm>
          <a:custGeom>
            <a:avLst/>
            <a:gdLst/>
            <a:ahLst/>
            <a:cxnLst/>
            <a:rect l="0" t="0" r="0" b="0"/>
            <a:pathLst>
              <a:path w="1251889" h="598122">
                <a:moveTo>
                  <a:pt x="1122673" y="97459"/>
                </a:moveTo>
                <a:cubicBezTo>
                  <a:pt x="1115120" y="187747"/>
                  <a:pt x="847020" y="232562"/>
                  <a:pt x="575681" y="282425"/>
                </a:cubicBezTo>
                <a:cubicBezTo>
                  <a:pt x="373770" y="319525"/>
                  <a:pt x="189423" y="336118"/>
                  <a:pt x="116919" y="352558"/>
                </a:cubicBezTo>
                <a:cubicBezTo>
                  <a:pt x="57445" y="366036"/>
                  <a:pt x="0" y="407946"/>
                  <a:pt x="5391" y="491766"/>
                </a:cubicBezTo>
                <a:cubicBezTo>
                  <a:pt x="8667" y="542801"/>
                  <a:pt x="40309" y="584882"/>
                  <a:pt x="116919" y="590883"/>
                </a:cubicBezTo>
                <a:cubicBezTo>
                  <a:pt x="209226" y="598122"/>
                  <a:pt x="367979" y="570833"/>
                  <a:pt x="626344" y="526180"/>
                </a:cubicBezTo>
                <a:cubicBezTo>
                  <a:pt x="1090879" y="445884"/>
                  <a:pt x="1251889" y="365521"/>
                  <a:pt x="1251889" y="204863"/>
                </a:cubicBezTo>
                <a:cubicBezTo>
                  <a:pt x="1251889" y="97459"/>
                  <a:pt x="1105690" y="21726"/>
                  <a:pt x="1040187" y="0"/>
                </a:cubicBezTo>
                <a:cubicBezTo>
                  <a:pt x="1079887" y="15840"/>
                  <a:pt x="1127188" y="43453"/>
                  <a:pt x="1122673" y="97459"/>
                </a:cubicBez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02706" y="3471280"/>
            <a:ext cx="1251883" cy="598120"/>
          </a:xfrm>
          <a:custGeom>
            <a:avLst/>
            <a:gdLst/>
            <a:ahLst/>
            <a:cxnLst/>
            <a:rect l="0" t="0" r="0" b="0"/>
            <a:pathLst>
              <a:path w="1251883" h="598120">
                <a:moveTo>
                  <a:pt x="575675" y="282424"/>
                </a:moveTo>
                <a:cubicBezTo>
                  <a:pt x="847018" y="232566"/>
                  <a:pt x="1115117" y="187745"/>
                  <a:pt x="1122668" y="97461"/>
                </a:cubicBezTo>
                <a:cubicBezTo>
                  <a:pt x="1127186" y="43453"/>
                  <a:pt x="1079887" y="15842"/>
                  <a:pt x="1040187" y="0"/>
                </a:cubicBezTo>
                <a:cubicBezTo>
                  <a:pt x="1105686" y="21726"/>
                  <a:pt x="1251883" y="97461"/>
                  <a:pt x="1251883" y="204867"/>
                </a:cubicBezTo>
                <a:cubicBezTo>
                  <a:pt x="1251883" y="365523"/>
                  <a:pt x="1090879" y="445888"/>
                  <a:pt x="626343" y="526180"/>
                </a:cubicBezTo>
                <a:cubicBezTo>
                  <a:pt x="367976" y="570836"/>
                  <a:pt x="209226" y="598120"/>
                  <a:pt x="116911" y="590883"/>
                </a:cubicBezTo>
                <a:cubicBezTo>
                  <a:pt x="40310" y="584878"/>
                  <a:pt x="8664" y="542799"/>
                  <a:pt x="5386" y="491766"/>
                </a:cubicBezTo>
                <a:cubicBezTo>
                  <a:pt x="0" y="407942"/>
                  <a:pt x="57446" y="366034"/>
                  <a:pt x="116911" y="352554"/>
                </a:cubicBezTo>
                <a:cubicBezTo>
                  <a:pt x="189419" y="336118"/>
                  <a:pt x="373765" y="319525"/>
                  <a:pt x="575675" y="28242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33418" y="3411535"/>
            <a:ext cx="1093593" cy="275701"/>
          </a:xfrm>
          <a:custGeom>
            <a:avLst/>
            <a:gdLst/>
            <a:ahLst/>
            <a:cxnLst/>
            <a:rect l="0" t="0" r="0" b="0"/>
            <a:pathLst>
              <a:path w="1093593" h="275701">
                <a:moveTo>
                  <a:pt x="266776" y="163610"/>
                </a:moveTo>
                <a:cubicBezTo>
                  <a:pt x="66446" y="133721"/>
                  <a:pt x="8601" y="81476"/>
                  <a:pt x="0" y="71732"/>
                </a:cubicBezTo>
                <a:cubicBezTo>
                  <a:pt x="17849" y="90649"/>
                  <a:pt x="45643" y="103603"/>
                  <a:pt x="85753" y="106727"/>
                </a:cubicBezTo>
                <a:cubicBezTo>
                  <a:pt x="178127" y="113928"/>
                  <a:pt x="336984" y="86782"/>
                  <a:pt x="595522" y="42357"/>
                </a:cubicBezTo>
                <a:cubicBezTo>
                  <a:pt x="676836" y="28384"/>
                  <a:pt x="748865" y="14401"/>
                  <a:pt x="812349" y="0"/>
                </a:cubicBezTo>
                <a:cubicBezTo>
                  <a:pt x="881491" y="20802"/>
                  <a:pt x="955748" y="33994"/>
                  <a:pt x="1022527" y="64874"/>
                </a:cubicBezTo>
                <a:cubicBezTo>
                  <a:pt x="1050978" y="78457"/>
                  <a:pt x="1093593" y="103755"/>
                  <a:pt x="1092384" y="152542"/>
                </a:cubicBezTo>
                <a:cubicBezTo>
                  <a:pt x="1090974" y="209445"/>
                  <a:pt x="996886" y="245306"/>
                  <a:pt x="876309" y="275701"/>
                </a:cubicBezTo>
                <a:cubicBezTo>
                  <a:pt x="873213" y="274615"/>
                  <a:pt x="860145" y="269405"/>
                  <a:pt x="857221" y="268328"/>
                </a:cubicBezTo>
                <a:cubicBezTo>
                  <a:pt x="783955" y="240772"/>
                  <a:pt x="525360" y="202196"/>
                  <a:pt x="266776" y="163610"/>
                </a:cubicBez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33418" y="3411535"/>
            <a:ext cx="1093594" cy="275703"/>
          </a:xfrm>
          <a:custGeom>
            <a:avLst/>
            <a:gdLst/>
            <a:ahLst/>
            <a:cxnLst/>
            <a:rect l="0" t="0" r="0" b="0"/>
            <a:pathLst>
              <a:path w="1093594" h="275703">
                <a:moveTo>
                  <a:pt x="266772" y="163611"/>
                </a:moveTo>
                <a:cubicBezTo>
                  <a:pt x="66443" y="133723"/>
                  <a:pt x="8600" y="81473"/>
                  <a:pt x="0" y="71735"/>
                </a:cubicBezTo>
                <a:cubicBezTo>
                  <a:pt x="17852" y="90650"/>
                  <a:pt x="45645" y="103604"/>
                  <a:pt x="85756" y="106730"/>
                </a:cubicBezTo>
                <a:cubicBezTo>
                  <a:pt x="178130" y="113929"/>
                  <a:pt x="336984" y="86785"/>
                  <a:pt x="595522" y="42356"/>
                </a:cubicBezTo>
                <a:cubicBezTo>
                  <a:pt x="676839" y="28382"/>
                  <a:pt x="748862" y="14405"/>
                  <a:pt x="812352" y="0"/>
                </a:cubicBezTo>
                <a:cubicBezTo>
                  <a:pt x="881486" y="20802"/>
                  <a:pt x="955746" y="33999"/>
                  <a:pt x="1022526" y="64874"/>
                </a:cubicBezTo>
                <a:cubicBezTo>
                  <a:pt x="1050981" y="78458"/>
                  <a:pt x="1093594" y="103755"/>
                  <a:pt x="1092383" y="152540"/>
                </a:cubicBezTo>
                <a:cubicBezTo>
                  <a:pt x="1090970" y="209448"/>
                  <a:pt x="996885" y="245303"/>
                  <a:pt x="876308" y="275703"/>
                </a:cubicBezTo>
                <a:cubicBezTo>
                  <a:pt x="873211" y="274617"/>
                  <a:pt x="860149" y="269408"/>
                  <a:pt x="857224" y="268331"/>
                </a:cubicBezTo>
                <a:cubicBezTo>
                  <a:pt x="783956" y="240773"/>
                  <a:pt x="525364" y="202192"/>
                  <a:pt x="266772" y="163611"/>
                </a:cubicBezTo>
                <a:close/>
                <a:moveTo>
                  <a:pt x="1022526" y="64874"/>
                </a:moveTo>
                <a:lnTo>
                  <a:pt x="1024885" y="65965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02703" y="2928113"/>
            <a:ext cx="1251889" cy="598122"/>
          </a:xfrm>
          <a:custGeom>
            <a:avLst/>
            <a:gdLst/>
            <a:ahLst/>
            <a:cxnLst/>
            <a:rect l="0" t="0" r="0" b="0"/>
            <a:pathLst>
              <a:path w="1251889" h="598122">
                <a:moveTo>
                  <a:pt x="1122673" y="97459"/>
                </a:moveTo>
                <a:cubicBezTo>
                  <a:pt x="1115120" y="187747"/>
                  <a:pt x="847020" y="232562"/>
                  <a:pt x="575681" y="282425"/>
                </a:cubicBezTo>
                <a:cubicBezTo>
                  <a:pt x="373770" y="319525"/>
                  <a:pt x="189423" y="336118"/>
                  <a:pt x="116919" y="352558"/>
                </a:cubicBezTo>
                <a:cubicBezTo>
                  <a:pt x="57445" y="366036"/>
                  <a:pt x="0" y="407946"/>
                  <a:pt x="5391" y="491766"/>
                </a:cubicBezTo>
                <a:cubicBezTo>
                  <a:pt x="8667" y="542801"/>
                  <a:pt x="40309" y="584882"/>
                  <a:pt x="116919" y="590883"/>
                </a:cubicBezTo>
                <a:cubicBezTo>
                  <a:pt x="209226" y="598122"/>
                  <a:pt x="367979" y="570833"/>
                  <a:pt x="626344" y="526180"/>
                </a:cubicBezTo>
                <a:cubicBezTo>
                  <a:pt x="1090879" y="445884"/>
                  <a:pt x="1251889" y="365521"/>
                  <a:pt x="1251889" y="204863"/>
                </a:cubicBezTo>
                <a:cubicBezTo>
                  <a:pt x="1251889" y="97459"/>
                  <a:pt x="1105690" y="21726"/>
                  <a:pt x="1040187" y="0"/>
                </a:cubicBezTo>
                <a:cubicBezTo>
                  <a:pt x="1079887" y="15840"/>
                  <a:pt x="1127188" y="43453"/>
                  <a:pt x="1122673" y="97459"/>
                </a:cubicBezTo>
              </a:path>
            </a:pathLst>
          </a:custGeom>
          <a:solidFill>
            <a:srgbClr val="E9F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02706" y="2928113"/>
            <a:ext cx="1251883" cy="598120"/>
          </a:xfrm>
          <a:custGeom>
            <a:avLst/>
            <a:gdLst/>
            <a:ahLst/>
            <a:cxnLst/>
            <a:rect l="0" t="0" r="0" b="0"/>
            <a:pathLst>
              <a:path w="1251883" h="598120">
                <a:moveTo>
                  <a:pt x="575675" y="282424"/>
                </a:moveTo>
                <a:cubicBezTo>
                  <a:pt x="847018" y="232566"/>
                  <a:pt x="1115117" y="187745"/>
                  <a:pt x="1122668" y="97461"/>
                </a:cubicBezTo>
                <a:cubicBezTo>
                  <a:pt x="1127186" y="43453"/>
                  <a:pt x="1079887" y="15842"/>
                  <a:pt x="1040187" y="0"/>
                </a:cubicBezTo>
                <a:cubicBezTo>
                  <a:pt x="1105686" y="21726"/>
                  <a:pt x="1251883" y="97461"/>
                  <a:pt x="1251883" y="204867"/>
                </a:cubicBezTo>
                <a:cubicBezTo>
                  <a:pt x="1251883" y="365523"/>
                  <a:pt x="1090879" y="445888"/>
                  <a:pt x="626343" y="526180"/>
                </a:cubicBezTo>
                <a:cubicBezTo>
                  <a:pt x="367976" y="570836"/>
                  <a:pt x="209226" y="598120"/>
                  <a:pt x="116911" y="590883"/>
                </a:cubicBezTo>
                <a:cubicBezTo>
                  <a:pt x="40310" y="584878"/>
                  <a:pt x="8664" y="542799"/>
                  <a:pt x="5386" y="491766"/>
                </a:cubicBezTo>
                <a:cubicBezTo>
                  <a:pt x="0" y="407942"/>
                  <a:pt x="57446" y="366034"/>
                  <a:pt x="116911" y="352554"/>
                </a:cubicBezTo>
                <a:cubicBezTo>
                  <a:pt x="189419" y="336118"/>
                  <a:pt x="373765" y="319525"/>
                  <a:pt x="575675" y="28242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033418" y="2868368"/>
            <a:ext cx="1093593" cy="275701"/>
          </a:xfrm>
          <a:custGeom>
            <a:avLst/>
            <a:gdLst/>
            <a:ahLst/>
            <a:cxnLst/>
            <a:rect l="0" t="0" r="0" b="0"/>
            <a:pathLst>
              <a:path w="1093593" h="275701">
                <a:moveTo>
                  <a:pt x="266776" y="163610"/>
                </a:moveTo>
                <a:cubicBezTo>
                  <a:pt x="66446" y="133721"/>
                  <a:pt x="8601" y="81476"/>
                  <a:pt x="0" y="71732"/>
                </a:cubicBezTo>
                <a:cubicBezTo>
                  <a:pt x="17849" y="90649"/>
                  <a:pt x="45643" y="103603"/>
                  <a:pt x="85753" y="106727"/>
                </a:cubicBezTo>
                <a:cubicBezTo>
                  <a:pt x="178127" y="113928"/>
                  <a:pt x="336984" y="86782"/>
                  <a:pt x="595522" y="42357"/>
                </a:cubicBezTo>
                <a:cubicBezTo>
                  <a:pt x="676836" y="28384"/>
                  <a:pt x="748865" y="14401"/>
                  <a:pt x="812349" y="0"/>
                </a:cubicBezTo>
                <a:cubicBezTo>
                  <a:pt x="881491" y="20802"/>
                  <a:pt x="955748" y="33994"/>
                  <a:pt x="1022527" y="64874"/>
                </a:cubicBezTo>
                <a:cubicBezTo>
                  <a:pt x="1050978" y="78457"/>
                  <a:pt x="1093593" y="103755"/>
                  <a:pt x="1092384" y="152542"/>
                </a:cubicBezTo>
                <a:cubicBezTo>
                  <a:pt x="1090974" y="209445"/>
                  <a:pt x="996886" y="245306"/>
                  <a:pt x="876309" y="275701"/>
                </a:cubicBezTo>
                <a:cubicBezTo>
                  <a:pt x="873213" y="274615"/>
                  <a:pt x="860145" y="269405"/>
                  <a:pt x="857221" y="268328"/>
                </a:cubicBezTo>
                <a:cubicBezTo>
                  <a:pt x="783955" y="240772"/>
                  <a:pt x="525360" y="202196"/>
                  <a:pt x="266776" y="163610"/>
                </a:cubicBezTo>
              </a:path>
            </a:pathLst>
          </a:custGeom>
          <a:solidFill>
            <a:srgbClr val="E9F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33418" y="2868368"/>
            <a:ext cx="1093594" cy="275703"/>
          </a:xfrm>
          <a:custGeom>
            <a:avLst/>
            <a:gdLst/>
            <a:ahLst/>
            <a:cxnLst/>
            <a:rect l="0" t="0" r="0" b="0"/>
            <a:pathLst>
              <a:path w="1093594" h="275703">
                <a:moveTo>
                  <a:pt x="266772" y="163611"/>
                </a:moveTo>
                <a:cubicBezTo>
                  <a:pt x="66443" y="133723"/>
                  <a:pt x="8600" y="81473"/>
                  <a:pt x="0" y="71735"/>
                </a:cubicBezTo>
                <a:cubicBezTo>
                  <a:pt x="17852" y="90650"/>
                  <a:pt x="45645" y="103604"/>
                  <a:pt x="85756" y="106730"/>
                </a:cubicBezTo>
                <a:cubicBezTo>
                  <a:pt x="178130" y="113929"/>
                  <a:pt x="336984" y="86785"/>
                  <a:pt x="595522" y="42356"/>
                </a:cubicBezTo>
                <a:cubicBezTo>
                  <a:pt x="676839" y="28382"/>
                  <a:pt x="748862" y="14405"/>
                  <a:pt x="812352" y="0"/>
                </a:cubicBezTo>
                <a:cubicBezTo>
                  <a:pt x="881486" y="20802"/>
                  <a:pt x="955746" y="33999"/>
                  <a:pt x="1022526" y="64874"/>
                </a:cubicBezTo>
                <a:cubicBezTo>
                  <a:pt x="1050981" y="78458"/>
                  <a:pt x="1093594" y="103755"/>
                  <a:pt x="1092383" y="152540"/>
                </a:cubicBezTo>
                <a:cubicBezTo>
                  <a:pt x="1090970" y="209448"/>
                  <a:pt x="996885" y="245303"/>
                  <a:pt x="876308" y="275703"/>
                </a:cubicBezTo>
                <a:cubicBezTo>
                  <a:pt x="873211" y="274617"/>
                  <a:pt x="860149" y="269408"/>
                  <a:pt x="857224" y="268331"/>
                </a:cubicBezTo>
                <a:cubicBezTo>
                  <a:pt x="783956" y="240773"/>
                  <a:pt x="525364" y="202192"/>
                  <a:pt x="266772" y="163611"/>
                </a:cubicBezTo>
                <a:close/>
                <a:moveTo>
                  <a:pt x="1022526" y="64874"/>
                </a:moveTo>
                <a:lnTo>
                  <a:pt x="1024885" y="65965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02703" y="2384956"/>
            <a:ext cx="1251889" cy="598122"/>
          </a:xfrm>
          <a:custGeom>
            <a:avLst/>
            <a:gdLst/>
            <a:ahLst/>
            <a:cxnLst/>
            <a:rect l="0" t="0" r="0" b="0"/>
            <a:pathLst>
              <a:path w="1251889" h="598122">
                <a:moveTo>
                  <a:pt x="1122673" y="97459"/>
                </a:moveTo>
                <a:cubicBezTo>
                  <a:pt x="1115120" y="187747"/>
                  <a:pt x="847020" y="232562"/>
                  <a:pt x="575681" y="282425"/>
                </a:cubicBezTo>
                <a:cubicBezTo>
                  <a:pt x="373770" y="319525"/>
                  <a:pt x="189423" y="336118"/>
                  <a:pt x="116919" y="352558"/>
                </a:cubicBezTo>
                <a:cubicBezTo>
                  <a:pt x="57445" y="366036"/>
                  <a:pt x="0" y="407946"/>
                  <a:pt x="5391" y="491766"/>
                </a:cubicBezTo>
                <a:cubicBezTo>
                  <a:pt x="8667" y="542801"/>
                  <a:pt x="40309" y="584882"/>
                  <a:pt x="116919" y="590883"/>
                </a:cubicBezTo>
                <a:cubicBezTo>
                  <a:pt x="209226" y="598122"/>
                  <a:pt x="367979" y="570833"/>
                  <a:pt x="626344" y="526180"/>
                </a:cubicBezTo>
                <a:cubicBezTo>
                  <a:pt x="1090879" y="445884"/>
                  <a:pt x="1251889" y="365521"/>
                  <a:pt x="1251889" y="204863"/>
                </a:cubicBezTo>
                <a:cubicBezTo>
                  <a:pt x="1251889" y="97459"/>
                  <a:pt x="1105690" y="21726"/>
                  <a:pt x="1040187" y="0"/>
                </a:cubicBezTo>
                <a:cubicBezTo>
                  <a:pt x="1079887" y="15840"/>
                  <a:pt x="1127188" y="43453"/>
                  <a:pt x="1122673" y="97459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002706" y="2384956"/>
            <a:ext cx="1251883" cy="598120"/>
          </a:xfrm>
          <a:custGeom>
            <a:avLst/>
            <a:gdLst/>
            <a:ahLst/>
            <a:cxnLst/>
            <a:rect l="0" t="0" r="0" b="0"/>
            <a:pathLst>
              <a:path w="1251883" h="598120">
                <a:moveTo>
                  <a:pt x="575675" y="282424"/>
                </a:moveTo>
                <a:cubicBezTo>
                  <a:pt x="847018" y="232566"/>
                  <a:pt x="1115117" y="187745"/>
                  <a:pt x="1122668" y="97461"/>
                </a:cubicBezTo>
                <a:cubicBezTo>
                  <a:pt x="1127186" y="43453"/>
                  <a:pt x="1079887" y="15842"/>
                  <a:pt x="1040187" y="0"/>
                </a:cubicBezTo>
                <a:cubicBezTo>
                  <a:pt x="1105686" y="21726"/>
                  <a:pt x="1251883" y="97461"/>
                  <a:pt x="1251883" y="204867"/>
                </a:cubicBezTo>
                <a:cubicBezTo>
                  <a:pt x="1251883" y="365523"/>
                  <a:pt x="1090879" y="445888"/>
                  <a:pt x="626343" y="526180"/>
                </a:cubicBezTo>
                <a:cubicBezTo>
                  <a:pt x="367976" y="570836"/>
                  <a:pt x="209226" y="598120"/>
                  <a:pt x="116911" y="590883"/>
                </a:cubicBezTo>
                <a:cubicBezTo>
                  <a:pt x="40310" y="584878"/>
                  <a:pt x="8664" y="542799"/>
                  <a:pt x="5386" y="491766"/>
                </a:cubicBezTo>
                <a:cubicBezTo>
                  <a:pt x="0" y="407942"/>
                  <a:pt x="57446" y="366034"/>
                  <a:pt x="116911" y="352554"/>
                </a:cubicBezTo>
                <a:cubicBezTo>
                  <a:pt x="189419" y="336118"/>
                  <a:pt x="373765" y="319525"/>
                  <a:pt x="575675" y="28242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33418" y="2325201"/>
            <a:ext cx="1093593" cy="275701"/>
          </a:xfrm>
          <a:custGeom>
            <a:avLst/>
            <a:gdLst/>
            <a:ahLst/>
            <a:cxnLst/>
            <a:rect l="0" t="0" r="0" b="0"/>
            <a:pathLst>
              <a:path w="1093593" h="275701">
                <a:moveTo>
                  <a:pt x="266776" y="163610"/>
                </a:moveTo>
                <a:cubicBezTo>
                  <a:pt x="66446" y="133721"/>
                  <a:pt x="8601" y="81476"/>
                  <a:pt x="0" y="71732"/>
                </a:cubicBezTo>
                <a:cubicBezTo>
                  <a:pt x="17849" y="90649"/>
                  <a:pt x="45643" y="103603"/>
                  <a:pt x="85753" y="106727"/>
                </a:cubicBezTo>
                <a:cubicBezTo>
                  <a:pt x="178127" y="113928"/>
                  <a:pt x="336984" y="86782"/>
                  <a:pt x="595522" y="42357"/>
                </a:cubicBezTo>
                <a:cubicBezTo>
                  <a:pt x="676836" y="28384"/>
                  <a:pt x="748865" y="14401"/>
                  <a:pt x="812349" y="0"/>
                </a:cubicBezTo>
                <a:cubicBezTo>
                  <a:pt x="881491" y="20802"/>
                  <a:pt x="955748" y="33994"/>
                  <a:pt x="1022527" y="64874"/>
                </a:cubicBezTo>
                <a:cubicBezTo>
                  <a:pt x="1050978" y="78457"/>
                  <a:pt x="1093593" y="103755"/>
                  <a:pt x="1092384" y="152542"/>
                </a:cubicBezTo>
                <a:cubicBezTo>
                  <a:pt x="1090974" y="209445"/>
                  <a:pt x="996886" y="245306"/>
                  <a:pt x="876309" y="275701"/>
                </a:cubicBezTo>
                <a:cubicBezTo>
                  <a:pt x="873213" y="274615"/>
                  <a:pt x="860145" y="269405"/>
                  <a:pt x="857221" y="268328"/>
                </a:cubicBezTo>
                <a:cubicBezTo>
                  <a:pt x="783955" y="240772"/>
                  <a:pt x="525360" y="202196"/>
                  <a:pt x="266776" y="163610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33418" y="2325201"/>
            <a:ext cx="1093594" cy="275703"/>
          </a:xfrm>
          <a:custGeom>
            <a:avLst/>
            <a:gdLst/>
            <a:ahLst/>
            <a:cxnLst/>
            <a:rect l="0" t="0" r="0" b="0"/>
            <a:pathLst>
              <a:path w="1093594" h="275703">
                <a:moveTo>
                  <a:pt x="266772" y="163611"/>
                </a:moveTo>
                <a:cubicBezTo>
                  <a:pt x="66443" y="133723"/>
                  <a:pt x="8600" y="81473"/>
                  <a:pt x="0" y="71735"/>
                </a:cubicBezTo>
                <a:cubicBezTo>
                  <a:pt x="17852" y="90650"/>
                  <a:pt x="45645" y="103604"/>
                  <a:pt x="85756" y="106730"/>
                </a:cubicBezTo>
                <a:cubicBezTo>
                  <a:pt x="178130" y="113929"/>
                  <a:pt x="336984" y="86785"/>
                  <a:pt x="595522" y="42356"/>
                </a:cubicBezTo>
                <a:cubicBezTo>
                  <a:pt x="676839" y="28382"/>
                  <a:pt x="748862" y="14405"/>
                  <a:pt x="812352" y="0"/>
                </a:cubicBezTo>
                <a:cubicBezTo>
                  <a:pt x="881486" y="20802"/>
                  <a:pt x="955746" y="33999"/>
                  <a:pt x="1022526" y="64874"/>
                </a:cubicBezTo>
                <a:cubicBezTo>
                  <a:pt x="1050981" y="78458"/>
                  <a:pt x="1093594" y="103755"/>
                  <a:pt x="1092383" y="152540"/>
                </a:cubicBezTo>
                <a:cubicBezTo>
                  <a:pt x="1090970" y="209448"/>
                  <a:pt x="996885" y="245303"/>
                  <a:pt x="876308" y="275703"/>
                </a:cubicBezTo>
                <a:cubicBezTo>
                  <a:pt x="873211" y="274617"/>
                  <a:pt x="860149" y="269408"/>
                  <a:pt x="857224" y="268331"/>
                </a:cubicBezTo>
                <a:cubicBezTo>
                  <a:pt x="783956" y="240773"/>
                  <a:pt x="525364" y="202192"/>
                  <a:pt x="266772" y="163611"/>
                </a:cubicBezTo>
                <a:close/>
                <a:moveTo>
                  <a:pt x="1022526" y="64874"/>
                </a:moveTo>
                <a:lnTo>
                  <a:pt x="1024885" y="65965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002703" y="1841798"/>
            <a:ext cx="1251889" cy="598122"/>
          </a:xfrm>
          <a:custGeom>
            <a:avLst/>
            <a:gdLst/>
            <a:ahLst/>
            <a:cxnLst/>
            <a:rect l="0" t="0" r="0" b="0"/>
            <a:pathLst>
              <a:path w="1251889" h="598122">
                <a:moveTo>
                  <a:pt x="1122673" y="97459"/>
                </a:moveTo>
                <a:cubicBezTo>
                  <a:pt x="1115120" y="187747"/>
                  <a:pt x="847020" y="232562"/>
                  <a:pt x="575681" y="282425"/>
                </a:cubicBezTo>
                <a:cubicBezTo>
                  <a:pt x="373770" y="319525"/>
                  <a:pt x="189423" y="336118"/>
                  <a:pt x="116919" y="352558"/>
                </a:cubicBezTo>
                <a:cubicBezTo>
                  <a:pt x="57445" y="366036"/>
                  <a:pt x="0" y="407946"/>
                  <a:pt x="5391" y="491766"/>
                </a:cubicBezTo>
                <a:cubicBezTo>
                  <a:pt x="8667" y="542801"/>
                  <a:pt x="40309" y="584882"/>
                  <a:pt x="116919" y="590883"/>
                </a:cubicBezTo>
                <a:cubicBezTo>
                  <a:pt x="209226" y="598122"/>
                  <a:pt x="367979" y="570833"/>
                  <a:pt x="626344" y="526180"/>
                </a:cubicBezTo>
                <a:cubicBezTo>
                  <a:pt x="1090879" y="445884"/>
                  <a:pt x="1251889" y="365521"/>
                  <a:pt x="1251889" y="204863"/>
                </a:cubicBezTo>
                <a:cubicBezTo>
                  <a:pt x="1251889" y="97459"/>
                  <a:pt x="1105690" y="21726"/>
                  <a:pt x="1040187" y="0"/>
                </a:cubicBezTo>
                <a:cubicBezTo>
                  <a:pt x="1079887" y="15840"/>
                  <a:pt x="1127188" y="43453"/>
                  <a:pt x="1122673" y="97459"/>
                </a:cubicBez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002706" y="1841798"/>
            <a:ext cx="1251883" cy="598120"/>
          </a:xfrm>
          <a:custGeom>
            <a:avLst/>
            <a:gdLst/>
            <a:ahLst/>
            <a:cxnLst/>
            <a:rect l="0" t="0" r="0" b="0"/>
            <a:pathLst>
              <a:path w="1251883" h="598120">
                <a:moveTo>
                  <a:pt x="575675" y="282424"/>
                </a:moveTo>
                <a:cubicBezTo>
                  <a:pt x="847018" y="232566"/>
                  <a:pt x="1115117" y="187745"/>
                  <a:pt x="1122668" y="97461"/>
                </a:cubicBezTo>
                <a:cubicBezTo>
                  <a:pt x="1127186" y="43453"/>
                  <a:pt x="1079887" y="15842"/>
                  <a:pt x="1040187" y="0"/>
                </a:cubicBezTo>
                <a:cubicBezTo>
                  <a:pt x="1105686" y="21726"/>
                  <a:pt x="1251883" y="97461"/>
                  <a:pt x="1251883" y="204867"/>
                </a:cubicBezTo>
                <a:cubicBezTo>
                  <a:pt x="1251883" y="365523"/>
                  <a:pt x="1090879" y="445888"/>
                  <a:pt x="626343" y="526180"/>
                </a:cubicBezTo>
                <a:cubicBezTo>
                  <a:pt x="367976" y="570836"/>
                  <a:pt x="209226" y="598120"/>
                  <a:pt x="116911" y="590883"/>
                </a:cubicBezTo>
                <a:cubicBezTo>
                  <a:pt x="40310" y="584878"/>
                  <a:pt x="8664" y="542799"/>
                  <a:pt x="5386" y="491766"/>
                </a:cubicBezTo>
                <a:cubicBezTo>
                  <a:pt x="0" y="407942"/>
                  <a:pt x="57446" y="366034"/>
                  <a:pt x="116911" y="352554"/>
                </a:cubicBezTo>
                <a:cubicBezTo>
                  <a:pt x="189419" y="336118"/>
                  <a:pt x="373765" y="319525"/>
                  <a:pt x="575675" y="28242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008093" y="1658024"/>
            <a:ext cx="1118920" cy="399735"/>
          </a:xfrm>
          <a:custGeom>
            <a:avLst/>
            <a:gdLst/>
            <a:ahLst/>
            <a:cxnLst/>
            <a:rect l="0" t="0" r="0" b="0"/>
            <a:pathLst>
              <a:path w="1118920" h="399735">
                <a:moveTo>
                  <a:pt x="111271" y="7239"/>
                </a:moveTo>
                <a:cubicBezTo>
                  <a:pt x="203587" y="0"/>
                  <a:pt x="362588" y="23021"/>
                  <a:pt x="620953" y="67675"/>
                </a:cubicBezTo>
                <a:cubicBezTo>
                  <a:pt x="762028" y="92059"/>
                  <a:pt x="916190" y="128035"/>
                  <a:pt x="1047854" y="188899"/>
                </a:cubicBezTo>
                <a:cubicBezTo>
                  <a:pt x="1076305" y="202482"/>
                  <a:pt x="1118920" y="227780"/>
                  <a:pt x="1117711" y="276567"/>
                </a:cubicBezTo>
                <a:cubicBezTo>
                  <a:pt x="1116291" y="333479"/>
                  <a:pt x="1022213" y="369331"/>
                  <a:pt x="901636" y="399735"/>
                </a:cubicBezTo>
                <a:cubicBezTo>
                  <a:pt x="898540" y="398649"/>
                  <a:pt x="885472" y="393439"/>
                  <a:pt x="882548" y="392363"/>
                </a:cubicBezTo>
                <a:cubicBezTo>
                  <a:pt x="656043" y="307162"/>
                  <a:pt x="395839" y="284483"/>
                  <a:pt x="154657" y="245992"/>
                </a:cubicBezTo>
                <a:cubicBezTo>
                  <a:pt x="140627" y="251326"/>
                  <a:pt x="113728" y="253260"/>
                  <a:pt x="97355" y="251326"/>
                </a:cubicBezTo>
                <a:cubicBezTo>
                  <a:pt x="56483" y="240868"/>
                  <a:pt x="0" y="209502"/>
                  <a:pt x="0" y="124501"/>
                </a:cubicBezTo>
                <a:cubicBezTo>
                  <a:pt x="0" y="80400"/>
                  <a:pt x="34671" y="13239"/>
                  <a:pt x="111271" y="7239"/>
                </a:cubicBez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008093" y="1658025"/>
            <a:ext cx="1118918" cy="399730"/>
          </a:xfrm>
          <a:custGeom>
            <a:avLst/>
            <a:gdLst/>
            <a:ahLst/>
            <a:cxnLst/>
            <a:rect l="0" t="0" r="0" b="0"/>
            <a:pathLst>
              <a:path w="1118918" h="399730">
                <a:moveTo>
                  <a:pt x="1047852" y="188902"/>
                </a:moveTo>
                <a:cubicBezTo>
                  <a:pt x="1076307" y="202485"/>
                  <a:pt x="1118918" y="227783"/>
                  <a:pt x="1117707" y="276568"/>
                </a:cubicBezTo>
                <a:cubicBezTo>
                  <a:pt x="1116294" y="333475"/>
                  <a:pt x="1022210" y="369331"/>
                  <a:pt x="901634" y="399730"/>
                </a:cubicBezTo>
                <a:cubicBezTo>
                  <a:pt x="898537" y="398645"/>
                  <a:pt x="885475" y="393436"/>
                  <a:pt x="882549" y="392359"/>
                </a:cubicBezTo>
                <a:cubicBezTo>
                  <a:pt x="656040" y="307163"/>
                  <a:pt x="395844" y="284481"/>
                  <a:pt x="154655" y="245992"/>
                </a:cubicBezTo>
                <a:cubicBezTo>
                  <a:pt x="140623" y="251324"/>
                  <a:pt x="113731" y="253258"/>
                  <a:pt x="97355" y="251324"/>
                </a:cubicBezTo>
                <a:cubicBezTo>
                  <a:pt x="56484" y="240870"/>
                  <a:pt x="0" y="209503"/>
                  <a:pt x="0" y="124496"/>
                </a:cubicBezTo>
                <a:cubicBezTo>
                  <a:pt x="0" y="80401"/>
                  <a:pt x="34671" y="13241"/>
                  <a:pt x="111273" y="7237"/>
                </a:cubicBezTo>
                <a:cubicBezTo>
                  <a:pt x="203587" y="0"/>
                  <a:pt x="362588" y="23020"/>
                  <a:pt x="620955" y="67677"/>
                </a:cubicBezTo>
                <a:cubicBezTo>
                  <a:pt x="762028" y="92060"/>
                  <a:pt x="916192" y="128031"/>
                  <a:pt x="1047852" y="188902"/>
                </a:cubicBezTo>
                <a:close/>
                <a:moveTo>
                  <a:pt x="1047852" y="188902"/>
                </a:moveTo>
                <a:lnTo>
                  <a:pt x="1050210" y="189992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007725" y="1665651"/>
            <a:ext cx="234067" cy="244716"/>
          </a:xfrm>
          <a:custGeom>
            <a:avLst/>
            <a:gdLst/>
            <a:ahLst/>
            <a:cxnLst/>
            <a:rect l="0" t="0" r="0" b="0"/>
            <a:pathLst>
              <a:path w="234067" h="244716">
                <a:moveTo>
                  <a:pt x="19" y="122358"/>
                </a:moveTo>
                <a:cubicBezTo>
                  <a:pt x="0" y="189928"/>
                  <a:pt x="52397" y="244716"/>
                  <a:pt x="117033" y="244716"/>
                </a:cubicBezTo>
                <a:cubicBezTo>
                  <a:pt x="181670" y="244716"/>
                  <a:pt x="234067" y="189928"/>
                  <a:pt x="234048" y="122358"/>
                </a:cubicBezTo>
                <a:cubicBezTo>
                  <a:pt x="234067" y="54787"/>
                  <a:pt x="181670" y="0"/>
                  <a:pt x="117033" y="0"/>
                </a:cubicBezTo>
                <a:cubicBezTo>
                  <a:pt x="52397" y="0"/>
                  <a:pt x="0" y="54787"/>
                  <a:pt x="19" y="122358"/>
                </a:cubicBez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007727" y="1665651"/>
            <a:ext cx="234061" cy="244717"/>
          </a:xfrm>
          <a:custGeom>
            <a:avLst/>
            <a:gdLst/>
            <a:ahLst/>
            <a:cxnLst/>
            <a:rect l="0" t="0" r="0" b="0"/>
            <a:pathLst>
              <a:path w="234061" h="244717">
                <a:moveTo>
                  <a:pt x="17" y="122358"/>
                </a:moveTo>
                <a:cubicBezTo>
                  <a:pt x="0" y="189930"/>
                  <a:pt x="52393" y="244717"/>
                  <a:pt x="117030" y="244717"/>
                </a:cubicBezTo>
                <a:cubicBezTo>
                  <a:pt x="181667" y="244717"/>
                  <a:pt x="234061" y="189930"/>
                  <a:pt x="234044" y="122358"/>
                </a:cubicBezTo>
                <a:cubicBezTo>
                  <a:pt x="234061" y="54787"/>
                  <a:pt x="181667" y="0"/>
                  <a:pt x="117030" y="0"/>
                </a:cubicBezTo>
                <a:cubicBezTo>
                  <a:pt x="52393" y="0"/>
                  <a:pt x="0" y="54787"/>
                  <a:pt x="17" y="122358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09370" y="2414490"/>
            <a:ext cx="337394" cy="328126"/>
          </a:xfrm>
          <a:custGeom>
            <a:avLst/>
            <a:gdLst/>
            <a:ahLst/>
            <a:cxnLst/>
            <a:rect l="0" t="0" r="0" b="0"/>
            <a:pathLst>
              <a:path w="337394" h="328126">
                <a:moveTo>
                  <a:pt x="233486" y="104355"/>
                </a:moveTo>
                <a:cubicBezTo>
                  <a:pt x="219036" y="104346"/>
                  <a:pt x="206016" y="95640"/>
                  <a:pt x="200491" y="82296"/>
                </a:cubicBezTo>
                <a:cubicBezTo>
                  <a:pt x="194967" y="68951"/>
                  <a:pt x="198024" y="53587"/>
                  <a:pt x="208245" y="43376"/>
                </a:cubicBezTo>
                <a:lnTo>
                  <a:pt x="225571" y="26041"/>
                </a:lnTo>
                <a:cubicBezTo>
                  <a:pt x="218979" y="9248"/>
                  <a:pt x="200901" y="0"/>
                  <a:pt x="183422" y="4495"/>
                </a:cubicBezTo>
                <a:lnTo>
                  <a:pt x="30622" y="43729"/>
                </a:lnTo>
                <a:cubicBezTo>
                  <a:pt x="11506" y="48634"/>
                  <a:pt x="0" y="68094"/>
                  <a:pt x="4905" y="87201"/>
                </a:cubicBezTo>
                <a:lnTo>
                  <a:pt x="58893" y="297522"/>
                </a:lnTo>
                <a:cubicBezTo>
                  <a:pt x="63807" y="316620"/>
                  <a:pt x="83267" y="328126"/>
                  <a:pt x="102374" y="323221"/>
                </a:cubicBezTo>
                <a:lnTo>
                  <a:pt x="255174" y="283987"/>
                </a:lnTo>
                <a:cubicBezTo>
                  <a:pt x="274281" y="279082"/>
                  <a:pt x="285797" y="259622"/>
                  <a:pt x="280892" y="240515"/>
                </a:cubicBezTo>
                <a:lnTo>
                  <a:pt x="266033" y="182584"/>
                </a:lnTo>
                <a:cubicBezTo>
                  <a:pt x="249621" y="177460"/>
                  <a:pt x="238458" y="162258"/>
                  <a:pt x="238458" y="145075"/>
                </a:cubicBezTo>
                <a:lnTo>
                  <a:pt x="238458" y="104355"/>
                </a:lnTo>
                <a:lnTo>
                  <a:pt x="233486" y="104355"/>
                </a:lnTo>
                <a:moveTo>
                  <a:pt x="295589" y="82924"/>
                </a:moveTo>
                <a:lnTo>
                  <a:pt x="321983" y="82924"/>
                </a:lnTo>
                <a:cubicBezTo>
                  <a:pt x="327764" y="82915"/>
                  <a:pt x="332965" y="79438"/>
                  <a:pt x="335184" y="74094"/>
                </a:cubicBezTo>
                <a:cubicBezTo>
                  <a:pt x="337394" y="68760"/>
                  <a:pt x="336165" y="62617"/>
                  <a:pt x="332079" y="58531"/>
                </a:cubicBezTo>
                <a:lnTo>
                  <a:pt x="287835" y="14268"/>
                </a:lnTo>
                <a:cubicBezTo>
                  <a:pt x="282254" y="8686"/>
                  <a:pt x="273215" y="8686"/>
                  <a:pt x="267633" y="14268"/>
                </a:cubicBezTo>
                <a:lnTo>
                  <a:pt x="223389" y="58521"/>
                </a:lnTo>
                <a:cubicBezTo>
                  <a:pt x="219303" y="62598"/>
                  <a:pt x="218074" y="68751"/>
                  <a:pt x="220284" y="74085"/>
                </a:cubicBezTo>
                <a:cubicBezTo>
                  <a:pt x="222503" y="79419"/>
                  <a:pt x="227704" y="82905"/>
                  <a:pt x="233486" y="82905"/>
                </a:cubicBezTo>
                <a:lnTo>
                  <a:pt x="259870" y="82905"/>
                </a:lnTo>
                <a:lnTo>
                  <a:pt x="259870" y="145056"/>
                </a:lnTo>
                <a:cubicBezTo>
                  <a:pt x="259870" y="154924"/>
                  <a:pt x="267871" y="162915"/>
                  <a:pt x="277729" y="162915"/>
                </a:cubicBezTo>
                <a:cubicBezTo>
                  <a:pt x="287597" y="162915"/>
                  <a:pt x="295589" y="154924"/>
                  <a:pt x="295589" y="145056"/>
                </a:cubicBezTo>
                <a:lnTo>
                  <a:pt x="295589" y="82905"/>
                </a:ln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07941" y="2978370"/>
            <a:ext cx="343452" cy="342928"/>
          </a:xfrm>
          <a:custGeom>
            <a:avLst/>
            <a:gdLst/>
            <a:ahLst/>
            <a:cxnLst/>
            <a:rect l="0" t="0" r="0" b="0"/>
            <a:pathLst>
              <a:path w="343452" h="342928">
                <a:moveTo>
                  <a:pt x="94154" y="100041"/>
                </a:moveTo>
                <a:cubicBezTo>
                  <a:pt x="103279" y="99888"/>
                  <a:pt x="112090" y="103422"/>
                  <a:pt x="118567" y="109851"/>
                </a:cubicBezTo>
                <a:cubicBezTo>
                  <a:pt x="125053" y="116281"/>
                  <a:pt x="128663" y="125053"/>
                  <a:pt x="128587" y="134188"/>
                </a:cubicBezTo>
                <a:cubicBezTo>
                  <a:pt x="128425" y="152780"/>
                  <a:pt x="113309" y="167763"/>
                  <a:pt x="94726" y="167754"/>
                </a:cubicBezTo>
                <a:cubicBezTo>
                  <a:pt x="76133" y="167754"/>
                  <a:pt x="61026" y="152771"/>
                  <a:pt x="60864" y="134178"/>
                </a:cubicBezTo>
                <a:cubicBezTo>
                  <a:pt x="60712" y="115595"/>
                  <a:pt x="75571" y="100355"/>
                  <a:pt x="94154" y="100041"/>
                </a:cubicBezTo>
                <a:moveTo>
                  <a:pt x="218313" y="270205"/>
                </a:moveTo>
                <a:lnTo>
                  <a:pt x="218313" y="274348"/>
                </a:lnTo>
                <a:lnTo>
                  <a:pt x="55006" y="274348"/>
                </a:lnTo>
                <a:cubicBezTo>
                  <a:pt x="52435" y="274339"/>
                  <a:pt x="50072" y="272910"/>
                  <a:pt x="48863" y="270633"/>
                </a:cubicBezTo>
                <a:cubicBezTo>
                  <a:pt x="47491" y="268452"/>
                  <a:pt x="47491" y="265671"/>
                  <a:pt x="48863" y="263490"/>
                </a:cubicBezTo>
                <a:lnTo>
                  <a:pt x="89011" y="199196"/>
                </a:lnTo>
                <a:cubicBezTo>
                  <a:pt x="91687" y="195367"/>
                  <a:pt x="96059" y="193090"/>
                  <a:pt x="100726" y="193090"/>
                </a:cubicBezTo>
                <a:cubicBezTo>
                  <a:pt x="105394" y="193090"/>
                  <a:pt x="109766" y="195367"/>
                  <a:pt x="112442" y="199196"/>
                </a:cubicBezTo>
                <a:lnTo>
                  <a:pt x="120729" y="212483"/>
                </a:lnTo>
                <a:lnTo>
                  <a:pt x="149304" y="166049"/>
                </a:lnTo>
                <a:cubicBezTo>
                  <a:pt x="151980" y="162220"/>
                  <a:pt x="156352" y="159943"/>
                  <a:pt x="161020" y="159943"/>
                </a:cubicBezTo>
                <a:cubicBezTo>
                  <a:pt x="165687" y="159943"/>
                  <a:pt x="170059" y="162220"/>
                  <a:pt x="172735" y="166049"/>
                </a:cubicBezTo>
                <a:lnTo>
                  <a:pt x="201310" y="211626"/>
                </a:lnTo>
                <a:lnTo>
                  <a:pt x="191309" y="223485"/>
                </a:lnTo>
                <a:cubicBezTo>
                  <a:pt x="184327" y="231971"/>
                  <a:pt x="182841" y="243716"/>
                  <a:pt x="187471" y="253679"/>
                </a:cubicBezTo>
                <a:cubicBezTo>
                  <a:pt x="192100" y="263642"/>
                  <a:pt x="202034" y="270071"/>
                  <a:pt x="213026" y="270205"/>
                </a:cubicBezTo>
                <a:lnTo>
                  <a:pt x="218313" y="270205"/>
                </a:lnTo>
                <a:moveTo>
                  <a:pt x="341185" y="237343"/>
                </a:moveTo>
                <a:lnTo>
                  <a:pt x="279749" y="165049"/>
                </a:lnTo>
                <a:cubicBezTo>
                  <a:pt x="278444" y="163468"/>
                  <a:pt x="276510" y="162563"/>
                  <a:pt x="274462" y="162563"/>
                </a:cubicBezTo>
                <a:cubicBezTo>
                  <a:pt x="272414" y="162563"/>
                  <a:pt x="270481" y="163468"/>
                  <a:pt x="269176" y="165049"/>
                </a:cubicBezTo>
                <a:lnTo>
                  <a:pt x="207740" y="237343"/>
                </a:lnTo>
                <a:cubicBezTo>
                  <a:pt x="205911" y="239382"/>
                  <a:pt x="205473" y="242315"/>
                  <a:pt x="206625" y="244792"/>
                </a:cubicBezTo>
                <a:cubicBezTo>
                  <a:pt x="207778" y="247278"/>
                  <a:pt x="210292" y="248840"/>
                  <a:pt x="213026" y="248773"/>
                </a:cubicBezTo>
                <a:lnTo>
                  <a:pt x="239744" y="248773"/>
                </a:lnTo>
                <a:lnTo>
                  <a:pt x="239744" y="335927"/>
                </a:lnTo>
                <a:cubicBezTo>
                  <a:pt x="239706" y="337775"/>
                  <a:pt x="240411" y="339556"/>
                  <a:pt x="241706" y="340871"/>
                </a:cubicBezTo>
                <a:cubicBezTo>
                  <a:pt x="242992" y="342185"/>
                  <a:pt x="244754" y="342928"/>
                  <a:pt x="246602" y="342928"/>
                </a:cubicBezTo>
                <a:lnTo>
                  <a:pt x="302323" y="342928"/>
                </a:lnTo>
                <a:cubicBezTo>
                  <a:pt x="304171" y="342928"/>
                  <a:pt x="305933" y="342185"/>
                  <a:pt x="307219" y="340871"/>
                </a:cubicBezTo>
                <a:cubicBezTo>
                  <a:pt x="308514" y="339556"/>
                  <a:pt x="309219" y="337775"/>
                  <a:pt x="309181" y="335927"/>
                </a:cubicBezTo>
                <a:lnTo>
                  <a:pt x="309181" y="248773"/>
                </a:lnTo>
                <a:lnTo>
                  <a:pt x="335899" y="248773"/>
                </a:lnTo>
                <a:cubicBezTo>
                  <a:pt x="338632" y="248840"/>
                  <a:pt x="341147" y="247278"/>
                  <a:pt x="342299" y="244792"/>
                </a:cubicBezTo>
                <a:cubicBezTo>
                  <a:pt x="343452" y="242315"/>
                  <a:pt x="343014" y="239382"/>
                  <a:pt x="341185" y="237343"/>
                </a:cubicBezTo>
                <a:moveTo>
                  <a:pt x="218313" y="306352"/>
                </a:moveTo>
                <a:lnTo>
                  <a:pt x="28575" y="307209"/>
                </a:lnTo>
                <a:lnTo>
                  <a:pt x="27574" y="28603"/>
                </a:lnTo>
                <a:lnTo>
                  <a:pt x="203882" y="28603"/>
                </a:lnTo>
                <a:lnTo>
                  <a:pt x="252888" y="77038"/>
                </a:lnTo>
                <a:lnTo>
                  <a:pt x="252888" y="151047"/>
                </a:lnTo>
                <a:cubicBezTo>
                  <a:pt x="259946" y="142894"/>
                  <a:pt x="271005" y="139417"/>
                  <a:pt x="281463" y="142046"/>
                </a:cubicBezTo>
                <a:lnTo>
                  <a:pt x="281463" y="77038"/>
                </a:lnTo>
                <a:cubicBezTo>
                  <a:pt x="281578" y="69608"/>
                  <a:pt x="278691" y="62445"/>
                  <a:pt x="273462" y="57178"/>
                </a:cubicBezTo>
                <a:lnTo>
                  <a:pt x="224028" y="8172"/>
                </a:lnTo>
                <a:cubicBezTo>
                  <a:pt x="218922" y="2943"/>
                  <a:pt x="211912" y="0"/>
                  <a:pt x="204596" y="28"/>
                </a:cubicBezTo>
                <a:lnTo>
                  <a:pt x="27574" y="28"/>
                </a:lnTo>
                <a:cubicBezTo>
                  <a:pt x="12382" y="104"/>
                  <a:pt x="76" y="12411"/>
                  <a:pt x="0" y="27603"/>
                </a:cubicBezTo>
                <a:lnTo>
                  <a:pt x="0" y="307209"/>
                </a:lnTo>
                <a:cubicBezTo>
                  <a:pt x="76" y="322402"/>
                  <a:pt x="12382" y="334708"/>
                  <a:pt x="27574" y="334784"/>
                </a:cubicBezTo>
                <a:lnTo>
                  <a:pt x="218313" y="334784"/>
                </a:lnTo>
                <a:lnTo>
                  <a:pt x="218313" y="306352"/>
                </a:ln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07941" y="3553613"/>
            <a:ext cx="343938" cy="335184"/>
          </a:xfrm>
          <a:custGeom>
            <a:avLst/>
            <a:gdLst/>
            <a:ahLst/>
            <a:cxnLst/>
            <a:rect l="0" t="0" r="0" b="0"/>
            <a:pathLst>
              <a:path w="343938" h="335184">
                <a:moveTo>
                  <a:pt x="339756" y="160162"/>
                </a:moveTo>
                <a:lnTo>
                  <a:pt x="310181" y="130873"/>
                </a:lnTo>
                <a:cubicBezTo>
                  <a:pt x="307047" y="127911"/>
                  <a:pt x="302485" y="127015"/>
                  <a:pt x="298465" y="128587"/>
                </a:cubicBezTo>
                <a:cubicBezTo>
                  <a:pt x="294493" y="130254"/>
                  <a:pt x="291903" y="134140"/>
                  <a:pt x="291893" y="138445"/>
                </a:cubicBezTo>
                <a:lnTo>
                  <a:pt x="291893" y="157019"/>
                </a:lnTo>
                <a:lnTo>
                  <a:pt x="228600" y="157019"/>
                </a:lnTo>
                <a:cubicBezTo>
                  <a:pt x="225542" y="149313"/>
                  <a:pt x="219284" y="143322"/>
                  <a:pt x="211454" y="140588"/>
                </a:cubicBezTo>
                <a:lnTo>
                  <a:pt x="211454" y="87296"/>
                </a:lnTo>
                <a:lnTo>
                  <a:pt x="244602" y="87296"/>
                </a:lnTo>
                <a:cubicBezTo>
                  <a:pt x="252488" y="87296"/>
                  <a:pt x="258889" y="80895"/>
                  <a:pt x="258889" y="73009"/>
                </a:cubicBezTo>
                <a:lnTo>
                  <a:pt x="258889" y="14287"/>
                </a:lnTo>
                <a:cubicBezTo>
                  <a:pt x="258889" y="6400"/>
                  <a:pt x="252488" y="0"/>
                  <a:pt x="244602" y="0"/>
                </a:cubicBezTo>
                <a:lnTo>
                  <a:pt x="157162" y="0"/>
                </a:lnTo>
                <a:cubicBezTo>
                  <a:pt x="149275" y="0"/>
                  <a:pt x="142875" y="6400"/>
                  <a:pt x="142875" y="14287"/>
                </a:cubicBezTo>
                <a:lnTo>
                  <a:pt x="142875" y="72723"/>
                </a:lnTo>
                <a:cubicBezTo>
                  <a:pt x="142875" y="80610"/>
                  <a:pt x="149275" y="87010"/>
                  <a:pt x="157162" y="87010"/>
                </a:cubicBezTo>
                <a:lnTo>
                  <a:pt x="190023" y="87010"/>
                </a:lnTo>
                <a:lnTo>
                  <a:pt x="190023" y="140588"/>
                </a:lnTo>
                <a:cubicBezTo>
                  <a:pt x="182413" y="143456"/>
                  <a:pt x="176383" y="149437"/>
                  <a:pt x="173450" y="157019"/>
                </a:cubicBezTo>
                <a:lnTo>
                  <a:pt x="96297" y="157019"/>
                </a:lnTo>
                <a:cubicBezTo>
                  <a:pt x="92516" y="145180"/>
                  <a:pt x="81505" y="137150"/>
                  <a:pt x="69084" y="137150"/>
                </a:cubicBezTo>
                <a:cubicBezTo>
                  <a:pt x="56654" y="137150"/>
                  <a:pt x="45643" y="145180"/>
                  <a:pt x="41862" y="157019"/>
                </a:cubicBezTo>
                <a:lnTo>
                  <a:pt x="10715" y="157019"/>
                </a:lnTo>
                <a:cubicBezTo>
                  <a:pt x="4800" y="157019"/>
                  <a:pt x="0" y="161820"/>
                  <a:pt x="0" y="167735"/>
                </a:cubicBezTo>
                <a:cubicBezTo>
                  <a:pt x="0" y="173650"/>
                  <a:pt x="4800" y="178450"/>
                  <a:pt x="10715" y="178450"/>
                </a:cubicBezTo>
                <a:lnTo>
                  <a:pt x="41862" y="178450"/>
                </a:lnTo>
                <a:cubicBezTo>
                  <a:pt x="44796" y="186032"/>
                  <a:pt x="50825" y="192014"/>
                  <a:pt x="58435" y="194881"/>
                </a:cubicBezTo>
                <a:lnTo>
                  <a:pt x="58435" y="248173"/>
                </a:lnTo>
                <a:lnTo>
                  <a:pt x="25288" y="248173"/>
                </a:lnTo>
                <a:cubicBezTo>
                  <a:pt x="17402" y="248173"/>
                  <a:pt x="11001" y="254574"/>
                  <a:pt x="11001" y="262461"/>
                </a:cubicBezTo>
                <a:lnTo>
                  <a:pt x="11001" y="320897"/>
                </a:lnTo>
                <a:cubicBezTo>
                  <a:pt x="11001" y="328783"/>
                  <a:pt x="17402" y="335184"/>
                  <a:pt x="25288" y="335184"/>
                </a:cubicBezTo>
                <a:lnTo>
                  <a:pt x="113014" y="335184"/>
                </a:lnTo>
                <a:cubicBezTo>
                  <a:pt x="120900" y="335184"/>
                  <a:pt x="127301" y="328783"/>
                  <a:pt x="127301" y="320897"/>
                </a:cubicBezTo>
                <a:lnTo>
                  <a:pt x="127301" y="262747"/>
                </a:lnTo>
                <a:cubicBezTo>
                  <a:pt x="127301" y="254860"/>
                  <a:pt x="120900" y="248459"/>
                  <a:pt x="113014" y="248459"/>
                </a:cubicBezTo>
                <a:lnTo>
                  <a:pt x="79867" y="248459"/>
                </a:lnTo>
                <a:lnTo>
                  <a:pt x="79867" y="194881"/>
                </a:lnTo>
                <a:cubicBezTo>
                  <a:pt x="87420" y="191976"/>
                  <a:pt x="93392" y="186004"/>
                  <a:pt x="96297" y="178450"/>
                </a:cubicBezTo>
                <a:lnTo>
                  <a:pt x="173450" y="178450"/>
                </a:lnTo>
                <a:cubicBezTo>
                  <a:pt x="177231" y="190290"/>
                  <a:pt x="188242" y="198320"/>
                  <a:pt x="200672" y="198320"/>
                </a:cubicBezTo>
                <a:cubicBezTo>
                  <a:pt x="213093" y="198320"/>
                  <a:pt x="224104" y="190290"/>
                  <a:pt x="227885" y="178450"/>
                </a:cubicBezTo>
                <a:lnTo>
                  <a:pt x="291893" y="178450"/>
                </a:lnTo>
                <a:lnTo>
                  <a:pt x="291893" y="197024"/>
                </a:lnTo>
                <a:cubicBezTo>
                  <a:pt x="291903" y="201329"/>
                  <a:pt x="294493" y="205216"/>
                  <a:pt x="298465" y="206883"/>
                </a:cubicBezTo>
                <a:cubicBezTo>
                  <a:pt x="299770" y="207454"/>
                  <a:pt x="301180" y="207740"/>
                  <a:pt x="302609" y="207740"/>
                </a:cubicBezTo>
                <a:cubicBezTo>
                  <a:pt x="305438" y="207683"/>
                  <a:pt x="308143" y="206559"/>
                  <a:pt x="310181" y="204597"/>
                </a:cubicBezTo>
                <a:lnTo>
                  <a:pt x="339756" y="175307"/>
                </a:lnTo>
                <a:cubicBezTo>
                  <a:pt x="343938" y="171126"/>
                  <a:pt x="343938" y="164344"/>
                  <a:pt x="339756" y="160162"/>
                </a:cubicBezTo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07217" y="1838970"/>
            <a:ext cx="343661" cy="335765"/>
          </a:xfrm>
          <a:custGeom>
            <a:avLst/>
            <a:gdLst/>
            <a:ahLst/>
            <a:cxnLst/>
            <a:rect l="0" t="0" r="0" b="0"/>
            <a:pathLst>
              <a:path w="343661" h="335765">
                <a:moveTo>
                  <a:pt x="72161" y="114728"/>
                </a:moveTo>
                <a:cubicBezTo>
                  <a:pt x="30889" y="119567"/>
                  <a:pt x="0" y="154905"/>
                  <a:pt x="723" y="196453"/>
                </a:cubicBezTo>
                <a:lnTo>
                  <a:pt x="723" y="242887"/>
                </a:lnTo>
                <a:cubicBezTo>
                  <a:pt x="723" y="246830"/>
                  <a:pt x="3924" y="250031"/>
                  <a:pt x="7867" y="250031"/>
                </a:cubicBezTo>
                <a:lnTo>
                  <a:pt x="33728" y="250031"/>
                </a:lnTo>
                <a:cubicBezTo>
                  <a:pt x="35594" y="250021"/>
                  <a:pt x="37147" y="251460"/>
                  <a:pt x="37299" y="253317"/>
                </a:cubicBezTo>
                <a:lnTo>
                  <a:pt x="43586" y="329184"/>
                </a:lnTo>
                <a:cubicBezTo>
                  <a:pt x="43881" y="332908"/>
                  <a:pt x="46996" y="335765"/>
                  <a:pt x="50730" y="335756"/>
                </a:cubicBezTo>
                <a:lnTo>
                  <a:pt x="107880" y="335756"/>
                </a:lnTo>
                <a:cubicBezTo>
                  <a:pt x="111613" y="335765"/>
                  <a:pt x="114728" y="332908"/>
                  <a:pt x="115023" y="329184"/>
                </a:cubicBezTo>
                <a:lnTo>
                  <a:pt x="121310" y="253603"/>
                </a:lnTo>
                <a:cubicBezTo>
                  <a:pt x="121462" y="251745"/>
                  <a:pt x="123015" y="250307"/>
                  <a:pt x="124882" y="250317"/>
                </a:cubicBezTo>
                <a:lnTo>
                  <a:pt x="150742" y="250317"/>
                </a:lnTo>
                <a:cubicBezTo>
                  <a:pt x="154685" y="250317"/>
                  <a:pt x="157886" y="247116"/>
                  <a:pt x="157886" y="243173"/>
                </a:cubicBezTo>
                <a:lnTo>
                  <a:pt x="157886" y="193167"/>
                </a:lnTo>
                <a:cubicBezTo>
                  <a:pt x="157895" y="171069"/>
                  <a:pt x="148609" y="149980"/>
                  <a:pt x="132302" y="135064"/>
                </a:cubicBezTo>
                <a:cubicBezTo>
                  <a:pt x="116004" y="120138"/>
                  <a:pt x="94173" y="112766"/>
                  <a:pt x="72161" y="114728"/>
                </a:cubicBezTo>
                <a:moveTo>
                  <a:pt x="29298" y="50006"/>
                </a:moveTo>
                <a:cubicBezTo>
                  <a:pt x="29298" y="77619"/>
                  <a:pt x="51692" y="100012"/>
                  <a:pt x="79305" y="100012"/>
                </a:cubicBezTo>
                <a:cubicBezTo>
                  <a:pt x="106918" y="100012"/>
                  <a:pt x="129311" y="77619"/>
                  <a:pt x="129311" y="50006"/>
                </a:cubicBezTo>
                <a:cubicBezTo>
                  <a:pt x="129311" y="22393"/>
                  <a:pt x="106918" y="0"/>
                  <a:pt x="79305" y="0"/>
                </a:cubicBezTo>
                <a:cubicBezTo>
                  <a:pt x="51692" y="0"/>
                  <a:pt x="29298" y="22393"/>
                  <a:pt x="29298" y="50006"/>
                </a:cubicBezTo>
                <a:moveTo>
                  <a:pt x="337337" y="99155"/>
                </a:moveTo>
                <a:lnTo>
                  <a:pt x="294474" y="56292"/>
                </a:lnTo>
                <a:cubicBezTo>
                  <a:pt x="289131" y="50558"/>
                  <a:pt x="281082" y="48196"/>
                  <a:pt x="273491" y="50139"/>
                </a:cubicBezTo>
                <a:cubicBezTo>
                  <a:pt x="265899" y="52073"/>
                  <a:pt x="259965" y="58007"/>
                  <a:pt x="258032" y="65598"/>
                </a:cubicBezTo>
                <a:cubicBezTo>
                  <a:pt x="256089" y="73190"/>
                  <a:pt x="258451" y="81238"/>
                  <a:pt x="264185" y="86582"/>
                </a:cubicBezTo>
                <a:lnTo>
                  <a:pt x="270471" y="92868"/>
                </a:lnTo>
                <a:lnTo>
                  <a:pt x="193605" y="92868"/>
                </a:lnTo>
                <a:cubicBezTo>
                  <a:pt x="181765" y="92868"/>
                  <a:pt x="172173" y="102460"/>
                  <a:pt x="172173" y="114300"/>
                </a:cubicBezTo>
                <a:cubicBezTo>
                  <a:pt x="172173" y="126139"/>
                  <a:pt x="181765" y="135731"/>
                  <a:pt x="193605" y="135731"/>
                </a:cubicBezTo>
                <a:lnTo>
                  <a:pt x="270471" y="135731"/>
                </a:lnTo>
                <a:lnTo>
                  <a:pt x="264185" y="142017"/>
                </a:lnTo>
                <a:cubicBezTo>
                  <a:pt x="260137" y="146018"/>
                  <a:pt x="257860" y="151476"/>
                  <a:pt x="257860" y="157162"/>
                </a:cubicBezTo>
                <a:cubicBezTo>
                  <a:pt x="257860" y="162848"/>
                  <a:pt x="260137" y="168306"/>
                  <a:pt x="264185" y="172307"/>
                </a:cubicBezTo>
                <a:cubicBezTo>
                  <a:pt x="272615" y="180508"/>
                  <a:pt x="286045" y="180508"/>
                  <a:pt x="294474" y="172307"/>
                </a:cubicBezTo>
                <a:lnTo>
                  <a:pt x="337337" y="129444"/>
                </a:lnTo>
                <a:cubicBezTo>
                  <a:pt x="341385" y="125444"/>
                  <a:pt x="343661" y="119986"/>
                  <a:pt x="343661" y="114300"/>
                </a:cubicBezTo>
                <a:cubicBezTo>
                  <a:pt x="343661" y="108613"/>
                  <a:pt x="341385" y="103155"/>
                  <a:pt x="337337" y="99155"/>
                </a:cubicBez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20514" y="4121399"/>
            <a:ext cx="317896" cy="342900"/>
          </a:xfrm>
          <a:custGeom>
            <a:avLst/>
            <a:gdLst/>
            <a:ahLst/>
            <a:cxnLst/>
            <a:rect l="0" t="0" r="0" b="0"/>
            <a:pathLst>
              <a:path w="317896" h="342900">
                <a:moveTo>
                  <a:pt x="0" y="317896"/>
                </a:moveTo>
                <a:cubicBezTo>
                  <a:pt x="0" y="331650"/>
                  <a:pt x="11106" y="342823"/>
                  <a:pt x="24860" y="342900"/>
                </a:cubicBezTo>
                <a:lnTo>
                  <a:pt x="96297" y="342900"/>
                </a:lnTo>
                <a:cubicBezTo>
                  <a:pt x="110128" y="342900"/>
                  <a:pt x="121367" y="331727"/>
                  <a:pt x="121443" y="317896"/>
                </a:cubicBezTo>
                <a:lnTo>
                  <a:pt x="121443" y="289321"/>
                </a:lnTo>
                <a:cubicBezTo>
                  <a:pt x="121367" y="283378"/>
                  <a:pt x="116528" y="278606"/>
                  <a:pt x="110585" y="278606"/>
                </a:cubicBezTo>
                <a:cubicBezTo>
                  <a:pt x="104727" y="278682"/>
                  <a:pt x="100012" y="283454"/>
                  <a:pt x="100012" y="289321"/>
                </a:cubicBezTo>
                <a:lnTo>
                  <a:pt x="100012" y="296465"/>
                </a:lnTo>
                <a:cubicBezTo>
                  <a:pt x="99936" y="298465"/>
                  <a:pt x="98297" y="300037"/>
                  <a:pt x="96297" y="300037"/>
                </a:cubicBezTo>
                <a:lnTo>
                  <a:pt x="24860" y="300037"/>
                </a:lnTo>
                <a:cubicBezTo>
                  <a:pt x="22945" y="299961"/>
                  <a:pt x="21431" y="298380"/>
                  <a:pt x="21431" y="296465"/>
                </a:cubicBezTo>
                <a:lnTo>
                  <a:pt x="21431" y="225028"/>
                </a:lnTo>
                <a:cubicBezTo>
                  <a:pt x="21431" y="223113"/>
                  <a:pt x="22945" y="221532"/>
                  <a:pt x="24860" y="221456"/>
                </a:cubicBezTo>
                <a:lnTo>
                  <a:pt x="60579" y="221456"/>
                </a:lnTo>
                <a:cubicBezTo>
                  <a:pt x="66522" y="221456"/>
                  <a:pt x="71361" y="216684"/>
                  <a:pt x="71437" y="210740"/>
                </a:cubicBezTo>
                <a:lnTo>
                  <a:pt x="71437" y="189309"/>
                </a:lnTo>
                <a:cubicBezTo>
                  <a:pt x="71437" y="183394"/>
                  <a:pt x="66636" y="178593"/>
                  <a:pt x="60721" y="178593"/>
                </a:cubicBezTo>
                <a:lnTo>
                  <a:pt x="24860" y="178593"/>
                </a:lnTo>
                <a:cubicBezTo>
                  <a:pt x="11106" y="178669"/>
                  <a:pt x="0" y="189842"/>
                  <a:pt x="0" y="203596"/>
                </a:cubicBezTo>
                <a:lnTo>
                  <a:pt x="0" y="317896"/>
                </a:lnTo>
                <a:moveTo>
                  <a:pt x="191309" y="197881"/>
                </a:moveTo>
                <a:cubicBezTo>
                  <a:pt x="192624" y="199224"/>
                  <a:pt x="194424" y="199996"/>
                  <a:pt x="196310" y="200025"/>
                </a:cubicBezTo>
                <a:cubicBezTo>
                  <a:pt x="197253" y="200225"/>
                  <a:pt x="198224" y="200225"/>
                  <a:pt x="199167" y="200025"/>
                </a:cubicBezTo>
                <a:cubicBezTo>
                  <a:pt x="201758" y="198853"/>
                  <a:pt x="203425" y="196291"/>
                  <a:pt x="203454" y="193452"/>
                </a:cubicBezTo>
                <a:lnTo>
                  <a:pt x="203454" y="150590"/>
                </a:lnTo>
                <a:cubicBezTo>
                  <a:pt x="203454" y="146646"/>
                  <a:pt x="200253" y="143446"/>
                  <a:pt x="196310" y="143446"/>
                </a:cubicBezTo>
                <a:lnTo>
                  <a:pt x="153447" y="143446"/>
                </a:lnTo>
                <a:cubicBezTo>
                  <a:pt x="150561" y="143465"/>
                  <a:pt x="147970" y="145208"/>
                  <a:pt x="146875" y="147875"/>
                </a:cubicBezTo>
                <a:cubicBezTo>
                  <a:pt x="145846" y="150533"/>
                  <a:pt x="146456" y="153552"/>
                  <a:pt x="148447" y="155590"/>
                </a:cubicBezTo>
                <a:lnTo>
                  <a:pt x="157305" y="164449"/>
                </a:lnTo>
                <a:cubicBezTo>
                  <a:pt x="158000" y="165096"/>
                  <a:pt x="158391" y="166001"/>
                  <a:pt x="158391" y="166954"/>
                </a:cubicBezTo>
                <a:cubicBezTo>
                  <a:pt x="158391" y="167897"/>
                  <a:pt x="158000" y="168802"/>
                  <a:pt x="157305" y="169449"/>
                </a:cubicBezTo>
                <a:lnTo>
                  <a:pt x="116014" y="210883"/>
                </a:lnTo>
                <a:cubicBezTo>
                  <a:pt x="115338" y="211578"/>
                  <a:pt x="114414" y="211978"/>
                  <a:pt x="113442" y="211978"/>
                </a:cubicBezTo>
                <a:cubicBezTo>
                  <a:pt x="112471" y="211978"/>
                  <a:pt x="111547" y="211578"/>
                  <a:pt x="110871" y="210883"/>
                </a:cubicBezTo>
                <a:lnTo>
                  <a:pt x="101727" y="202168"/>
                </a:lnTo>
                <a:cubicBezTo>
                  <a:pt x="99793" y="199720"/>
                  <a:pt x="96469" y="198843"/>
                  <a:pt x="93583" y="200025"/>
                </a:cubicBezTo>
                <a:cubicBezTo>
                  <a:pt x="90944" y="201148"/>
                  <a:pt x="89201" y="203720"/>
                  <a:pt x="89154" y="206597"/>
                </a:cubicBezTo>
                <a:lnTo>
                  <a:pt x="89154" y="249459"/>
                </a:lnTo>
                <a:cubicBezTo>
                  <a:pt x="89154" y="253403"/>
                  <a:pt x="92354" y="256603"/>
                  <a:pt x="96297" y="256603"/>
                </a:cubicBezTo>
                <a:lnTo>
                  <a:pt x="139160" y="256603"/>
                </a:lnTo>
                <a:cubicBezTo>
                  <a:pt x="142093" y="256651"/>
                  <a:pt x="144760" y="254888"/>
                  <a:pt x="145875" y="252174"/>
                </a:cubicBezTo>
                <a:cubicBezTo>
                  <a:pt x="146904" y="249516"/>
                  <a:pt x="146294" y="246497"/>
                  <a:pt x="144303" y="244459"/>
                </a:cubicBezTo>
                <a:lnTo>
                  <a:pt x="135445" y="235600"/>
                </a:lnTo>
                <a:cubicBezTo>
                  <a:pt x="134750" y="234953"/>
                  <a:pt x="134359" y="234048"/>
                  <a:pt x="134359" y="233095"/>
                </a:cubicBezTo>
                <a:cubicBezTo>
                  <a:pt x="134359" y="232152"/>
                  <a:pt x="134750" y="231247"/>
                  <a:pt x="135445" y="230600"/>
                </a:cubicBezTo>
                <a:lnTo>
                  <a:pt x="177450" y="188595"/>
                </a:lnTo>
                <a:cubicBezTo>
                  <a:pt x="178127" y="187899"/>
                  <a:pt x="179050" y="187499"/>
                  <a:pt x="180022" y="187499"/>
                </a:cubicBezTo>
                <a:cubicBezTo>
                  <a:pt x="180994" y="187499"/>
                  <a:pt x="181917" y="187899"/>
                  <a:pt x="182594" y="188595"/>
                </a:cubicBezTo>
                <a:lnTo>
                  <a:pt x="191309" y="197881"/>
                </a:lnTo>
                <a:moveTo>
                  <a:pt x="117729" y="107156"/>
                </a:moveTo>
                <a:cubicBezTo>
                  <a:pt x="117729" y="115042"/>
                  <a:pt x="124129" y="121443"/>
                  <a:pt x="132016" y="121443"/>
                </a:cubicBezTo>
                <a:cubicBezTo>
                  <a:pt x="139903" y="121443"/>
                  <a:pt x="146304" y="115042"/>
                  <a:pt x="146304" y="107156"/>
                </a:cubicBezTo>
                <a:lnTo>
                  <a:pt x="146304" y="60721"/>
                </a:lnTo>
                <a:cubicBezTo>
                  <a:pt x="146380" y="58721"/>
                  <a:pt x="148018" y="57150"/>
                  <a:pt x="150018" y="57150"/>
                </a:cubicBezTo>
                <a:lnTo>
                  <a:pt x="285750" y="57150"/>
                </a:lnTo>
                <a:cubicBezTo>
                  <a:pt x="287664" y="57226"/>
                  <a:pt x="289179" y="58807"/>
                  <a:pt x="289179" y="60721"/>
                </a:cubicBezTo>
                <a:lnTo>
                  <a:pt x="289179" y="196453"/>
                </a:lnTo>
                <a:cubicBezTo>
                  <a:pt x="289179" y="198367"/>
                  <a:pt x="287664" y="199948"/>
                  <a:pt x="285750" y="200025"/>
                </a:cubicBezTo>
                <a:lnTo>
                  <a:pt x="217884" y="200025"/>
                </a:lnTo>
                <a:cubicBezTo>
                  <a:pt x="209997" y="200025"/>
                  <a:pt x="203596" y="206425"/>
                  <a:pt x="203596" y="214312"/>
                </a:cubicBezTo>
                <a:lnTo>
                  <a:pt x="203596" y="242887"/>
                </a:lnTo>
                <a:cubicBezTo>
                  <a:pt x="203615" y="246707"/>
                  <a:pt x="205158" y="250355"/>
                  <a:pt x="207883" y="253031"/>
                </a:cubicBezTo>
                <a:cubicBezTo>
                  <a:pt x="210540" y="255670"/>
                  <a:pt x="214131" y="257155"/>
                  <a:pt x="217884" y="257175"/>
                </a:cubicBezTo>
                <a:lnTo>
                  <a:pt x="289321" y="257175"/>
                </a:lnTo>
                <a:cubicBezTo>
                  <a:pt x="305104" y="257175"/>
                  <a:pt x="317896" y="244382"/>
                  <a:pt x="317896" y="228600"/>
                </a:cubicBezTo>
                <a:lnTo>
                  <a:pt x="317896" y="28575"/>
                </a:lnTo>
                <a:cubicBezTo>
                  <a:pt x="317896" y="12792"/>
                  <a:pt x="305104" y="0"/>
                  <a:pt x="289321" y="0"/>
                </a:cubicBezTo>
                <a:lnTo>
                  <a:pt x="146446" y="0"/>
                </a:lnTo>
                <a:cubicBezTo>
                  <a:pt x="130663" y="0"/>
                  <a:pt x="117871" y="12792"/>
                  <a:pt x="117871" y="28575"/>
                </a:cubicBezTo>
                <a:lnTo>
                  <a:pt x="117871" y="107156"/>
                </a:ln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07941" y="4692899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342900" h="342900">
                <a:moveTo>
                  <a:pt x="0" y="39290"/>
                </a:moveTo>
                <a:cubicBezTo>
                  <a:pt x="47" y="17611"/>
                  <a:pt x="17611" y="47"/>
                  <a:pt x="39290" y="0"/>
                </a:cubicBezTo>
                <a:lnTo>
                  <a:pt x="303609" y="0"/>
                </a:lnTo>
                <a:cubicBezTo>
                  <a:pt x="325288" y="47"/>
                  <a:pt x="342852" y="17611"/>
                  <a:pt x="342900" y="39290"/>
                </a:cubicBezTo>
                <a:lnTo>
                  <a:pt x="342900" y="303609"/>
                </a:lnTo>
                <a:cubicBezTo>
                  <a:pt x="342852" y="325288"/>
                  <a:pt x="325288" y="342852"/>
                  <a:pt x="303609" y="342900"/>
                </a:cubicBezTo>
                <a:lnTo>
                  <a:pt x="39290" y="342900"/>
                </a:lnTo>
                <a:cubicBezTo>
                  <a:pt x="17611" y="342852"/>
                  <a:pt x="47" y="325288"/>
                  <a:pt x="0" y="303609"/>
                </a:cubicBezTo>
                <a:lnTo>
                  <a:pt x="0" y="39290"/>
                </a:lnTo>
                <a:moveTo>
                  <a:pt x="242030" y="237334"/>
                </a:moveTo>
                <a:lnTo>
                  <a:pt x="242030" y="206054"/>
                </a:lnTo>
                <a:cubicBezTo>
                  <a:pt x="242020" y="205330"/>
                  <a:pt x="241849" y="204616"/>
                  <a:pt x="241534" y="203968"/>
                </a:cubicBezTo>
                <a:cubicBezTo>
                  <a:pt x="241230" y="203339"/>
                  <a:pt x="240792" y="202796"/>
                  <a:pt x="240239" y="202368"/>
                </a:cubicBezTo>
                <a:cubicBezTo>
                  <a:pt x="239039" y="201710"/>
                  <a:pt x="237591" y="201710"/>
                  <a:pt x="236391" y="202368"/>
                </a:cubicBezTo>
                <a:cubicBezTo>
                  <a:pt x="216065" y="211750"/>
                  <a:pt x="193824" y="216246"/>
                  <a:pt x="171450" y="215474"/>
                </a:cubicBezTo>
                <a:cubicBezTo>
                  <a:pt x="149228" y="216274"/>
                  <a:pt x="127120" y="211797"/>
                  <a:pt x="106508" y="202368"/>
                </a:cubicBezTo>
                <a:cubicBezTo>
                  <a:pt x="105308" y="201710"/>
                  <a:pt x="103851" y="201710"/>
                  <a:pt x="102641" y="202368"/>
                </a:cubicBezTo>
                <a:cubicBezTo>
                  <a:pt x="102088" y="202796"/>
                  <a:pt x="101650" y="203339"/>
                  <a:pt x="101355" y="203968"/>
                </a:cubicBezTo>
                <a:cubicBezTo>
                  <a:pt x="101041" y="204616"/>
                  <a:pt x="100879" y="205330"/>
                  <a:pt x="100869" y="206054"/>
                </a:cubicBezTo>
                <a:lnTo>
                  <a:pt x="100869" y="237334"/>
                </a:lnTo>
                <a:cubicBezTo>
                  <a:pt x="100869" y="251774"/>
                  <a:pt x="132511" y="263528"/>
                  <a:pt x="171450" y="263528"/>
                </a:cubicBezTo>
                <a:cubicBezTo>
                  <a:pt x="210388" y="263528"/>
                  <a:pt x="242030" y="251774"/>
                  <a:pt x="242030" y="237334"/>
                </a:cubicBezTo>
                <a:moveTo>
                  <a:pt x="171450" y="197653"/>
                </a:moveTo>
                <a:cubicBezTo>
                  <a:pt x="210388" y="197653"/>
                  <a:pt x="242030" y="185889"/>
                  <a:pt x="242030" y="171450"/>
                </a:cubicBezTo>
                <a:lnTo>
                  <a:pt x="242030" y="140169"/>
                </a:lnTo>
                <a:cubicBezTo>
                  <a:pt x="242020" y="139455"/>
                  <a:pt x="241858" y="138741"/>
                  <a:pt x="241544" y="138083"/>
                </a:cubicBezTo>
                <a:cubicBezTo>
                  <a:pt x="241249" y="137464"/>
                  <a:pt x="240811" y="136912"/>
                  <a:pt x="240258" y="136493"/>
                </a:cubicBezTo>
                <a:cubicBezTo>
                  <a:pt x="239077" y="135750"/>
                  <a:pt x="237572" y="135750"/>
                  <a:pt x="236391" y="136493"/>
                </a:cubicBezTo>
                <a:cubicBezTo>
                  <a:pt x="216036" y="145789"/>
                  <a:pt x="193814" y="150275"/>
                  <a:pt x="171450" y="149590"/>
                </a:cubicBezTo>
                <a:cubicBezTo>
                  <a:pt x="149085" y="150275"/>
                  <a:pt x="126863" y="145799"/>
                  <a:pt x="106518" y="136493"/>
                </a:cubicBezTo>
                <a:cubicBezTo>
                  <a:pt x="105327" y="135759"/>
                  <a:pt x="103841" y="135759"/>
                  <a:pt x="102660" y="136493"/>
                </a:cubicBezTo>
                <a:cubicBezTo>
                  <a:pt x="102107" y="136912"/>
                  <a:pt x="101669" y="137464"/>
                  <a:pt x="101365" y="138083"/>
                </a:cubicBezTo>
                <a:cubicBezTo>
                  <a:pt x="101050" y="138741"/>
                  <a:pt x="100879" y="139455"/>
                  <a:pt x="100869" y="140169"/>
                </a:cubicBezTo>
                <a:lnTo>
                  <a:pt x="100869" y="171450"/>
                </a:lnTo>
                <a:cubicBezTo>
                  <a:pt x="100869" y="185889"/>
                  <a:pt x="132511" y="197672"/>
                  <a:pt x="171450" y="197672"/>
                </a:cubicBezTo>
                <a:moveTo>
                  <a:pt x="242030" y="105565"/>
                </a:moveTo>
                <a:cubicBezTo>
                  <a:pt x="242030" y="91087"/>
                  <a:pt x="210426" y="79371"/>
                  <a:pt x="171450" y="79371"/>
                </a:cubicBezTo>
                <a:cubicBezTo>
                  <a:pt x="132473" y="79371"/>
                  <a:pt x="100869" y="91097"/>
                  <a:pt x="100869" y="105565"/>
                </a:cubicBezTo>
                <a:cubicBezTo>
                  <a:pt x="100869" y="120053"/>
                  <a:pt x="132473" y="131768"/>
                  <a:pt x="171450" y="131768"/>
                </a:cubicBezTo>
                <a:cubicBezTo>
                  <a:pt x="210426" y="131768"/>
                  <a:pt x="242030" y="120043"/>
                  <a:pt x="242030" y="105565"/>
                </a:cubicBezTo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14342" y="5268018"/>
            <a:ext cx="329974" cy="336508"/>
          </a:xfrm>
          <a:custGeom>
            <a:avLst/>
            <a:gdLst/>
            <a:ahLst/>
            <a:cxnLst/>
            <a:rect l="0" t="0" r="0" b="0"/>
            <a:pathLst>
              <a:path w="329974" h="336508">
                <a:moveTo>
                  <a:pt x="140246" y="135778"/>
                </a:moveTo>
                <a:cubicBezTo>
                  <a:pt x="177746" y="135778"/>
                  <a:pt x="208140" y="105384"/>
                  <a:pt x="208140" y="67884"/>
                </a:cubicBezTo>
                <a:cubicBezTo>
                  <a:pt x="208140" y="30394"/>
                  <a:pt x="177746" y="0"/>
                  <a:pt x="140246" y="0"/>
                </a:cubicBezTo>
                <a:cubicBezTo>
                  <a:pt x="102746" y="0"/>
                  <a:pt x="72351" y="30394"/>
                  <a:pt x="72351" y="67884"/>
                </a:cubicBezTo>
                <a:cubicBezTo>
                  <a:pt x="72351" y="105384"/>
                  <a:pt x="102746" y="135778"/>
                  <a:pt x="140246" y="135778"/>
                </a:cubicBezTo>
                <a:moveTo>
                  <a:pt x="142960" y="275853"/>
                </a:moveTo>
                <a:cubicBezTo>
                  <a:pt x="142960" y="283987"/>
                  <a:pt x="145418" y="291531"/>
                  <a:pt x="149637" y="297789"/>
                </a:cubicBezTo>
                <a:lnTo>
                  <a:pt x="14801" y="297789"/>
                </a:lnTo>
                <a:cubicBezTo>
                  <a:pt x="6581" y="297789"/>
                  <a:pt x="0" y="290845"/>
                  <a:pt x="1371" y="282740"/>
                </a:cubicBezTo>
                <a:cubicBezTo>
                  <a:pt x="12134" y="219541"/>
                  <a:pt x="66379" y="165877"/>
                  <a:pt x="140179" y="165877"/>
                </a:cubicBezTo>
                <a:cubicBezTo>
                  <a:pt x="180460" y="165877"/>
                  <a:pt x="214912" y="181851"/>
                  <a:pt x="239658" y="206635"/>
                </a:cubicBezTo>
                <a:cubicBezTo>
                  <a:pt x="235591" y="212578"/>
                  <a:pt x="233410" y="219608"/>
                  <a:pt x="233410" y="226809"/>
                </a:cubicBezTo>
                <a:lnTo>
                  <a:pt x="233410" y="236562"/>
                </a:lnTo>
                <a:lnTo>
                  <a:pt x="182241" y="236562"/>
                </a:lnTo>
                <a:cubicBezTo>
                  <a:pt x="160534" y="236562"/>
                  <a:pt x="142951" y="254155"/>
                  <a:pt x="142951" y="275853"/>
                </a:cubicBezTo>
                <a:moveTo>
                  <a:pt x="258413" y="257994"/>
                </a:moveTo>
                <a:lnTo>
                  <a:pt x="258413" y="226837"/>
                </a:lnTo>
                <a:cubicBezTo>
                  <a:pt x="258422" y="222504"/>
                  <a:pt x="261032" y="218608"/>
                  <a:pt x="265033" y="216950"/>
                </a:cubicBezTo>
                <a:cubicBezTo>
                  <a:pt x="269033" y="215293"/>
                  <a:pt x="273643" y="216207"/>
                  <a:pt x="276701" y="219265"/>
                </a:cubicBezTo>
                <a:lnTo>
                  <a:pt x="325783" y="268309"/>
                </a:lnTo>
                <a:cubicBezTo>
                  <a:pt x="329974" y="272500"/>
                  <a:pt x="329974" y="279292"/>
                  <a:pt x="325783" y="283473"/>
                </a:cubicBezTo>
                <a:lnTo>
                  <a:pt x="276720" y="332536"/>
                </a:lnTo>
                <a:cubicBezTo>
                  <a:pt x="273653" y="335594"/>
                  <a:pt x="269052" y="336508"/>
                  <a:pt x="265052" y="334851"/>
                </a:cubicBezTo>
                <a:cubicBezTo>
                  <a:pt x="261042" y="333194"/>
                  <a:pt x="258432" y="329298"/>
                  <a:pt x="258432" y="324964"/>
                </a:cubicBezTo>
                <a:lnTo>
                  <a:pt x="258432" y="293731"/>
                </a:lnTo>
                <a:lnTo>
                  <a:pt x="182241" y="293731"/>
                </a:lnTo>
                <a:cubicBezTo>
                  <a:pt x="172373" y="293731"/>
                  <a:pt x="164382" y="285740"/>
                  <a:pt x="164382" y="275872"/>
                </a:cubicBezTo>
                <a:cubicBezTo>
                  <a:pt x="164382" y="266004"/>
                  <a:pt x="172373" y="258013"/>
                  <a:pt x="182241" y="258013"/>
                </a:cubicBezTo>
                <a:lnTo>
                  <a:pt x="258413" y="258013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84191" y="2497386"/>
            <a:ext cx="1799253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Shantell Sans"/>
              </a:rPr>
              <a:t>Seleccionar Archivo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84191" y="5354886"/>
            <a:ext cx="1787128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Shantell Sans"/>
              </a:rPr>
              <a:t>Redirigir al Usuario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84191" y="3068886"/>
            <a:ext cx="1244727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Shantell Sans"/>
              </a:rPr>
              <a:t>Subir Imagen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84191" y="3640386"/>
            <a:ext cx="1885654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Shantell Sans"/>
              </a:rPr>
              <a:t>Obtener URL Pública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84191" y="1925886"/>
            <a:ext cx="1872329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Shantell Sans"/>
              </a:rPr>
              <a:t>Usuario Autenticado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84191" y="4211886"/>
            <a:ext cx="2400004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Shantell Sans"/>
              </a:rPr>
              <a:t>Enviar Datos del Producto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84191" y="4783386"/>
            <a:ext cx="2678753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Shantell Sans"/>
              </a:rPr>
              <a:t>Insertar en la Base de Datos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89242" y="1159124"/>
            <a:ext cx="4552054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Proceso de Publicación de Productos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4"/>
          <p:cNvGrpSpPr/>
          <p:nvPr/>
        </p:nvGrpSpPr>
        <p:grpSpPr>
          <a:xfrm>
            <a:off x="5621641" y="1990401"/>
            <a:ext cx="983630" cy="1070219"/>
            <a:chOff x="4464669" y="1468193"/>
            <a:chExt cx="983630" cy="1070219"/>
          </a:xfrm>
        </p:grpSpPr>
        <p:sp>
          <p:nvSpPr>
            <p:cNvPr id="2" name="Rounded Rectangle 1"/>
            <p:cNvSpPr/>
            <p:nvPr/>
          </p:nvSpPr>
          <p:spPr>
            <a:xfrm>
              <a:off x="4891503" y="1468193"/>
              <a:ext cx="299231" cy="423110"/>
            </a:xfrm>
            <a:custGeom>
              <a:avLst/>
              <a:gdLst/>
              <a:ahLst/>
              <a:cxnLst/>
              <a:rect l="0" t="0" r="0" b="0"/>
              <a:pathLst>
                <a:path w="299231" h="423110">
                  <a:moveTo>
                    <a:pt x="70" y="348319"/>
                  </a:moveTo>
                  <a:cubicBezTo>
                    <a:pt x="76205" y="285266"/>
                    <a:pt x="144724" y="171099"/>
                    <a:pt x="194033" y="0"/>
                  </a:cubicBezTo>
                  <a:lnTo>
                    <a:pt x="284293" y="260297"/>
                  </a:lnTo>
                  <a:cubicBezTo>
                    <a:pt x="298037" y="301841"/>
                    <a:pt x="299231" y="359463"/>
                    <a:pt x="289219" y="423110"/>
                  </a:cubicBezTo>
                  <a:cubicBezTo>
                    <a:pt x="238345" y="395780"/>
                    <a:pt x="169675" y="382256"/>
                    <a:pt x="98998" y="366371"/>
                  </a:cubicBezTo>
                  <a:cubicBezTo>
                    <a:pt x="62009" y="357986"/>
                    <a:pt x="29284" y="352167"/>
                    <a:pt x="0" y="348319"/>
                  </a:cubicBez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464669" y="2223074"/>
              <a:ext cx="526963" cy="222999"/>
            </a:xfrm>
            <a:custGeom>
              <a:avLst/>
              <a:gdLst/>
              <a:ahLst/>
              <a:cxnLst/>
              <a:rect l="0" t="0" r="0" b="0"/>
              <a:pathLst>
                <a:path w="526963" h="222999">
                  <a:moveTo>
                    <a:pt x="526963" y="49928"/>
                  </a:moveTo>
                  <a:cubicBezTo>
                    <a:pt x="485349" y="88906"/>
                    <a:pt x="437977" y="117722"/>
                    <a:pt x="385679" y="130255"/>
                  </a:cubicBezTo>
                  <a:cubicBezTo>
                    <a:pt x="0" y="222999"/>
                    <a:pt x="58047" y="96008"/>
                    <a:pt x="58047" y="96008"/>
                  </a:cubicBezTo>
                  <a:cubicBezTo>
                    <a:pt x="77779" y="38288"/>
                    <a:pt x="275546" y="0"/>
                    <a:pt x="526963" y="49928"/>
                  </a:cubicBez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22725" y="1799354"/>
              <a:ext cx="925574" cy="739058"/>
            </a:xfrm>
            <a:custGeom>
              <a:avLst/>
              <a:gdLst/>
              <a:ahLst/>
              <a:cxnLst/>
              <a:rect l="0" t="0" r="0" b="0"/>
              <a:pathLst>
                <a:path w="925574" h="739058">
                  <a:moveTo>
                    <a:pt x="726304" y="158372"/>
                  </a:moveTo>
                  <a:cubicBezTo>
                    <a:pt x="687609" y="79628"/>
                    <a:pt x="580235" y="60585"/>
                    <a:pt x="467863" y="35228"/>
                  </a:cubicBezTo>
                  <a:cubicBezTo>
                    <a:pt x="311632" y="0"/>
                    <a:pt x="230641" y="8384"/>
                    <a:pt x="167809" y="28019"/>
                  </a:cubicBezTo>
                  <a:cubicBezTo>
                    <a:pt x="114157" y="143566"/>
                    <a:pt x="0" y="519711"/>
                    <a:pt x="0" y="519711"/>
                  </a:cubicBezTo>
                  <a:cubicBezTo>
                    <a:pt x="19873" y="461495"/>
                    <a:pt x="220479" y="423012"/>
                    <a:pt x="474736" y="474718"/>
                  </a:cubicBezTo>
                  <a:cubicBezTo>
                    <a:pt x="729001" y="526415"/>
                    <a:pt x="907646" y="686565"/>
                    <a:pt x="925574" y="739058"/>
                  </a:cubicBezTo>
                  <a:cubicBezTo>
                    <a:pt x="925574" y="739058"/>
                    <a:pt x="765008" y="237107"/>
                    <a:pt x="726304" y="158372"/>
                  </a:cubicBez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621638" y="1990402"/>
            <a:ext cx="983634" cy="1070217"/>
            <a:chOff x="4464666" y="1468194"/>
            <a:chExt cx="983634" cy="1070217"/>
          </a:xfrm>
        </p:grpSpPr>
        <p:sp>
          <p:nvSpPr>
            <p:cNvPr id="6" name="Rounded Rectangle 5"/>
            <p:cNvSpPr/>
            <p:nvPr/>
          </p:nvSpPr>
          <p:spPr>
            <a:xfrm>
              <a:off x="4891502" y="1468194"/>
              <a:ext cx="299237" cy="423107"/>
            </a:xfrm>
            <a:custGeom>
              <a:avLst/>
              <a:gdLst/>
              <a:ahLst/>
              <a:cxnLst/>
              <a:rect l="0" t="0" r="0" b="0"/>
              <a:pathLst>
                <a:path w="299237" h="423107">
                  <a:moveTo>
                    <a:pt x="75" y="348314"/>
                  </a:moveTo>
                  <a:cubicBezTo>
                    <a:pt x="76209" y="285262"/>
                    <a:pt x="144724" y="171097"/>
                    <a:pt x="194037" y="0"/>
                  </a:cubicBezTo>
                  <a:lnTo>
                    <a:pt x="284293" y="260297"/>
                  </a:lnTo>
                  <a:cubicBezTo>
                    <a:pt x="298041" y="301839"/>
                    <a:pt x="299237" y="359463"/>
                    <a:pt x="289225" y="423107"/>
                  </a:cubicBezTo>
                  <a:cubicBezTo>
                    <a:pt x="238343" y="395775"/>
                    <a:pt x="169680" y="382257"/>
                    <a:pt x="98998" y="366370"/>
                  </a:cubicBezTo>
                  <a:cubicBezTo>
                    <a:pt x="62014" y="357983"/>
                    <a:pt x="29289" y="352162"/>
                    <a:pt x="0" y="348314"/>
                  </a:cubicBezTo>
                  <a:lnTo>
                    <a:pt x="75" y="348314"/>
                  </a:ln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64666" y="2223077"/>
              <a:ext cx="526970" cy="222999"/>
            </a:xfrm>
            <a:custGeom>
              <a:avLst/>
              <a:gdLst/>
              <a:ahLst/>
              <a:cxnLst/>
              <a:rect l="0" t="0" r="0" b="0"/>
              <a:pathLst>
                <a:path w="526970" h="222999">
                  <a:moveTo>
                    <a:pt x="526970" y="49928"/>
                  </a:moveTo>
                  <a:cubicBezTo>
                    <a:pt x="485353" y="88903"/>
                    <a:pt x="437984" y="117716"/>
                    <a:pt x="385683" y="130247"/>
                  </a:cubicBezTo>
                  <a:cubicBezTo>
                    <a:pt x="0" y="222999"/>
                    <a:pt x="58053" y="96008"/>
                    <a:pt x="58053" y="96008"/>
                  </a:cubicBezTo>
                  <a:cubicBezTo>
                    <a:pt x="77778" y="38285"/>
                    <a:pt x="275551" y="0"/>
                    <a:pt x="526970" y="49928"/>
                  </a:cubicBez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22721" y="1799355"/>
              <a:ext cx="925579" cy="739056"/>
            </a:xfrm>
            <a:custGeom>
              <a:avLst/>
              <a:gdLst/>
              <a:ahLst/>
              <a:cxnLst/>
              <a:rect l="0" t="0" r="0" b="0"/>
              <a:pathLst>
                <a:path w="925579" h="739056">
                  <a:moveTo>
                    <a:pt x="726312" y="158369"/>
                  </a:moveTo>
                  <a:cubicBezTo>
                    <a:pt x="687609" y="79629"/>
                    <a:pt x="580243" y="60584"/>
                    <a:pt x="467870" y="35225"/>
                  </a:cubicBezTo>
                  <a:cubicBezTo>
                    <a:pt x="311640" y="0"/>
                    <a:pt x="230647" y="8387"/>
                    <a:pt x="167812" y="28022"/>
                  </a:cubicBezTo>
                  <a:cubicBezTo>
                    <a:pt x="114165" y="143568"/>
                    <a:pt x="0" y="519707"/>
                    <a:pt x="0" y="519707"/>
                  </a:cubicBezTo>
                  <a:cubicBezTo>
                    <a:pt x="19874" y="461491"/>
                    <a:pt x="220486" y="423009"/>
                    <a:pt x="474744" y="474713"/>
                  </a:cubicBezTo>
                  <a:cubicBezTo>
                    <a:pt x="729001" y="526417"/>
                    <a:pt x="907647" y="686562"/>
                    <a:pt x="925579" y="739056"/>
                  </a:cubicBezTo>
                  <a:cubicBezTo>
                    <a:pt x="925579" y="739056"/>
                    <a:pt x="765015" y="237109"/>
                    <a:pt x="726312" y="158369"/>
                  </a:cubicBez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366580" y="2866064"/>
            <a:ext cx="1521729" cy="1017107"/>
            <a:chOff x="4209608" y="2343856"/>
            <a:chExt cx="1521729" cy="1017107"/>
          </a:xfrm>
        </p:grpSpPr>
        <p:sp>
          <p:nvSpPr>
            <p:cNvPr id="10" name="Rounded Rectangle 9"/>
            <p:cNvSpPr/>
            <p:nvPr/>
          </p:nvSpPr>
          <p:spPr>
            <a:xfrm>
              <a:off x="5021511" y="2343856"/>
              <a:ext cx="451722" cy="366610"/>
            </a:xfrm>
            <a:custGeom>
              <a:avLst/>
              <a:gdLst/>
              <a:ahLst/>
              <a:cxnLst/>
              <a:rect l="0" t="0" r="0" b="0"/>
              <a:pathLst>
                <a:path w="451722" h="366610">
                  <a:moveTo>
                    <a:pt x="190053" y="0"/>
                  </a:moveTo>
                  <a:cubicBezTo>
                    <a:pt x="325438" y="67104"/>
                    <a:pt x="412938" y="153038"/>
                    <a:pt x="425170" y="188753"/>
                  </a:cubicBezTo>
                  <a:cubicBezTo>
                    <a:pt x="425170" y="188753"/>
                    <a:pt x="423976" y="185021"/>
                    <a:pt x="421809" y="178254"/>
                  </a:cubicBezTo>
                  <a:lnTo>
                    <a:pt x="428222" y="192875"/>
                  </a:lnTo>
                  <a:cubicBezTo>
                    <a:pt x="446946" y="255167"/>
                    <a:pt x="451722" y="313047"/>
                    <a:pt x="444929" y="366610"/>
                  </a:cubicBezTo>
                  <a:cubicBezTo>
                    <a:pt x="356023" y="300983"/>
                    <a:pt x="192521" y="242413"/>
                    <a:pt x="0" y="208565"/>
                  </a:cubicBezTo>
                  <a:cubicBezTo>
                    <a:pt x="81008" y="152357"/>
                    <a:pt x="148209" y="79858"/>
                    <a:pt x="190133" y="0"/>
                  </a:cubicBezTo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09608" y="2934970"/>
              <a:ext cx="993987" cy="285973"/>
            </a:xfrm>
            <a:custGeom>
              <a:avLst/>
              <a:gdLst/>
              <a:ahLst/>
              <a:cxnLst/>
              <a:rect l="0" t="0" r="0" b="0"/>
              <a:pathLst>
                <a:path w="993987" h="285973">
                  <a:moveTo>
                    <a:pt x="798264" y="67201"/>
                  </a:moveTo>
                  <a:cubicBezTo>
                    <a:pt x="867040" y="78681"/>
                    <a:pt x="932526" y="94186"/>
                    <a:pt x="993987" y="112433"/>
                  </a:cubicBezTo>
                  <a:cubicBezTo>
                    <a:pt x="871365" y="182571"/>
                    <a:pt x="718379" y="230155"/>
                    <a:pt x="561740" y="255459"/>
                  </a:cubicBezTo>
                  <a:cubicBezTo>
                    <a:pt x="466634" y="270867"/>
                    <a:pt x="383769" y="280092"/>
                    <a:pt x="312153" y="281171"/>
                  </a:cubicBezTo>
                  <a:cubicBezTo>
                    <a:pt x="0" y="285973"/>
                    <a:pt x="47212" y="159911"/>
                    <a:pt x="47212" y="159911"/>
                  </a:cubicBezTo>
                  <a:cubicBezTo>
                    <a:pt x="76081" y="75639"/>
                    <a:pt x="394356" y="0"/>
                    <a:pt x="798193" y="67104"/>
                  </a:cubicBezTo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256900" y="2498345"/>
              <a:ext cx="1474437" cy="862618"/>
            </a:xfrm>
            <a:custGeom>
              <a:avLst/>
              <a:gdLst/>
              <a:ahLst/>
              <a:cxnLst/>
              <a:rect l="0" t="0" r="0" b="0"/>
              <a:pathLst>
                <a:path w="1474437" h="862618">
                  <a:moveTo>
                    <a:pt x="1474437" y="862618"/>
                  </a:moveTo>
                  <a:cubicBezTo>
                    <a:pt x="1474437" y="862618"/>
                    <a:pt x="1317268" y="375932"/>
                    <a:pt x="1272885" y="281551"/>
                  </a:cubicBezTo>
                  <a:cubicBezTo>
                    <a:pt x="1228432" y="187179"/>
                    <a:pt x="1012198" y="94664"/>
                    <a:pt x="743967" y="50423"/>
                  </a:cubicBezTo>
                  <a:cubicBezTo>
                    <a:pt x="437924" y="0"/>
                    <a:pt x="237947" y="51307"/>
                    <a:pt x="172603" y="92214"/>
                  </a:cubicBezTo>
                  <a:cubicBezTo>
                    <a:pt x="115095" y="214942"/>
                    <a:pt x="0" y="596659"/>
                    <a:pt x="0" y="596659"/>
                  </a:cubicBezTo>
                  <a:cubicBezTo>
                    <a:pt x="28868" y="512387"/>
                    <a:pt x="347143" y="436757"/>
                    <a:pt x="750980" y="503852"/>
                  </a:cubicBezTo>
                  <a:cubicBezTo>
                    <a:pt x="1154809" y="570957"/>
                    <a:pt x="1445718" y="778841"/>
                    <a:pt x="1474437" y="862618"/>
                  </a:cubicBezTo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366576" y="2866065"/>
            <a:ext cx="1521728" cy="1017106"/>
            <a:chOff x="4209604" y="2343857"/>
            <a:chExt cx="1521728" cy="1017106"/>
          </a:xfrm>
        </p:grpSpPr>
        <p:sp>
          <p:nvSpPr>
            <p:cNvPr id="14" name="Rounded Rectangle 13"/>
            <p:cNvSpPr/>
            <p:nvPr/>
          </p:nvSpPr>
          <p:spPr>
            <a:xfrm>
              <a:off x="5021511" y="2343857"/>
              <a:ext cx="451721" cy="366610"/>
            </a:xfrm>
            <a:custGeom>
              <a:avLst/>
              <a:gdLst/>
              <a:ahLst/>
              <a:cxnLst/>
              <a:rect l="0" t="0" r="0" b="0"/>
              <a:pathLst>
                <a:path w="451721" h="366610">
                  <a:moveTo>
                    <a:pt x="190057" y="0"/>
                  </a:moveTo>
                  <a:cubicBezTo>
                    <a:pt x="325439" y="67102"/>
                    <a:pt x="412934" y="153040"/>
                    <a:pt x="425167" y="188749"/>
                  </a:cubicBezTo>
                  <a:cubicBezTo>
                    <a:pt x="425167" y="188749"/>
                    <a:pt x="423974" y="185021"/>
                    <a:pt x="421810" y="178253"/>
                  </a:cubicBezTo>
                  <a:lnTo>
                    <a:pt x="428224" y="192869"/>
                  </a:lnTo>
                  <a:cubicBezTo>
                    <a:pt x="446947" y="255165"/>
                    <a:pt x="451721" y="313046"/>
                    <a:pt x="444933" y="366610"/>
                  </a:cubicBezTo>
                  <a:cubicBezTo>
                    <a:pt x="356021" y="300979"/>
                    <a:pt x="192518" y="242412"/>
                    <a:pt x="0" y="208567"/>
                  </a:cubicBezTo>
                  <a:cubicBezTo>
                    <a:pt x="81005" y="152354"/>
                    <a:pt x="148212" y="79855"/>
                    <a:pt x="190131" y="0"/>
                  </a:cubicBezTo>
                  <a:lnTo>
                    <a:pt x="190057" y="0"/>
                  </a:ln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209604" y="2934974"/>
              <a:ext cx="993995" cy="285970"/>
            </a:xfrm>
            <a:custGeom>
              <a:avLst/>
              <a:gdLst/>
              <a:ahLst/>
              <a:cxnLst/>
              <a:rect l="0" t="0" r="0" b="0"/>
              <a:pathLst>
                <a:path w="993995" h="285970">
                  <a:moveTo>
                    <a:pt x="798269" y="67200"/>
                  </a:moveTo>
                  <a:cubicBezTo>
                    <a:pt x="867042" y="78678"/>
                    <a:pt x="932533" y="94178"/>
                    <a:pt x="993995" y="112426"/>
                  </a:cubicBezTo>
                  <a:cubicBezTo>
                    <a:pt x="871368" y="182569"/>
                    <a:pt x="718383" y="230149"/>
                    <a:pt x="561742" y="255459"/>
                  </a:cubicBezTo>
                  <a:cubicBezTo>
                    <a:pt x="466639" y="270861"/>
                    <a:pt x="383769" y="280084"/>
                    <a:pt x="312161" y="281163"/>
                  </a:cubicBezTo>
                  <a:cubicBezTo>
                    <a:pt x="0" y="285970"/>
                    <a:pt x="47216" y="159907"/>
                    <a:pt x="47216" y="159907"/>
                  </a:cubicBezTo>
                  <a:cubicBezTo>
                    <a:pt x="76082" y="75637"/>
                    <a:pt x="394360" y="0"/>
                    <a:pt x="798195" y="67102"/>
                  </a:cubicBezTo>
                  <a:lnTo>
                    <a:pt x="798269" y="67200"/>
                  </a:ln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56898" y="2498344"/>
              <a:ext cx="1474434" cy="862619"/>
            </a:xfrm>
            <a:custGeom>
              <a:avLst/>
              <a:gdLst/>
              <a:ahLst/>
              <a:cxnLst/>
              <a:rect l="0" t="0" r="0" b="0"/>
              <a:pathLst>
                <a:path w="1474434" h="862619">
                  <a:moveTo>
                    <a:pt x="1474434" y="862619"/>
                  </a:moveTo>
                  <a:cubicBezTo>
                    <a:pt x="1474434" y="862619"/>
                    <a:pt x="1317271" y="375931"/>
                    <a:pt x="1272890" y="281556"/>
                  </a:cubicBezTo>
                  <a:cubicBezTo>
                    <a:pt x="1228434" y="187180"/>
                    <a:pt x="1012195" y="94669"/>
                    <a:pt x="743968" y="50425"/>
                  </a:cubicBezTo>
                  <a:cubicBezTo>
                    <a:pt x="437922" y="0"/>
                    <a:pt x="237944" y="51308"/>
                    <a:pt x="172603" y="92216"/>
                  </a:cubicBezTo>
                  <a:cubicBezTo>
                    <a:pt x="115093" y="214944"/>
                    <a:pt x="0" y="596663"/>
                    <a:pt x="0" y="596663"/>
                  </a:cubicBezTo>
                  <a:cubicBezTo>
                    <a:pt x="28866" y="512392"/>
                    <a:pt x="347145" y="436754"/>
                    <a:pt x="750979" y="503857"/>
                  </a:cubicBezTo>
                  <a:cubicBezTo>
                    <a:pt x="1154813" y="570959"/>
                    <a:pt x="1445717" y="778839"/>
                    <a:pt x="1474434" y="862619"/>
                  </a:cubicBez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104769" y="3662090"/>
            <a:ext cx="2066550" cy="1052477"/>
            <a:chOff x="3947797" y="3139882"/>
            <a:chExt cx="2066550" cy="1052477"/>
          </a:xfrm>
        </p:grpSpPr>
        <p:sp>
          <p:nvSpPr>
            <p:cNvPr id="18" name="Rounded Rectangle 17"/>
            <p:cNvSpPr/>
            <p:nvPr/>
          </p:nvSpPr>
          <p:spPr>
            <a:xfrm>
              <a:off x="3947797" y="3651810"/>
              <a:ext cx="1483733" cy="365248"/>
            </a:xfrm>
            <a:custGeom>
              <a:avLst/>
              <a:gdLst/>
              <a:ahLst/>
              <a:cxnLst/>
              <a:rect l="0" t="0" r="0" b="0"/>
              <a:pathLst>
                <a:path w="1483733" h="365248">
                  <a:moveTo>
                    <a:pt x="1068494" y="83272"/>
                  </a:moveTo>
                  <a:cubicBezTo>
                    <a:pt x="1219508" y="105967"/>
                    <a:pt x="1359306" y="141585"/>
                    <a:pt x="1483733" y="183809"/>
                  </a:cubicBezTo>
                  <a:cubicBezTo>
                    <a:pt x="1359456" y="246553"/>
                    <a:pt x="1207700" y="295694"/>
                    <a:pt x="1045719" y="330223"/>
                  </a:cubicBezTo>
                  <a:cubicBezTo>
                    <a:pt x="690448" y="283753"/>
                    <a:pt x="394630" y="314931"/>
                    <a:pt x="199561" y="365248"/>
                  </a:cubicBezTo>
                  <a:cubicBezTo>
                    <a:pt x="0" y="318283"/>
                    <a:pt x="34582" y="224954"/>
                    <a:pt x="34582" y="224954"/>
                  </a:cubicBezTo>
                  <a:cubicBezTo>
                    <a:pt x="72596" y="113565"/>
                    <a:pt x="513971" y="0"/>
                    <a:pt x="1068494" y="83369"/>
                  </a:cubicBez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234887" y="3139882"/>
              <a:ext cx="516137" cy="382008"/>
            </a:xfrm>
            <a:custGeom>
              <a:avLst/>
              <a:gdLst/>
              <a:ahLst/>
              <a:cxnLst/>
              <a:rect l="0" t="0" r="0" b="0"/>
              <a:pathLst>
                <a:path w="516137" h="382008">
                  <a:moveTo>
                    <a:pt x="216729" y="97"/>
                  </a:moveTo>
                  <a:cubicBezTo>
                    <a:pt x="376180" y="79911"/>
                    <a:pt x="477973" y="168508"/>
                    <a:pt x="494406" y="216561"/>
                  </a:cubicBezTo>
                  <a:cubicBezTo>
                    <a:pt x="494406" y="216561"/>
                    <a:pt x="494256" y="215968"/>
                    <a:pt x="493876" y="214977"/>
                  </a:cubicBezTo>
                  <a:lnTo>
                    <a:pt x="498660" y="226422"/>
                  </a:lnTo>
                  <a:cubicBezTo>
                    <a:pt x="514943" y="281277"/>
                    <a:pt x="516137" y="333177"/>
                    <a:pt x="504560" y="382008"/>
                  </a:cubicBezTo>
                  <a:cubicBezTo>
                    <a:pt x="406128" y="306236"/>
                    <a:pt x="225396" y="223362"/>
                    <a:pt x="0" y="167031"/>
                  </a:cubicBezTo>
                  <a:cubicBezTo>
                    <a:pt x="88499" y="117899"/>
                    <a:pt x="163404" y="61072"/>
                    <a:pt x="216729" y="0"/>
                  </a:cubicBez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982300" y="3193817"/>
              <a:ext cx="2032047" cy="998542"/>
            </a:xfrm>
            <a:custGeom>
              <a:avLst/>
              <a:gdLst/>
              <a:ahLst/>
              <a:cxnLst/>
              <a:rect l="0" t="0" r="0" b="0"/>
              <a:pathLst>
                <a:path w="2032047" h="998542">
                  <a:moveTo>
                    <a:pt x="2032047" y="998542"/>
                  </a:moveTo>
                  <a:cubicBezTo>
                    <a:pt x="2032047" y="998542"/>
                    <a:pt x="1882458" y="521515"/>
                    <a:pt x="1832123" y="410426"/>
                  </a:cubicBezTo>
                  <a:cubicBezTo>
                    <a:pt x="1781859" y="299338"/>
                    <a:pt x="1451768" y="130228"/>
                    <a:pt x="1026668" y="68669"/>
                  </a:cubicBezTo>
                  <a:cubicBezTo>
                    <a:pt x="570205" y="0"/>
                    <a:pt x="250489" y="97176"/>
                    <a:pt x="182447" y="159928"/>
                  </a:cubicBezTo>
                  <a:cubicBezTo>
                    <a:pt x="120915" y="291245"/>
                    <a:pt x="0" y="682832"/>
                    <a:pt x="0" y="682832"/>
                  </a:cubicBezTo>
                  <a:cubicBezTo>
                    <a:pt x="38014" y="571443"/>
                    <a:pt x="479388" y="457887"/>
                    <a:pt x="1033912" y="541247"/>
                  </a:cubicBezTo>
                  <a:cubicBezTo>
                    <a:pt x="1588435" y="624617"/>
                    <a:pt x="1992468" y="882421"/>
                    <a:pt x="2031977" y="998445"/>
                  </a:cubicBez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104773" y="3662088"/>
            <a:ext cx="2066551" cy="1052480"/>
            <a:chOff x="3947801" y="3139880"/>
            <a:chExt cx="2066551" cy="1052480"/>
          </a:xfrm>
        </p:grpSpPr>
        <p:sp>
          <p:nvSpPr>
            <p:cNvPr id="22" name="Rounded Rectangle 21"/>
            <p:cNvSpPr/>
            <p:nvPr/>
          </p:nvSpPr>
          <p:spPr>
            <a:xfrm>
              <a:off x="3947801" y="3651814"/>
              <a:ext cx="1483729" cy="365242"/>
            </a:xfrm>
            <a:custGeom>
              <a:avLst/>
              <a:gdLst/>
              <a:ahLst/>
              <a:cxnLst/>
              <a:rect l="0" t="0" r="0" b="0"/>
              <a:pathLst>
                <a:path w="1483729" h="365242">
                  <a:moveTo>
                    <a:pt x="1068491" y="83269"/>
                  </a:moveTo>
                  <a:cubicBezTo>
                    <a:pt x="1219501" y="105961"/>
                    <a:pt x="1359307" y="141577"/>
                    <a:pt x="1483729" y="183804"/>
                  </a:cubicBezTo>
                  <a:cubicBezTo>
                    <a:pt x="1359456" y="246553"/>
                    <a:pt x="1207700" y="295686"/>
                    <a:pt x="1045713" y="330217"/>
                  </a:cubicBezTo>
                  <a:cubicBezTo>
                    <a:pt x="690445" y="283748"/>
                    <a:pt x="394625" y="314925"/>
                    <a:pt x="199553" y="365242"/>
                  </a:cubicBezTo>
                  <a:cubicBezTo>
                    <a:pt x="0" y="318279"/>
                    <a:pt x="34579" y="224946"/>
                    <a:pt x="34579" y="224946"/>
                  </a:cubicBezTo>
                  <a:cubicBezTo>
                    <a:pt x="72592" y="113558"/>
                    <a:pt x="513969" y="0"/>
                    <a:pt x="1068491" y="83367"/>
                  </a:cubicBezTo>
                  <a:lnTo>
                    <a:pt x="1068491" y="83269"/>
                  </a:ln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234888" y="3139880"/>
              <a:ext cx="516134" cy="382014"/>
            </a:xfrm>
            <a:custGeom>
              <a:avLst/>
              <a:gdLst/>
              <a:ahLst/>
              <a:cxnLst/>
              <a:rect l="0" t="0" r="0" b="0"/>
              <a:pathLst>
                <a:path w="516134" h="382014">
                  <a:moveTo>
                    <a:pt x="216730" y="99"/>
                  </a:moveTo>
                  <a:cubicBezTo>
                    <a:pt x="376178" y="79915"/>
                    <a:pt x="477971" y="168512"/>
                    <a:pt x="494402" y="216560"/>
                  </a:cubicBezTo>
                  <a:cubicBezTo>
                    <a:pt x="494402" y="216560"/>
                    <a:pt x="494252" y="215968"/>
                    <a:pt x="493879" y="214982"/>
                  </a:cubicBezTo>
                  <a:lnTo>
                    <a:pt x="498659" y="226426"/>
                  </a:lnTo>
                  <a:cubicBezTo>
                    <a:pt x="514939" y="281281"/>
                    <a:pt x="516134" y="333177"/>
                    <a:pt x="504558" y="382014"/>
                  </a:cubicBezTo>
                  <a:cubicBezTo>
                    <a:pt x="406126" y="306243"/>
                    <a:pt x="225393" y="223367"/>
                    <a:pt x="0" y="167032"/>
                  </a:cubicBezTo>
                  <a:cubicBezTo>
                    <a:pt x="88499" y="117899"/>
                    <a:pt x="163406" y="61071"/>
                    <a:pt x="216730" y="0"/>
                  </a:cubicBezTo>
                  <a:lnTo>
                    <a:pt x="216730" y="99"/>
                  </a:ln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982300" y="3193814"/>
              <a:ext cx="2032052" cy="998546"/>
            </a:xfrm>
            <a:custGeom>
              <a:avLst/>
              <a:gdLst/>
              <a:ahLst/>
              <a:cxnLst/>
              <a:rect l="0" t="0" r="0" b="0"/>
              <a:pathLst>
                <a:path w="2032052" h="998546">
                  <a:moveTo>
                    <a:pt x="2032052" y="998546"/>
                  </a:moveTo>
                  <a:cubicBezTo>
                    <a:pt x="2032052" y="998546"/>
                    <a:pt x="1882461" y="521520"/>
                    <a:pt x="1832125" y="410429"/>
                  </a:cubicBezTo>
                  <a:cubicBezTo>
                    <a:pt x="1781863" y="299337"/>
                    <a:pt x="1451764" y="130232"/>
                    <a:pt x="1026668" y="68668"/>
                  </a:cubicBezTo>
                  <a:cubicBezTo>
                    <a:pt x="570205" y="0"/>
                    <a:pt x="250487" y="97180"/>
                    <a:pt x="182450" y="159928"/>
                  </a:cubicBezTo>
                  <a:cubicBezTo>
                    <a:pt x="120911" y="291247"/>
                    <a:pt x="0" y="682831"/>
                    <a:pt x="0" y="682831"/>
                  </a:cubicBezTo>
                  <a:cubicBezTo>
                    <a:pt x="38013" y="571443"/>
                    <a:pt x="479391" y="457885"/>
                    <a:pt x="1033913" y="541253"/>
                  </a:cubicBezTo>
                  <a:cubicBezTo>
                    <a:pt x="1588435" y="624621"/>
                    <a:pt x="1992470" y="882422"/>
                    <a:pt x="2031977" y="998446"/>
                  </a:cubicBezTo>
                  <a:lnTo>
                    <a:pt x="2032052" y="998546"/>
                  </a:ln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806917" y="4425597"/>
            <a:ext cx="2647422" cy="1120368"/>
            <a:chOff x="3649945" y="3903389"/>
            <a:chExt cx="2647422" cy="1120368"/>
          </a:xfrm>
        </p:grpSpPr>
        <p:sp>
          <p:nvSpPr>
            <p:cNvPr id="26" name="Rounded Rectangle 25"/>
            <p:cNvSpPr/>
            <p:nvPr/>
          </p:nvSpPr>
          <p:spPr>
            <a:xfrm>
              <a:off x="5485748" y="3953520"/>
              <a:ext cx="545820" cy="392790"/>
            </a:xfrm>
            <a:custGeom>
              <a:avLst/>
              <a:gdLst/>
              <a:ahLst/>
              <a:cxnLst/>
              <a:rect l="0" t="0" r="0" b="0"/>
              <a:pathLst>
                <a:path w="545820" h="392790">
                  <a:moveTo>
                    <a:pt x="220107" y="0"/>
                  </a:moveTo>
                  <a:cubicBezTo>
                    <a:pt x="386661" y="84360"/>
                    <a:pt x="495255" y="172346"/>
                    <a:pt x="523001" y="230447"/>
                  </a:cubicBezTo>
                  <a:lnTo>
                    <a:pt x="531129" y="250436"/>
                  </a:lnTo>
                  <a:cubicBezTo>
                    <a:pt x="545820" y="300010"/>
                    <a:pt x="544405" y="347620"/>
                    <a:pt x="529113" y="392790"/>
                  </a:cubicBezTo>
                  <a:cubicBezTo>
                    <a:pt x="427160" y="311083"/>
                    <a:pt x="240538" y="214376"/>
                    <a:pt x="0" y="138542"/>
                  </a:cubicBezTo>
                  <a:cubicBezTo>
                    <a:pt x="88163" y="96318"/>
                    <a:pt x="163422" y="49485"/>
                    <a:pt x="220178" y="0"/>
                  </a:cubicBezTo>
                </a:path>
              </a:pathLst>
            </a:custGeom>
            <a:solidFill>
              <a:srgbClr val="DCE9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649945" y="4375551"/>
              <a:ext cx="2031198" cy="501225"/>
            </a:xfrm>
            <a:custGeom>
              <a:avLst/>
              <a:gdLst/>
              <a:ahLst/>
              <a:cxnLst/>
              <a:rect l="0" t="0" r="0" b="0"/>
              <a:pathLst>
                <a:path w="2031198" h="501225">
                  <a:moveTo>
                    <a:pt x="1377225" y="98370"/>
                  </a:moveTo>
                  <a:cubicBezTo>
                    <a:pt x="1621797" y="132563"/>
                    <a:pt x="1843692" y="191743"/>
                    <a:pt x="2031198" y="260421"/>
                  </a:cubicBezTo>
                  <a:cubicBezTo>
                    <a:pt x="1754750" y="388341"/>
                    <a:pt x="1348578" y="470464"/>
                    <a:pt x="952187" y="491965"/>
                  </a:cubicBezTo>
                  <a:cubicBezTo>
                    <a:pt x="801395" y="500120"/>
                    <a:pt x="660456" y="501225"/>
                    <a:pt x="532624" y="491717"/>
                  </a:cubicBezTo>
                  <a:cubicBezTo>
                    <a:pt x="0" y="452005"/>
                    <a:pt x="67573" y="287070"/>
                    <a:pt x="67573" y="287070"/>
                  </a:cubicBezTo>
                  <a:cubicBezTo>
                    <a:pt x="114564" y="150102"/>
                    <a:pt x="673360" y="0"/>
                    <a:pt x="1377225" y="98467"/>
                  </a:cubicBezTo>
                </a:path>
              </a:pathLst>
            </a:custGeom>
            <a:solidFill>
              <a:srgbClr val="DCE9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717518" y="3903389"/>
              <a:ext cx="2579849" cy="1120368"/>
            </a:xfrm>
            <a:custGeom>
              <a:avLst/>
              <a:gdLst/>
              <a:ahLst/>
              <a:cxnLst/>
              <a:rect l="0" t="0" r="0" b="0"/>
              <a:pathLst>
                <a:path w="2579849" h="1120368">
                  <a:moveTo>
                    <a:pt x="2579849" y="1120368"/>
                  </a:moveTo>
                  <a:cubicBezTo>
                    <a:pt x="2579849" y="1120368"/>
                    <a:pt x="2433585" y="659093"/>
                    <a:pt x="2377501" y="532703"/>
                  </a:cubicBezTo>
                  <a:cubicBezTo>
                    <a:pt x="2321488" y="406314"/>
                    <a:pt x="1882918" y="163917"/>
                    <a:pt x="1302117" y="84749"/>
                  </a:cubicBezTo>
                  <a:cubicBezTo>
                    <a:pt x="696329" y="0"/>
                    <a:pt x="257839" y="140603"/>
                    <a:pt x="187205" y="224273"/>
                  </a:cubicBezTo>
                  <a:cubicBezTo>
                    <a:pt x="121790" y="362418"/>
                    <a:pt x="0" y="759126"/>
                    <a:pt x="0" y="759126"/>
                  </a:cubicBezTo>
                  <a:cubicBezTo>
                    <a:pt x="46982" y="622158"/>
                    <a:pt x="605787" y="472056"/>
                    <a:pt x="1309652" y="570523"/>
                  </a:cubicBezTo>
                  <a:cubicBezTo>
                    <a:pt x="2013518" y="668991"/>
                    <a:pt x="2529505" y="973600"/>
                    <a:pt x="2579849" y="1120368"/>
                  </a:cubicBezTo>
                </a:path>
              </a:pathLst>
            </a:custGeom>
            <a:solidFill>
              <a:srgbClr val="DCE9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806919" y="4425600"/>
            <a:ext cx="2647422" cy="1120365"/>
            <a:chOff x="3649947" y="3903392"/>
            <a:chExt cx="2647422" cy="1120365"/>
          </a:xfrm>
        </p:grpSpPr>
        <p:sp>
          <p:nvSpPr>
            <p:cNvPr id="30" name="Rounded Rectangle 29"/>
            <p:cNvSpPr/>
            <p:nvPr/>
          </p:nvSpPr>
          <p:spPr>
            <a:xfrm>
              <a:off x="5485751" y="3953523"/>
              <a:ext cx="545820" cy="392788"/>
            </a:xfrm>
            <a:custGeom>
              <a:avLst/>
              <a:gdLst/>
              <a:ahLst/>
              <a:cxnLst/>
              <a:rect l="0" t="0" r="0" b="0"/>
              <a:pathLst>
                <a:path w="545820" h="392788">
                  <a:moveTo>
                    <a:pt x="220103" y="0"/>
                  </a:moveTo>
                  <a:cubicBezTo>
                    <a:pt x="386654" y="84358"/>
                    <a:pt x="495251" y="172341"/>
                    <a:pt x="522996" y="230441"/>
                  </a:cubicBezTo>
                  <a:lnTo>
                    <a:pt x="531126" y="250428"/>
                  </a:lnTo>
                  <a:cubicBezTo>
                    <a:pt x="545820" y="300004"/>
                    <a:pt x="544403" y="347621"/>
                    <a:pt x="529113" y="392788"/>
                  </a:cubicBezTo>
                  <a:cubicBezTo>
                    <a:pt x="427154" y="311076"/>
                    <a:pt x="240539" y="214372"/>
                    <a:pt x="0" y="138538"/>
                  </a:cubicBezTo>
                  <a:cubicBezTo>
                    <a:pt x="88160" y="96311"/>
                    <a:pt x="163418" y="49478"/>
                    <a:pt x="220178" y="0"/>
                  </a:cubicBezTo>
                  <a:lnTo>
                    <a:pt x="220103" y="0"/>
                  </a:ln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649947" y="4375553"/>
              <a:ext cx="2031510" cy="501226"/>
            </a:xfrm>
            <a:custGeom>
              <a:avLst/>
              <a:gdLst/>
              <a:ahLst/>
              <a:cxnLst/>
              <a:rect l="0" t="0" r="0" b="0"/>
              <a:pathLst>
                <a:path w="2031510" h="501226">
                  <a:moveTo>
                    <a:pt x="1377226" y="98368"/>
                  </a:moveTo>
                  <a:cubicBezTo>
                    <a:pt x="1621794" y="132562"/>
                    <a:pt x="1843687" y="191740"/>
                    <a:pt x="2031196" y="260422"/>
                  </a:cubicBezTo>
                  <a:lnTo>
                    <a:pt x="2031510" y="260558"/>
                  </a:lnTo>
                  <a:cubicBezTo>
                    <a:pt x="1754746" y="388339"/>
                    <a:pt x="1348572" y="470461"/>
                    <a:pt x="952190" y="491962"/>
                  </a:cubicBezTo>
                  <a:cubicBezTo>
                    <a:pt x="801394" y="500115"/>
                    <a:pt x="660458" y="501226"/>
                    <a:pt x="532619" y="491715"/>
                  </a:cubicBezTo>
                  <a:cubicBezTo>
                    <a:pt x="0" y="452004"/>
                    <a:pt x="67570" y="287072"/>
                    <a:pt x="67570" y="287072"/>
                  </a:cubicBezTo>
                  <a:cubicBezTo>
                    <a:pt x="114559" y="150100"/>
                    <a:pt x="673358" y="0"/>
                    <a:pt x="1377226" y="98466"/>
                  </a:cubicBezTo>
                  <a:lnTo>
                    <a:pt x="1377226" y="98368"/>
                  </a:ln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717513" y="3903392"/>
              <a:ext cx="2579856" cy="1120365"/>
            </a:xfrm>
            <a:custGeom>
              <a:avLst/>
              <a:gdLst/>
              <a:ahLst/>
              <a:cxnLst/>
              <a:rect l="0" t="0" r="0" b="0"/>
              <a:pathLst>
                <a:path w="2579856" h="1120365">
                  <a:moveTo>
                    <a:pt x="2579856" y="1120365"/>
                  </a:moveTo>
                  <a:cubicBezTo>
                    <a:pt x="2579856" y="1120365"/>
                    <a:pt x="2433593" y="659090"/>
                    <a:pt x="2377504" y="532699"/>
                  </a:cubicBezTo>
                  <a:cubicBezTo>
                    <a:pt x="2321490" y="406309"/>
                    <a:pt x="1882924" y="163915"/>
                    <a:pt x="1302123" y="84749"/>
                  </a:cubicBezTo>
                  <a:cubicBezTo>
                    <a:pt x="696335" y="0"/>
                    <a:pt x="257844" y="140596"/>
                    <a:pt x="187211" y="224268"/>
                  </a:cubicBezTo>
                  <a:cubicBezTo>
                    <a:pt x="121798" y="362416"/>
                    <a:pt x="0" y="759124"/>
                    <a:pt x="0" y="759124"/>
                  </a:cubicBezTo>
                  <a:cubicBezTo>
                    <a:pt x="46988" y="622152"/>
                    <a:pt x="605788" y="472051"/>
                    <a:pt x="1309656" y="570518"/>
                  </a:cubicBezTo>
                  <a:cubicBezTo>
                    <a:pt x="2013525" y="668985"/>
                    <a:pt x="2529511" y="973595"/>
                    <a:pt x="2579856" y="1120365"/>
                  </a:cubicBez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736119" y="1008663"/>
            <a:ext cx="5563625" cy="30956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84848"/>
                </a:solidFill>
                <a:latin typeface="Shantell Sans"/>
              </a:rPr>
              <a:t>Jerarquía de Seguridad y Despliegue en la Nube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9882" y="1826792"/>
            <a:ext cx="2101637" cy="260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ABDA"/>
                </a:solidFill>
                <a:latin typeface="Shantell Sans"/>
              </a:rPr>
              <a:t>Despliegue de Backend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29882" y="2145199"/>
            <a:ext cx="2331253" cy="52006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84848"/>
                </a:solidFill>
                <a:latin typeface="Shantell Sans"/>
              </a:rPr>
              <a:t>Supabase aloja el backend
accesible mediante HTTPS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9882" y="2888149"/>
            <a:ext cx="2172810" cy="260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92BD39"/>
                </a:solidFill>
                <a:latin typeface="Shantell Sans"/>
              </a:rPr>
              <a:t>Despliegue de Frontend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29882" y="3206557"/>
            <a:ext cx="2580627" cy="52006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84848"/>
                </a:solidFill>
                <a:latin typeface="Shantell Sans"/>
              </a:rPr>
              <a:t>Vercel aloja el frontend como
aplicación estática dinámica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29882" y="3949507"/>
            <a:ext cx="2046084" cy="260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CC583"/>
                </a:solidFill>
                <a:latin typeface="Shantell Sans"/>
              </a:rPr>
              <a:t>Gestión de Claves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29882" y="4267914"/>
            <a:ext cx="2623126" cy="52006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84848"/>
                </a:solidFill>
                <a:latin typeface="Shantell Sans"/>
              </a:rPr>
              <a:t>Supabase gestiona claves API
y contextos de sesión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29882" y="5010864"/>
            <a:ext cx="2331465" cy="260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88E7"/>
                </a:solidFill>
                <a:latin typeface="Shantell Sans"/>
              </a:rPr>
              <a:t>Seguridad a Nivel de Fila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29882" y="5329271"/>
            <a:ext cx="2533715" cy="52006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84848"/>
                </a:solidFill>
                <a:latin typeface="Shantell Sans"/>
              </a:rPr>
              <a:t>Filtra operaciones SQL según
la identidad del usuario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01815" y="1762047"/>
            <a:ext cx="293699" cy="279227"/>
          </a:xfrm>
          <a:custGeom>
            <a:avLst/>
            <a:gdLst/>
            <a:ahLst/>
            <a:cxnLst/>
            <a:rect l="0" t="0" r="0" b="0"/>
            <a:pathLst>
              <a:path w="293699" h="279227">
                <a:moveTo>
                  <a:pt x="259815" y="165211"/>
                </a:moveTo>
                <a:cubicBezTo>
                  <a:pt x="280643" y="155576"/>
                  <a:pt x="293699" y="134430"/>
                  <a:pt x="292983" y="111493"/>
                </a:cubicBezTo>
                <a:cubicBezTo>
                  <a:pt x="292732" y="94519"/>
                  <a:pt x="285586" y="78376"/>
                  <a:pt x="273190" y="66778"/>
                </a:cubicBezTo>
                <a:cubicBezTo>
                  <a:pt x="260793" y="55180"/>
                  <a:pt x="244212" y="49123"/>
                  <a:pt x="227258" y="50001"/>
                </a:cubicBezTo>
                <a:cubicBezTo>
                  <a:pt x="212139" y="19578"/>
                  <a:pt x="181017" y="419"/>
                  <a:pt x="147046" y="621"/>
                </a:cubicBezTo>
                <a:cubicBezTo>
                  <a:pt x="100756" y="0"/>
                  <a:pt x="61968" y="35492"/>
                  <a:pt x="58489" y="81656"/>
                </a:cubicBezTo>
                <a:cubicBezTo>
                  <a:pt x="44668" y="78617"/>
                  <a:pt x="30213" y="81934"/>
                  <a:pt x="19099" y="90694"/>
                </a:cubicBezTo>
                <a:cubicBezTo>
                  <a:pt x="7985" y="99454"/>
                  <a:pt x="1383" y="112734"/>
                  <a:pt x="1109" y="126883"/>
                </a:cubicBezTo>
                <a:cubicBezTo>
                  <a:pt x="0" y="147567"/>
                  <a:pt x="14042" y="166008"/>
                  <a:pt x="34277" y="170438"/>
                </a:cubicBezTo>
                <a:moveTo>
                  <a:pt x="213381" y="265960"/>
                </a:moveTo>
                <a:cubicBezTo>
                  <a:pt x="213381" y="273287"/>
                  <a:pt x="207441" y="279227"/>
                  <a:pt x="200114" y="279227"/>
                </a:cubicBezTo>
                <a:lnTo>
                  <a:pt x="107245" y="279227"/>
                </a:lnTo>
                <a:cubicBezTo>
                  <a:pt x="99918" y="279227"/>
                  <a:pt x="93978" y="273287"/>
                  <a:pt x="93978" y="265960"/>
                </a:cubicBezTo>
                <a:lnTo>
                  <a:pt x="93978" y="186359"/>
                </a:lnTo>
                <a:cubicBezTo>
                  <a:pt x="93978" y="179031"/>
                  <a:pt x="99918" y="173092"/>
                  <a:pt x="107245" y="173092"/>
                </a:cubicBezTo>
                <a:lnTo>
                  <a:pt x="200114" y="173092"/>
                </a:lnTo>
                <a:cubicBezTo>
                  <a:pt x="207441" y="173092"/>
                  <a:pt x="213381" y="179031"/>
                  <a:pt x="213381" y="186359"/>
                </a:cubicBezTo>
                <a:close/>
                <a:moveTo>
                  <a:pt x="137096" y="226995"/>
                </a:moveTo>
                <a:cubicBezTo>
                  <a:pt x="137096" y="236154"/>
                  <a:pt x="144521" y="243579"/>
                  <a:pt x="153680" y="243579"/>
                </a:cubicBezTo>
                <a:cubicBezTo>
                  <a:pt x="162838" y="243579"/>
                  <a:pt x="170263" y="236154"/>
                  <a:pt x="170263" y="226995"/>
                </a:cubicBezTo>
                <a:cubicBezTo>
                  <a:pt x="170263" y="217836"/>
                  <a:pt x="162838" y="210412"/>
                  <a:pt x="153680" y="210412"/>
                </a:cubicBezTo>
                <a:cubicBezTo>
                  <a:pt x="144521" y="210412"/>
                  <a:pt x="137096" y="217836"/>
                  <a:pt x="137096" y="226995"/>
                </a:cubicBezTo>
                <a:close/>
                <a:moveTo>
                  <a:pt x="186847" y="153191"/>
                </a:moveTo>
                <a:cubicBezTo>
                  <a:pt x="186847" y="134873"/>
                  <a:pt x="171997" y="120024"/>
                  <a:pt x="153680" y="120024"/>
                </a:cubicBezTo>
                <a:cubicBezTo>
                  <a:pt x="135362" y="120024"/>
                  <a:pt x="120512" y="134873"/>
                  <a:pt x="120512" y="153191"/>
                </a:cubicBezTo>
                <a:lnTo>
                  <a:pt x="120512" y="173092"/>
                </a:lnTo>
                <a:lnTo>
                  <a:pt x="186847" y="173092"/>
                </a:lnTo>
                <a:close/>
              </a:path>
            </a:pathLst>
          </a:custGeom>
          <a:noFill/>
          <a:ln w="13266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689658" y="2804125"/>
            <a:ext cx="305140" cy="308456"/>
          </a:xfrm>
          <a:custGeom>
            <a:avLst/>
            <a:gdLst/>
            <a:ahLst/>
            <a:cxnLst/>
            <a:rect l="0" t="0" r="0" b="0"/>
            <a:pathLst>
              <a:path w="305140" h="308456">
                <a:moveTo>
                  <a:pt x="234825" y="185074"/>
                </a:moveTo>
                <a:cubicBezTo>
                  <a:pt x="266665" y="185074"/>
                  <a:pt x="291873" y="159866"/>
                  <a:pt x="291873" y="128026"/>
                </a:cubicBezTo>
                <a:cubicBezTo>
                  <a:pt x="291873" y="96185"/>
                  <a:pt x="266665" y="70978"/>
                  <a:pt x="234825" y="70978"/>
                </a:cubicBezTo>
                <a:cubicBezTo>
                  <a:pt x="222884" y="70978"/>
                  <a:pt x="212271" y="74958"/>
                  <a:pt x="202984" y="81591"/>
                </a:cubicBezTo>
                <a:cubicBezTo>
                  <a:pt x="195024" y="40464"/>
                  <a:pt x="159203" y="9950"/>
                  <a:pt x="116748" y="9950"/>
                </a:cubicBezTo>
                <a:cubicBezTo>
                  <a:pt x="67660" y="9950"/>
                  <a:pt x="29186" y="49751"/>
                  <a:pt x="29186" y="97512"/>
                </a:cubicBezTo>
                <a:cubicBezTo>
                  <a:pt x="29186" y="146599"/>
                  <a:pt x="68987" y="185074"/>
                  <a:pt x="116748" y="185074"/>
                </a:cubicBezTo>
                <a:lnTo>
                  <a:pt x="234825" y="185074"/>
                </a:lnTo>
                <a:lnTo>
                  <a:pt x="234825" y="185074"/>
                </a:lnTo>
                <a:close/>
                <a:moveTo>
                  <a:pt x="159203" y="308456"/>
                </a:moveTo>
                <a:cubicBezTo>
                  <a:pt x="173858" y="308456"/>
                  <a:pt x="185737" y="296577"/>
                  <a:pt x="185737" y="281922"/>
                </a:cubicBezTo>
                <a:cubicBezTo>
                  <a:pt x="185737" y="267268"/>
                  <a:pt x="173858" y="255389"/>
                  <a:pt x="159203" y="255389"/>
                </a:cubicBezTo>
                <a:cubicBezTo>
                  <a:pt x="144548" y="255389"/>
                  <a:pt x="132669" y="267268"/>
                  <a:pt x="132669" y="281922"/>
                </a:cubicBezTo>
                <a:cubicBezTo>
                  <a:pt x="132669" y="296577"/>
                  <a:pt x="144548" y="308456"/>
                  <a:pt x="159203" y="308456"/>
                </a:cubicBezTo>
                <a:close/>
                <a:moveTo>
                  <a:pt x="39800" y="301823"/>
                </a:moveTo>
                <a:cubicBezTo>
                  <a:pt x="54455" y="301823"/>
                  <a:pt x="66334" y="289944"/>
                  <a:pt x="66334" y="275289"/>
                </a:cubicBezTo>
                <a:cubicBezTo>
                  <a:pt x="66334" y="260634"/>
                  <a:pt x="54455" y="248755"/>
                  <a:pt x="39800" y="248755"/>
                </a:cubicBezTo>
                <a:cubicBezTo>
                  <a:pt x="25146" y="248755"/>
                  <a:pt x="13266" y="260634"/>
                  <a:pt x="13266" y="275289"/>
                </a:cubicBezTo>
                <a:cubicBezTo>
                  <a:pt x="13266" y="289944"/>
                  <a:pt x="25146" y="301823"/>
                  <a:pt x="39800" y="301823"/>
                </a:cubicBezTo>
                <a:close/>
                <a:moveTo>
                  <a:pt x="278606" y="301823"/>
                </a:moveTo>
                <a:cubicBezTo>
                  <a:pt x="293260" y="301823"/>
                  <a:pt x="305140" y="289944"/>
                  <a:pt x="305140" y="275289"/>
                </a:cubicBezTo>
                <a:cubicBezTo>
                  <a:pt x="305140" y="260634"/>
                  <a:pt x="293260" y="248755"/>
                  <a:pt x="278606" y="248755"/>
                </a:cubicBezTo>
                <a:cubicBezTo>
                  <a:pt x="263951" y="248755"/>
                  <a:pt x="252072" y="260634"/>
                  <a:pt x="252072" y="275289"/>
                </a:cubicBezTo>
                <a:cubicBezTo>
                  <a:pt x="252072" y="289944"/>
                  <a:pt x="263951" y="301823"/>
                  <a:pt x="278606" y="301823"/>
                </a:cubicBezTo>
                <a:close/>
                <a:moveTo>
                  <a:pt x="61027" y="259367"/>
                </a:moveTo>
                <a:lnTo>
                  <a:pt x="159203" y="185364"/>
                </a:lnTo>
                <a:lnTo>
                  <a:pt x="159203" y="255330"/>
                </a:lnTo>
                <a:moveTo>
                  <a:pt x="0" y="0"/>
                </a:moveTo>
                <a:moveTo>
                  <a:pt x="257379" y="259367"/>
                </a:moveTo>
                <a:lnTo>
                  <a:pt x="159203" y="185364"/>
                </a:lnTo>
              </a:path>
            </a:pathLst>
          </a:custGeom>
          <a:noFill/>
          <a:ln w="13266">
            <a:solidFill>
              <a:srgbClr val="92BD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689658" y="3865483"/>
            <a:ext cx="314851" cy="312434"/>
          </a:xfrm>
          <a:custGeom>
            <a:avLst/>
            <a:gdLst/>
            <a:ahLst/>
            <a:cxnLst/>
            <a:rect l="0" t="0" r="0" b="0"/>
            <a:pathLst>
              <a:path w="314851" h="312434">
                <a:moveTo>
                  <a:pt x="0" y="0"/>
                </a:moveTo>
                <a:moveTo>
                  <a:pt x="251170" y="158537"/>
                </a:moveTo>
                <a:lnTo>
                  <a:pt x="256476" y="175784"/>
                </a:lnTo>
                <a:cubicBezTo>
                  <a:pt x="257803" y="182418"/>
                  <a:pt x="264437" y="185071"/>
                  <a:pt x="271070" y="183744"/>
                </a:cubicBezTo>
                <a:lnTo>
                  <a:pt x="288317" y="179764"/>
                </a:lnTo>
                <a:cubicBezTo>
                  <a:pt x="304238" y="175784"/>
                  <a:pt x="314851" y="194358"/>
                  <a:pt x="304238" y="206298"/>
                </a:cubicBezTo>
                <a:lnTo>
                  <a:pt x="292297" y="219565"/>
                </a:lnTo>
                <a:cubicBezTo>
                  <a:pt x="288317" y="224872"/>
                  <a:pt x="288317" y="231505"/>
                  <a:pt x="292297" y="235485"/>
                </a:cubicBezTo>
                <a:lnTo>
                  <a:pt x="304238" y="248752"/>
                </a:lnTo>
                <a:cubicBezTo>
                  <a:pt x="314851" y="260693"/>
                  <a:pt x="304238" y="279266"/>
                  <a:pt x="288317" y="275286"/>
                </a:cubicBezTo>
                <a:lnTo>
                  <a:pt x="271070" y="271306"/>
                </a:lnTo>
                <a:cubicBezTo>
                  <a:pt x="264437" y="269980"/>
                  <a:pt x="259130" y="273960"/>
                  <a:pt x="256476" y="279266"/>
                </a:cubicBezTo>
                <a:lnTo>
                  <a:pt x="251170" y="296513"/>
                </a:lnTo>
                <a:cubicBezTo>
                  <a:pt x="245863" y="312434"/>
                  <a:pt x="224636" y="312434"/>
                  <a:pt x="220656" y="296513"/>
                </a:cubicBezTo>
                <a:lnTo>
                  <a:pt x="215349" y="279266"/>
                </a:lnTo>
                <a:cubicBezTo>
                  <a:pt x="214022" y="272633"/>
                  <a:pt x="207389" y="269980"/>
                  <a:pt x="200755" y="271306"/>
                </a:cubicBezTo>
                <a:lnTo>
                  <a:pt x="183508" y="275286"/>
                </a:lnTo>
                <a:cubicBezTo>
                  <a:pt x="167588" y="279266"/>
                  <a:pt x="156974" y="260693"/>
                  <a:pt x="167588" y="248752"/>
                </a:cubicBezTo>
                <a:lnTo>
                  <a:pt x="179528" y="235485"/>
                </a:lnTo>
                <a:cubicBezTo>
                  <a:pt x="183508" y="230179"/>
                  <a:pt x="183508" y="223545"/>
                  <a:pt x="179528" y="219565"/>
                </a:cubicBezTo>
                <a:lnTo>
                  <a:pt x="167588" y="206298"/>
                </a:lnTo>
                <a:cubicBezTo>
                  <a:pt x="156974" y="194358"/>
                  <a:pt x="167588" y="175784"/>
                  <a:pt x="183508" y="179764"/>
                </a:cubicBezTo>
                <a:lnTo>
                  <a:pt x="200755" y="183744"/>
                </a:lnTo>
                <a:cubicBezTo>
                  <a:pt x="207389" y="185071"/>
                  <a:pt x="212695" y="181091"/>
                  <a:pt x="215349" y="175784"/>
                </a:cubicBezTo>
                <a:lnTo>
                  <a:pt x="220656" y="158537"/>
                </a:lnTo>
                <a:cubicBezTo>
                  <a:pt x="224636" y="142617"/>
                  <a:pt x="247190" y="142617"/>
                  <a:pt x="251170" y="158537"/>
                </a:cubicBezTo>
                <a:close/>
                <a:moveTo>
                  <a:pt x="129352" y="89552"/>
                </a:moveTo>
                <a:lnTo>
                  <a:pt x="129352" y="60364"/>
                </a:lnTo>
                <a:cubicBezTo>
                  <a:pt x="129352" y="32504"/>
                  <a:pt x="106799" y="9950"/>
                  <a:pt x="78938" y="9950"/>
                </a:cubicBezTo>
                <a:cubicBezTo>
                  <a:pt x="51077" y="9950"/>
                  <a:pt x="28524" y="32504"/>
                  <a:pt x="28524" y="60364"/>
                </a:cubicBezTo>
                <a:lnTo>
                  <a:pt x="28524" y="89552"/>
                </a:lnTo>
                <a:moveTo>
                  <a:pt x="76285" y="208954"/>
                </a:moveTo>
                <a:lnTo>
                  <a:pt x="29850" y="208954"/>
                </a:lnTo>
                <a:cubicBezTo>
                  <a:pt x="19237" y="208954"/>
                  <a:pt x="9950" y="199667"/>
                  <a:pt x="9950" y="189054"/>
                </a:cubicBezTo>
                <a:lnTo>
                  <a:pt x="9950" y="109452"/>
                </a:lnTo>
                <a:cubicBezTo>
                  <a:pt x="9950" y="98838"/>
                  <a:pt x="19237" y="89552"/>
                  <a:pt x="29850" y="89552"/>
                </a:cubicBezTo>
                <a:lnTo>
                  <a:pt x="129352" y="89552"/>
                </a:lnTo>
                <a:cubicBezTo>
                  <a:pt x="139966" y="89552"/>
                  <a:pt x="149253" y="98838"/>
                  <a:pt x="149253" y="109452"/>
                </a:cubicBezTo>
                <a:lnTo>
                  <a:pt x="149253" y="129352"/>
                </a:lnTo>
                <a:moveTo>
                  <a:pt x="113431" y="208954"/>
                </a:moveTo>
                <a:lnTo>
                  <a:pt x="169152" y="208954"/>
                </a:lnTo>
                <a:moveTo>
                  <a:pt x="133332" y="173131"/>
                </a:moveTo>
                <a:lnTo>
                  <a:pt x="89552" y="173131"/>
                </a:lnTo>
                <a:moveTo>
                  <a:pt x="235913" y="245812"/>
                </a:moveTo>
                <a:cubicBezTo>
                  <a:pt x="246014" y="245812"/>
                  <a:pt x="254203" y="237624"/>
                  <a:pt x="254203" y="227523"/>
                </a:cubicBezTo>
                <a:cubicBezTo>
                  <a:pt x="254203" y="217421"/>
                  <a:pt x="246014" y="209233"/>
                  <a:pt x="235913" y="209233"/>
                </a:cubicBezTo>
                <a:cubicBezTo>
                  <a:pt x="225811" y="209233"/>
                  <a:pt x="217623" y="217421"/>
                  <a:pt x="217623" y="227523"/>
                </a:cubicBezTo>
                <a:cubicBezTo>
                  <a:pt x="217623" y="237624"/>
                  <a:pt x="225811" y="245812"/>
                  <a:pt x="235913" y="245812"/>
                </a:cubicBezTo>
                <a:close/>
              </a:path>
            </a:pathLst>
          </a:custGeom>
          <a:noFill/>
          <a:ln w="13266">
            <a:solidFill>
              <a:srgbClr val="3CC5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696291" y="4966641"/>
            <a:ext cx="305140" cy="238805"/>
          </a:xfrm>
          <a:custGeom>
            <a:avLst/>
            <a:gdLst/>
            <a:ahLst/>
            <a:cxnLst/>
            <a:rect l="0" t="0" r="0" b="0"/>
            <a:pathLst>
              <a:path w="305140" h="238805">
                <a:moveTo>
                  <a:pt x="252072" y="26533"/>
                </a:moveTo>
                <a:lnTo>
                  <a:pt x="252072" y="13266"/>
                </a:lnTo>
                <a:cubicBezTo>
                  <a:pt x="252072" y="5939"/>
                  <a:pt x="246132" y="0"/>
                  <a:pt x="238805" y="0"/>
                </a:cubicBezTo>
                <a:lnTo>
                  <a:pt x="13266" y="0"/>
                </a:lnTo>
                <a:cubicBezTo>
                  <a:pt x="5939" y="0"/>
                  <a:pt x="0" y="5939"/>
                  <a:pt x="0" y="13266"/>
                </a:cubicBezTo>
                <a:lnTo>
                  <a:pt x="0" y="172470"/>
                </a:lnTo>
                <a:cubicBezTo>
                  <a:pt x="0" y="179797"/>
                  <a:pt x="5939" y="185737"/>
                  <a:pt x="13266" y="185737"/>
                </a:cubicBezTo>
                <a:lnTo>
                  <a:pt x="26533" y="185737"/>
                </a:lnTo>
                <a:moveTo>
                  <a:pt x="265339" y="106135"/>
                </a:moveTo>
                <a:lnTo>
                  <a:pt x="205637" y="106135"/>
                </a:lnTo>
                <a:moveTo>
                  <a:pt x="238805" y="145936"/>
                </a:moveTo>
                <a:lnTo>
                  <a:pt x="205637" y="145936"/>
                </a:lnTo>
                <a:moveTo>
                  <a:pt x="79601" y="185737"/>
                </a:moveTo>
                <a:cubicBezTo>
                  <a:pt x="79823" y="179244"/>
                  <a:pt x="81395" y="172869"/>
                  <a:pt x="84218" y="167017"/>
                </a:cubicBezTo>
                <a:cubicBezTo>
                  <a:pt x="87469" y="160516"/>
                  <a:pt x="101054" y="156006"/>
                  <a:pt x="118115" y="149677"/>
                </a:cubicBezTo>
                <a:cubicBezTo>
                  <a:pt x="122732" y="147966"/>
                  <a:pt x="121976" y="135933"/>
                  <a:pt x="119933" y="133677"/>
                </a:cubicBezTo>
                <a:cubicBezTo>
                  <a:pt x="113355" y="126545"/>
                  <a:pt x="110131" y="116946"/>
                  <a:pt x="111071" y="107289"/>
                </a:cubicBezTo>
                <a:cubicBezTo>
                  <a:pt x="110504" y="99212"/>
                  <a:pt x="114492" y="91493"/>
                  <a:pt x="121409" y="87281"/>
                </a:cubicBezTo>
                <a:cubicBezTo>
                  <a:pt x="128325" y="83070"/>
                  <a:pt x="137013" y="83070"/>
                  <a:pt x="143930" y="87281"/>
                </a:cubicBezTo>
                <a:cubicBezTo>
                  <a:pt x="150846" y="91493"/>
                  <a:pt x="154834" y="99212"/>
                  <a:pt x="154268" y="107289"/>
                </a:cubicBezTo>
                <a:cubicBezTo>
                  <a:pt x="155207" y="116946"/>
                  <a:pt x="151984" y="126545"/>
                  <a:pt x="145405" y="133677"/>
                </a:cubicBezTo>
                <a:cubicBezTo>
                  <a:pt x="143362" y="135933"/>
                  <a:pt x="142606" y="147966"/>
                  <a:pt x="147223" y="149677"/>
                </a:cubicBezTo>
                <a:cubicBezTo>
                  <a:pt x="164284" y="156006"/>
                  <a:pt x="177870" y="160516"/>
                  <a:pt x="181120" y="167017"/>
                </a:cubicBezTo>
                <a:cubicBezTo>
                  <a:pt x="183943" y="172869"/>
                  <a:pt x="185515" y="179244"/>
                  <a:pt x="185737" y="185737"/>
                </a:cubicBezTo>
                <a:close/>
                <a:moveTo>
                  <a:pt x="252072" y="232171"/>
                </a:moveTo>
                <a:cubicBezTo>
                  <a:pt x="252072" y="235835"/>
                  <a:pt x="255042" y="238805"/>
                  <a:pt x="258705" y="238805"/>
                </a:cubicBezTo>
                <a:lnTo>
                  <a:pt x="291873" y="238805"/>
                </a:lnTo>
                <a:cubicBezTo>
                  <a:pt x="299200" y="238805"/>
                  <a:pt x="305140" y="232865"/>
                  <a:pt x="305140" y="225538"/>
                </a:cubicBezTo>
                <a:lnTo>
                  <a:pt x="305140" y="66334"/>
                </a:lnTo>
                <a:cubicBezTo>
                  <a:pt x="305140" y="59007"/>
                  <a:pt x="299200" y="53067"/>
                  <a:pt x="291873" y="53067"/>
                </a:cubicBezTo>
                <a:lnTo>
                  <a:pt x="66334" y="53067"/>
                </a:lnTo>
                <a:cubicBezTo>
                  <a:pt x="59007" y="53067"/>
                  <a:pt x="53067" y="59007"/>
                  <a:pt x="53067" y="66334"/>
                </a:cubicBezTo>
                <a:lnTo>
                  <a:pt x="53067" y="225538"/>
                </a:lnTo>
                <a:cubicBezTo>
                  <a:pt x="53067" y="232865"/>
                  <a:pt x="59007" y="238805"/>
                  <a:pt x="66334" y="238805"/>
                </a:cubicBezTo>
                <a:lnTo>
                  <a:pt x="92868" y="238805"/>
                </a:lnTo>
                <a:cubicBezTo>
                  <a:pt x="96532" y="238805"/>
                  <a:pt x="99502" y="235835"/>
                  <a:pt x="99502" y="232171"/>
                </a:cubicBezTo>
                <a:cubicBezTo>
                  <a:pt x="99502" y="217517"/>
                  <a:pt x="111381" y="205637"/>
                  <a:pt x="126036" y="205637"/>
                </a:cubicBezTo>
                <a:cubicBezTo>
                  <a:pt x="140690" y="205637"/>
                  <a:pt x="152570" y="217517"/>
                  <a:pt x="152570" y="232171"/>
                </a:cubicBezTo>
                <a:cubicBezTo>
                  <a:pt x="152570" y="235835"/>
                  <a:pt x="155540" y="238805"/>
                  <a:pt x="159203" y="238805"/>
                </a:cubicBezTo>
                <a:lnTo>
                  <a:pt x="192370" y="238805"/>
                </a:lnTo>
                <a:cubicBezTo>
                  <a:pt x="196034" y="238805"/>
                  <a:pt x="199004" y="235835"/>
                  <a:pt x="199004" y="232171"/>
                </a:cubicBezTo>
                <a:cubicBezTo>
                  <a:pt x="199004" y="217517"/>
                  <a:pt x="210884" y="205637"/>
                  <a:pt x="225538" y="205637"/>
                </a:cubicBezTo>
                <a:cubicBezTo>
                  <a:pt x="240192" y="205637"/>
                  <a:pt x="252072" y="217517"/>
                  <a:pt x="252072" y="232171"/>
                </a:cubicBezTo>
                <a:close/>
              </a:path>
            </a:pathLst>
          </a:custGeom>
          <a:noFill/>
          <a:ln w="13266">
            <a:solidFill>
              <a:srgbClr val="4E88E7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2839213" y="1891710"/>
            <a:ext cx="1997335" cy="1891557"/>
            <a:chOff x="1988889" y="1304910"/>
            <a:chExt cx="1997335" cy="1891557"/>
          </a:xfrm>
        </p:grpSpPr>
        <p:sp>
          <p:nvSpPr>
            <p:cNvPr id="2" name="Rounded Rectangle 1"/>
            <p:cNvSpPr/>
            <p:nvPr/>
          </p:nvSpPr>
          <p:spPr>
            <a:xfrm>
              <a:off x="2037787" y="1501541"/>
              <a:ext cx="1179782" cy="1179782"/>
            </a:xfrm>
            <a:custGeom>
              <a:avLst/>
              <a:gdLst/>
              <a:ahLst/>
              <a:cxnLst/>
              <a:rect l="0" t="0" r="0" b="0"/>
              <a:pathLst>
                <a:path w="1179782" h="1179782">
                  <a:moveTo>
                    <a:pt x="0" y="589891"/>
                  </a:moveTo>
                  <a:cubicBezTo>
                    <a:pt x="0" y="915680"/>
                    <a:pt x="264101" y="1179782"/>
                    <a:pt x="589891" y="1179782"/>
                  </a:cubicBezTo>
                  <a:cubicBezTo>
                    <a:pt x="915680" y="1179782"/>
                    <a:pt x="1179782" y="915680"/>
                    <a:pt x="1179782" y="589891"/>
                  </a:cubicBezTo>
                  <a:cubicBezTo>
                    <a:pt x="1179782" y="264101"/>
                    <a:pt x="915680" y="0"/>
                    <a:pt x="589891" y="0"/>
                  </a:cubicBezTo>
                  <a:cubicBezTo>
                    <a:pt x="264101" y="0"/>
                    <a:pt x="0" y="264101"/>
                    <a:pt x="0" y="589891"/>
                  </a:cubicBezTo>
                </a:path>
              </a:pathLst>
            </a:custGeom>
            <a:solidFill>
              <a:srgbClr val="FFF8B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988889" y="1304910"/>
              <a:ext cx="1997335" cy="1891557"/>
            </a:xfrm>
            <a:custGeom>
              <a:avLst/>
              <a:gdLst/>
              <a:ahLst/>
              <a:cxnLst/>
              <a:rect l="0" t="0" r="0" b="0"/>
              <a:pathLst>
                <a:path w="1997335" h="1891557">
                  <a:moveTo>
                    <a:pt x="1997335" y="366447"/>
                  </a:moveTo>
                  <a:lnTo>
                    <a:pt x="1604074" y="0"/>
                  </a:lnTo>
                  <a:lnTo>
                    <a:pt x="1604074" y="231532"/>
                  </a:lnTo>
                  <a:cubicBezTo>
                    <a:pt x="1415765" y="243759"/>
                    <a:pt x="1230477" y="286812"/>
                    <a:pt x="1055672" y="359216"/>
                  </a:cubicBezTo>
                  <a:cubicBezTo>
                    <a:pt x="1053295" y="360200"/>
                    <a:pt x="1050926" y="361192"/>
                    <a:pt x="1048558" y="362184"/>
                  </a:cubicBezTo>
                  <a:cubicBezTo>
                    <a:pt x="1133028" y="443759"/>
                    <a:pt x="1193197" y="550332"/>
                    <a:pt x="1217177" y="669973"/>
                  </a:cubicBezTo>
                  <a:cubicBezTo>
                    <a:pt x="1341296" y="621736"/>
                    <a:pt x="1471626" y="591812"/>
                    <a:pt x="1604074" y="581024"/>
                  </a:cubicBezTo>
                  <a:lnTo>
                    <a:pt x="1604074" y="732895"/>
                  </a:lnTo>
                  <a:lnTo>
                    <a:pt x="1997335" y="366447"/>
                  </a:lnTo>
                  <a:moveTo>
                    <a:pt x="476587" y="1353826"/>
                  </a:moveTo>
                  <a:cubicBezTo>
                    <a:pt x="360030" y="1320569"/>
                    <a:pt x="258211" y="1252356"/>
                    <a:pt x="183196" y="1161245"/>
                  </a:cubicBezTo>
                  <a:cubicBezTo>
                    <a:pt x="161040" y="1204146"/>
                    <a:pt x="140653" y="1248021"/>
                    <a:pt x="122116" y="1292773"/>
                  </a:cubicBezTo>
                  <a:cubicBezTo>
                    <a:pt x="58202" y="1447083"/>
                    <a:pt x="17151" y="1654251"/>
                    <a:pt x="0" y="1819760"/>
                  </a:cubicBezTo>
                  <a:lnTo>
                    <a:pt x="138284" y="1671358"/>
                  </a:lnTo>
                  <a:lnTo>
                    <a:pt x="343468" y="1891557"/>
                  </a:lnTo>
                  <a:cubicBezTo>
                    <a:pt x="354631" y="1747114"/>
                    <a:pt x="388541" y="1560422"/>
                    <a:pt x="444152" y="1426169"/>
                  </a:cubicBezTo>
                  <a:cubicBezTo>
                    <a:pt x="454278" y="1401715"/>
                    <a:pt x="465102" y="1377601"/>
                    <a:pt x="476587" y="1353826"/>
                  </a:cubicBezTo>
                </a:path>
              </a:pathLst>
            </a:custGeom>
            <a:solidFill>
              <a:srgbClr val="FFF8B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839213" y="1891710"/>
            <a:ext cx="1997332" cy="1891560"/>
            <a:chOff x="1988889" y="1304910"/>
            <a:chExt cx="1997332" cy="1891560"/>
          </a:xfrm>
        </p:grpSpPr>
        <p:sp>
          <p:nvSpPr>
            <p:cNvPr id="5" name="Rounded Rectangle 4"/>
            <p:cNvSpPr/>
            <p:nvPr/>
          </p:nvSpPr>
          <p:spPr>
            <a:xfrm>
              <a:off x="2037785" y="1501541"/>
              <a:ext cx="1179782" cy="1179782"/>
            </a:xfrm>
            <a:custGeom>
              <a:avLst/>
              <a:gdLst/>
              <a:ahLst/>
              <a:cxnLst/>
              <a:rect l="0" t="0" r="0" b="0"/>
              <a:pathLst>
                <a:path w="1179782" h="1179782">
                  <a:moveTo>
                    <a:pt x="0" y="589891"/>
                  </a:moveTo>
                  <a:cubicBezTo>
                    <a:pt x="0" y="915678"/>
                    <a:pt x="264103" y="1179782"/>
                    <a:pt x="589891" y="1179782"/>
                  </a:cubicBezTo>
                  <a:cubicBezTo>
                    <a:pt x="915679" y="1179782"/>
                    <a:pt x="1179782" y="915678"/>
                    <a:pt x="1179782" y="589891"/>
                  </a:cubicBezTo>
                  <a:cubicBezTo>
                    <a:pt x="1179782" y="264103"/>
                    <a:pt x="915679" y="0"/>
                    <a:pt x="589891" y="0"/>
                  </a:cubicBezTo>
                  <a:cubicBezTo>
                    <a:pt x="264103" y="0"/>
                    <a:pt x="0" y="264103"/>
                    <a:pt x="0" y="589891"/>
                  </a:cubicBezTo>
                </a:path>
              </a:pathLst>
            </a:custGeom>
            <a:noFill/>
            <a:ln w="1340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988889" y="1304910"/>
              <a:ext cx="1997332" cy="1891560"/>
            </a:xfrm>
            <a:custGeom>
              <a:avLst/>
              <a:gdLst/>
              <a:ahLst/>
              <a:cxnLst/>
              <a:rect l="0" t="0" r="0" b="0"/>
              <a:pathLst>
                <a:path w="1997332" h="1891560">
                  <a:moveTo>
                    <a:pt x="1997332" y="366447"/>
                  </a:moveTo>
                  <a:lnTo>
                    <a:pt x="1604071" y="0"/>
                  </a:lnTo>
                  <a:lnTo>
                    <a:pt x="1604071" y="231534"/>
                  </a:lnTo>
                  <a:cubicBezTo>
                    <a:pt x="1415763" y="243755"/>
                    <a:pt x="1230477" y="286812"/>
                    <a:pt x="1055671" y="359219"/>
                  </a:cubicBezTo>
                  <a:cubicBezTo>
                    <a:pt x="1053298" y="360201"/>
                    <a:pt x="1050929" y="361189"/>
                    <a:pt x="1048562" y="362182"/>
                  </a:cubicBezTo>
                  <a:cubicBezTo>
                    <a:pt x="1133025" y="443762"/>
                    <a:pt x="1193198" y="550328"/>
                    <a:pt x="1217175" y="669974"/>
                  </a:cubicBezTo>
                  <a:cubicBezTo>
                    <a:pt x="1341297" y="621732"/>
                    <a:pt x="1471629" y="591811"/>
                    <a:pt x="1604071" y="581025"/>
                  </a:cubicBezTo>
                  <a:lnTo>
                    <a:pt x="1604071" y="732895"/>
                  </a:lnTo>
                  <a:lnTo>
                    <a:pt x="1997332" y="366447"/>
                  </a:lnTo>
                  <a:close/>
                  <a:moveTo>
                    <a:pt x="476589" y="1353830"/>
                  </a:moveTo>
                  <a:cubicBezTo>
                    <a:pt x="360032" y="1320566"/>
                    <a:pt x="258215" y="1252353"/>
                    <a:pt x="183195" y="1161246"/>
                  </a:cubicBezTo>
                  <a:cubicBezTo>
                    <a:pt x="161036" y="1204143"/>
                    <a:pt x="140653" y="1248021"/>
                    <a:pt x="122116" y="1292774"/>
                  </a:cubicBezTo>
                  <a:cubicBezTo>
                    <a:pt x="58199" y="1447082"/>
                    <a:pt x="17154" y="1654247"/>
                    <a:pt x="0" y="1819758"/>
                  </a:cubicBezTo>
                  <a:lnTo>
                    <a:pt x="138282" y="1671358"/>
                  </a:lnTo>
                  <a:lnTo>
                    <a:pt x="343471" y="1891560"/>
                  </a:lnTo>
                  <a:cubicBezTo>
                    <a:pt x="354630" y="1747117"/>
                    <a:pt x="388544" y="1560422"/>
                    <a:pt x="444154" y="1426167"/>
                  </a:cubicBezTo>
                  <a:cubicBezTo>
                    <a:pt x="454282" y="1401718"/>
                    <a:pt x="465098" y="1377597"/>
                    <a:pt x="476589" y="1353830"/>
                  </a:cubicBezTo>
                  <a:close/>
                </a:path>
              </a:pathLst>
            </a:custGeom>
            <a:noFill/>
            <a:ln w="1340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611059" y="3563068"/>
            <a:ext cx="1882020" cy="1999355"/>
            <a:chOff x="1760735" y="2976268"/>
            <a:chExt cx="1882020" cy="1999355"/>
          </a:xfrm>
        </p:grpSpPr>
        <p:sp>
          <p:nvSpPr>
            <p:cNvPr id="8" name="Rounded Rectangle 7"/>
            <p:cNvSpPr/>
            <p:nvPr/>
          </p:nvSpPr>
          <p:spPr>
            <a:xfrm>
              <a:off x="2037805" y="3753852"/>
              <a:ext cx="1179782" cy="1179782"/>
            </a:xfrm>
            <a:custGeom>
              <a:avLst/>
              <a:gdLst/>
              <a:ahLst/>
              <a:cxnLst/>
              <a:rect l="0" t="0" r="0" b="0"/>
              <a:pathLst>
                <a:path w="1179782" h="1179782">
                  <a:moveTo>
                    <a:pt x="0" y="589891"/>
                  </a:moveTo>
                  <a:cubicBezTo>
                    <a:pt x="0" y="915680"/>
                    <a:pt x="264101" y="1179782"/>
                    <a:pt x="589891" y="1179782"/>
                  </a:cubicBezTo>
                  <a:cubicBezTo>
                    <a:pt x="915680" y="1179782"/>
                    <a:pt x="1179782" y="915680"/>
                    <a:pt x="1179782" y="589891"/>
                  </a:cubicBezTo>
                  <a:cubicBezTo>
                    <a:pt x="1179782" y="264101"/>
                    <a:pt x="915680" y="0"/>
                    <a:pt x="589891" y="0"/>
                  </a:cubicBezTo>
                  <a:cubicBezTo>
                    <a:pt x="264101" y="0"/>
                    <a:pt x="0" y="264101"/>
                    <a:pt x="0" y="589891"/>
                  </a:cubicBez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760735" y="2976268"/>
              <a:ext cx="1882020" cy="1999355"/>
            </a:xfrm>
            <a:custGeom>
              <a:avLst/>
              <a:gdLst/>
              <a:ahLst/>
              <a:cxnLst/>
              <a:rect l="0" t="0" r="0" b="0"/>
              <a:pathLst>
                <a:path w="1882020" h="1999355">
                  <a:moveTo>
                    <a:pt x="366447" y="0"/>
                  </a:moveTo>
                  <a:lnTo>
                    <a:pt x="732895" y="393260"/>
                  </a:lnTo>
                  <a:lnTo>
                    <a:pt x="572087" y="393260"/>
                  </a:lnTo>
                  <a:cubicBezTo>
                    <a:pt x="583688" y="535737"/>
                    <a:pt x="617437" y="675773"/>
                    <a:pt x="672323" y="808267"/>
                  </a:cubicBezTo>
                  <a:cubicBezTo>
                    <a:pt x="672583" y="808901"/>
                    <a:pt x="672851" y="809536"/>
                    <a:pt x="673110" y="810170"/>
                  </a:cubicBezTo>
                  <a:cubicBezTo>
                    <a:pt x="556982" y="850560"/>
                    <a:pt x="457371" y="926227"/>
                    <a:pt x="387093" y="1024328"/>
                  </a:cubicBezTo>
                  <a:cubicBezTo>
                    <a:pt x="374116" y="997130"/>
                    <a:pt x="361835" y="969566"/>
                    <a:pt x="350279" y="941662"/>
                  </a:cubicBezTo>
                  <a:cubicBezTo>
                    <a:pt x="277874" y="766858"/>
                    <a:pt x="234821" y="581570"/>
                    <a:pt x="222594" y="393260"/>
                  </a:cubicBezTo>
                  <a:lnTo>
                    <a:pt x="0" y="393260"/>
                  </a:lnTo>
                  <a:lnTo>
                    <a:pt x="366447" y="0"/>
                  </a:lnTo>
                  <a:moveTo>
                    <a:pt x="1214058" y="1844491"/>
                  </a:moveTo>
                  <a:cubicBezTo>
                    <a:pt x="1237064" y="1855234"/>
                    <a:pt x="1260329" y="1865477"/>
                    <a:pt x="1283835" y="1875219"/>
                  </a:cubicBezTo>
                  <a:cubicBezTo>
                    <a:pt x="1444571" y="1941796"/>
                    <a:pt x="1658854" y="1983562"/>
                    <a:pt x="1831513" y="1999355"/>
                  </a:cubicBezTo>
                  <a:lnTo>
                    <a:pt x="1671358" y="1850113"/>
                  </a:lnTo>
                  <a:lnTo>
                    <a:pt x="1882020" y="1653813"/>
                  </a:lnTo>
                  <a:cubicBezTo>
                    <a:pt x="1740849" y="1642846"/>
                    <a:pt x="1559207" y="1610143"/>
                    <a:pt x="1425847" y="1556695"/>
                  </a:cubicBezTo>
                  <a:cubicBezTo>
                    <a:pt x="1386405" y="1673235"/>
                    <a:pt x="1311542" y="1773436"/>
                    <a:pt x="1214058" y="1844491"/>
                  </a:cubicBez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611059" y="3563068"/>
            <a:ext cx="1882019" cy="1999351"/>
            <a:chOff x="1760735" y="2976268"/>
            <a:chExt cx="1882019" cy="1999351"/>
          </a:xfrm>
        </p:grpSpPr>
        <p:sp>
          <p:nvSpPr>
            <p:cNvPr id="11" name="Rounded Rectangle 10"/>
            <p:cNvSpPr/>
            <p:nvPr/>
          </p:nvSpPr>
          <p:spPr>
            <a:xfrm>
              <a:off x="2037805" y="3753852"/>
              <a:ext cx="1179782" cy="1179782"/>
            </a:xfrm>
            <a:custGeom>
              <a:avLst/>
              <a:gdLst/>
              <a:ahLst/>
              <a:cxnLst/>
              <a:rect l="0" t="0" r="0" b="0"/>
              <a:pathLst>
                <a:path w="1179782" h="1179782">
                  <a:moveTo>
                    <a:pt x="0" y="589891"/>
                  </a:moveTo>
                  <a:cubicBezTo>
                    <a:pt x="0" y="915678"/>
                    <a:pt x="264103" y="1179782"/>
                    <a:pt x="589891" y="1179782"/>
                  </a:cubicBezTo>
                  <a:cubicBezTo>
                    <a:pt x="915679" y="1179782"/>
                    <a:pt x="1179782" y="915678"/>
                    <a:pt x="1179782" y="589891"/>
                  </a:cubicBezTo>
                  <a:cubicBezTo>
                    <a:pt x="1179782" y="264103"/>
                    <a:pt x="915679" y="0"/>
                    <a:pt x="589891" y="0"/>
                  </a:cubicBezTo>
                  <a:cubicBezTo>
                    <a:pt x="264103" y="0"/>
                    <a:pt x="0" y="264103"/>
                    <a:pt x="0" y="589891"/>
                  </a:cubicBezTo>
                </a:path>
              </a:pathLst>
            </a:custGeom>
            <a:noFill/>
            <a:ln w="1340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760735" y="2976268"/>
              <a:ext cx="1882019" cy="1999351"/>
            </a:xfrm>
            <a:custGeom>
              <a:avLst/>
              <a:gdLst/>
              <a:ahLst/>
              <a:cxnLst/>
              <a:rect l="0" t="0" r="0" b="0"/>
              <a:pathLst>
                <a:path w="1882019" h="1999351">
                  <a:moveTo>
                    <a:pt x="366447" y="0"/>
                  </a:moveTo>
                  <a:lnTo>
                    <a:pt x="732895" y="393260"/>
                  </a:lnTo>
                  <a:lnTo>
                    <a:pt x="572088" y="393260"/>
                  </a:lnTo>
                  <a:cubicBezTo>
                    <a:pt x="583691" y="535740"/>
                    <a:pt x="617440" y="675778"/>
                    <a:pt x="672319" y="808269"/>
                  </a:cubicBezTo>
                  <a:cubicBezTo>
                    <a:pt x="672583" y="808904"/>
                    <a:pt x="672846" y="809539"/>
                    <a:pt x="673111" y="810175"/>
                  </a:cubicBezTo>
                  <a:cubicBezTo>
                    <a:pt x="556985" y="850563"/>
                    <a:pt x="457369" y="926222"/>
                    <a:pt x="387091" y="1024327"/>
                  </a:cubicBezTo>
                  <a:cubicBezTo>
                    <a:pt x="374115" y="997129"/>
                    <a:pt x="361839" y="969565"/>
                    <a:pt x="350280" y="941661"/>
                  </a:cubicBezTo>
                  <a:cubicBezTo>
                    <a:pt x="277874" y="766856"/>
                    <a:pt x="234817" y="581568"/>
                    <a:pt x="222596" y="393260"/>
                  </a:cubicBezTo>
                  <a:lnTo>
                    <a:pt x="0" y="393260"/>
                  </a:lnTo>
                  <a:lnTo>
                    <a:pt x="366447" y="0"/>
                  </a:lnTo>
                  <a:close/>
                  <a:moveTo>
                    <a:pt x="1214058" y="1844490"/>
                  </a:moveTo>
                  <a:cubicBezTo>
                    <a:pt x="1237066" y="1855235"/>
                    <a:pt x="1260330" y="1865480"/>
                    <a:pt x="1283836" y="1875217"/>
                  </a:cubicBezTo>
                  <a:cubicBezTo>
                    <a:pt x="1444571" y="1941795"/>
                    <a:pt x="1658858" y="1983558"/>
                    <a:pt x="1831517" y="1999351"/>
                  </a:cubicBezTo>
                  <a:lnTo>
                    <a:pt x="1671358" y="1850113"/>
                  </a:lnTo>
                  <a:lnTo>
                    <a:pt x="1882019" y="1653815"/>
                  </a:lnTo>
                  <a:cubicBezTo>
                    <a:pt x="1740850" y="1642845"/>
                    <a:pt x="1559209" y="1610142"/>
                    <a:pt x="1425850" y="1556691"/>
                  </a:cubicBezTo>
                  <a:cubicBezTo>
                    <a:pt x="1386408" y="1673231"/>
                    <a:pt x="1311538" y="1773437"/>
                    <a:pt x="1214058" y="1844490"/>
                  </a:cubicBezTo>
                  <a:close/>
                </a:path>
              </a:pathLst>
            </a:custGeom>
            <a:noFill/>
            <a:ln w="1340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282417" y="3897658"/>
            <a:ext cx="2037806" cy="1881967"/>
            <a:chOff x="3432093" y="3310858"/>
            <a:chExt cx="2037806" cy="1881967"/>
          </a:xfrm>
        </p:grpSpPr>
        <p:sp>
          <p:nvSpPr>
            <p:cNvPr id="14" name="Rounded Rectangle 13"/>
            <p:cNvSpPr/>
            <p:nvPr/>
          </p:nvSpPr>
          <p:spPr>
            <a:xfrm>
              <a:off x="4290117" y="3753848"/>
              <a:ext cx="1179782" cy="1179782"/>
            </a:xfrm>
            <a:custGeom>
              <a:avLst/>
              <a:gdLst/>
              <a:ahLst/>
              <a:cxnLst/>
              <a:rect l="0" t="0" r="0" b="0"/>
              <a:pathLst>
                <a:path w="1179782" h="1179782">
                  <a:moveTo>
                    <a:pt x="0" y="589891"/>
                  </a:moveTo>
                  <a:cubicBezTo>
                    <a:pt x="0" y="915671"/>
                    <a:pt x="264101" y="1179782"/>
                    <a:pt x="589891" y="1179782"/>
                  </a:cubicBezTo>
                  <a:cubicBezTo>
                    <a:pt x="915680" y="1179782"/>
                    <a:pt x="1179782" y="915671"/>
                    <a:pt x="1179782" y="589891"/>
                  </a:cubicBezTo>
                  <a:cubicBezTo>
                    <a:pt x="1179782" y="264101"/>
                    <a:pt x="915680" y="0"/>
                    <a:pt x="589891" y="0"/>
                  </a:cubicBezTo>
                  <a:cubicBezTo>
                    <a:pt x="264101" y="0"/>
                    <a:pt x="0" y="264101"/>
                    <a:pt x="0" y="589891"/>
                  </a:cubicBezTo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432093" y="3310858"/>
              <a:ext cx="1989407" cy="1881967"/>
            </a:xfrm>
            <a:custGeom>
              <a:avLst/>
              <a:gdLst/>
              <a:ahLst/>
              <a:cxnLst/>
              <a:rect l="0" t="0" r="0" b="0"/>
              <a:pathLst>
                <a:path w="1989407" h="1881967">
                  <a:moveTo>
                    <a:pt x="1850113" y="219546"/>
                  </a:moveTo>
                  <a:lnTo>
                    <a:pt x="1989407" y="70062"/>
                  </a:lnTo>
                  <a:cubicBezTo>
                    <a:pt x="1972890" y="239031"/>
                    <a:pt x="1931482" y="449640"/>
                    <a:pt x="1866281" y="607060"/>
                  </a:cubicBezTo>
                  <a:cubicBezTo>
                    <a:pt x="1865307" y="609411"/>
                    <a:pt x="1864333" y="611752"/>
                    <a:pt x="1863349" y="614085"/>
                  </a:cubicBezTo>
                  <a:cubicBezTo>
                    <a:pt x="1780282" y="531679"/>
                    <a:pt x="1672823" y="473816"/>
                    <a:pt x="1552763" y="452276"/>
                  </a:cubicBezTo>
                  <a:cubicBezTo>
                    <a:pt x="1604342" y="317575"/>
                    <a:pt x="1635589" y="139759"/>
                    <a:pt x="1645537" y="0"/>
                  </a:cubicBezTo>
                  <a:lnTo>
                    <a:pt x="1850113" y="219546"/>
                  </a:lnTo>
                  <a:moveTo>
                    <a:pt x="877391" y="1183366"/>
                  </a:moveTo>
                  <a:cubicBezTo>
                    <a:pt x="851775" y="1195897"/>
                    <a:pt x="825740" y="1207641"/>
                    <a:pt x="799329" y="1218581"/>
                  </a:cubicBezTo>
                  <a:cubicBezTo>
                    <a:pt x="669615" y="1272314"/>
                    <a:pt x="532653" y="1305786"/>
                    <a:pt x="393260" y="1318058"/>
                  </a:cubicBezTo>
                  <a:lnTo>
                    <a:pt x="393260" y="1149072"/>
                  </a:lnTo>
                  <a:lnTo>
                    <a:pt x="0" y="1515519"/>
                  </a:lnTo>
                  <a:lnTo>
                    <a:pt x="393260" y="1881967"/>
                  </a:lnTo>
                  <a:lnTo>
                    <a:pt x="393260" y="1667702"/>
                  </a:lnTo>
                  <a:cubicBezTo>
                    <a:pt x="578495" y="1654716"/>
                    <a:pt x="760682" y="1611877"/>
                    <a:pt x="932725" y="1540616"/>
                  </a:cubicBezTo>
                  <a:cubicBezTo>
                    <a:pt x="977118" y="1522231"/>
                    <a:pt x="1020645" y="1502032"/>
                    <a:pt x="1063216" y="1480081"/>
                  </a:cubicBezTo>
                  <a:cubicBezTo>
                    <a:pt x="974115" y="1403368"/>
                    <a:pt x="908199" y="1300486"/>
                    <a:pt x="877391" y="1183366"/>
                  </a:cubicBezTo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282417" y="3897658"/>
            <a:ext cx="2037806" cy="1881963"/>
            <a:chOff x="3432093" y="3310858"/>
            <a:chExt cx="2037806" cy="1881963"/>
          </a:xfrm>
        </p:grpSpPr>
        <p:sp>
          <p:nvSpPr>
            <p:cNvPr id="17" name="Rounded Rectangle 16"/>
            <p:cNvSpPr/>
            <p:nvPr/>
          </p:nvSpPr>
          <p:spPr>
            <a:xfrm>
              <a:off x="4290117" y="3753845"/>
              <a:ext cx="1179782" cy="1179782"/>
            </a:xfrm>
            <a:custGeom>
              <a:avLst/>
              <a:gdLst/>
              <a:ahLst/>
              <a:cxnLst/>
              <a:rect l="0" t="0" r="0" b="0"/>
              <a:pathLst>
                <a:path w="1179782" h="1179782">
                  <a:moveTo>
                    <a:pt x="0" y="589891"/>
                  </a:moveTo>
                  <a:cubicBezTo>
                    <a:pt x="0" y="915679"/>
                    <a:pt x="264103" y="1179782"/>
                    <a:pt x="589891" y="1179782"/>
                  </a:cubicBezTo>
                  <a:cubicBezTo>
                    <a:pt x="915679" y="1179782"/>
                    <a:pt x="1179782" y="915679"/>
                    <a:pt x="1179782" y="589891"/>
                  </a:cubicBezTo>
                  <a:cubicBezTo>
                    <a:pt x="1179782" y="264103"/>
                    <a:pt x="915679" y="0"/>
                    <a:pt x="589891" y="0"/>
                  </a:cubicBezTo>
                  <a:cubicBezTo>
                    <a:pt x="264103" y="0"/>
                    <a:pt x="0" y="264103"/>
                    <a:pt x="0" y="589891"/>
                  </a:cubicBezTo>
                </a:path>
              </a:pathLst>
            </a:custGeom>
            <a:noFill/>
            <a:ln w="1340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432093" y="3310858"/>
              <a:ext cx="1989404" cy="1881963"/>
            </a:xfrm>
            <a:custGeom>
              <a:avLst/>
              <a:gdLst/>
              <a:ahLst/>
              <a:cxnLst/>
              <a:rect l="0" t="0" r="0" b="0"/>
              <a:pathLst>
                <a:path w="1989404" h="1881963">
                  <a:moveTo>
                    <a:pt x="1850113" y="219543"/>
                  </a:moveTo>
                  <a:lnTo>
                    <a:pt x="1989404" y="70059"/>
                  </a:lnTo>
                  <a:cubicBezTo>
                    <a:pt x="1972888" y="239032"/>
                    <a:pt x="1931484" y="449643"/>
                    <a:pt x="1866279" y="607064"/>
                  </a:cubicBezTo>
                  <a:cubicBezTo>
                    <a:pt x="1865308" y="609408"/>
                    <a:pt x="1864332" y="611750"/>
                    <a:pt x="1863351" y="614089"/>
                  </a:cubicBezTo>
                  <a:cubicBezTo>
                    <a:pt x="1780279" y="531678"/>
                    <a:pt x="1672822" y="473813"/>
                    <a:pt x="1552759" y="452275"/>
                  </a:cubicBezTo>
                  <a:cubicBezTo>
                    <a:pt x="1604343" y="317571"/>
                    <a:pt x="1635588" y="139761"/>
                    <a:pt x="1645538" y="0"/>
                  </a:cubicBezTo>
                  <a:lnTo>
                    <a:pt x="1850113" y="219543"/>
                  </a:lnTo>
                  <a:close/>
                  <a:moveTo>
                    <a:pt x="877391" y="1183364"/>
                  </a:moveTo>
                  <a:cubicBezTo>
                    <a:pt x="851775" y="1195894"/>
                    <a:pt x="825744" y="1207641"/>
                    <a:pt x="799331" y="1218581"/>
                  </a:cubicBezTo>
                  <a:cubicBezTo>
                    <a:pt x="669612" y="1272312"/>
                    <a:pt x="532658" y="1305789"/>
                    <a:pt x="393260" y="1318056"/>
                  </a:cubicBezTo>
                  <a:lnTo>
                    <a:pt x="393260" y="1149068"/>
                  </a:lnTo>
                  <a:lnTo>
                    <a:pt x="0" y="1515516"/>
                  </a:lnTo>
                  <a:lnTo>
                    <a:pt x="393260" y="1881963"/>
                  </a:lnTo>
                  <a:lnTo>
                    <a:pt x="393260" y="1667701"/>
                  </a:lnTo>
                  <a:cubicBezTo>
                    <a:pt x="578491" y="1654713"/>
                    <a:pt x="760685" y="1611881"/>
                    <a:pt x="932724" y="1540620"/>
                  </a:cubicBezTo>
                  <a:cubicBezTo>
                    <a:pt x="977115" y="1522232"/>
                    <a:pt x="1020646" y="1502029"/>
                    <a:pt x="1063212" y="1480077"/>
                  </a:cubicBezTo>
                  <a:cubicBezTo>
                    <a:pt x="974119" y="1403366"/>
                    <a:pt x="908201" y="1300483"/>
                    <a:pt x="877391" y="1183364"/>
                  </a:cubicBezTo>
                  <a:close/>
                </a:path>
              </a:pathLst>
            </a:custGeom>
            <a:noFill/>
            <a:ln w="1340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607474" y="2088341"/>
            <a:ext cx="1891512" cy="2028867"/>
            <a:chOff x="3757150" y="1501541"/>
            <a:chExt cx="1891512" cy="2028867"/>
          </a:xfrm>
        </p:grpSpPr>
        <p:sp>
          <p:nvSpPr>
            <p:cNvPr id="20" name="Rounded Rectangle 19"/>
            <p:cNvSpPr/>
            <p:nvPr/>
          </p:nvSpPr>
          <p:spPr>
            <a:xfrm>
              <a:off x="4290117" y="1501541"/>
              <a:ext cx="1179782" cy="1179782"/>
            </a:xfrm>
            <a:custGeom>
              <a:avLst/>
              <a:gdLst/>
              <a:ahLst/>
              <a:cxnLst/>
              <a:rect l="0" t="0" r="0" b="0"/>
              <a:pathLst>
                <a:path w="1179782" h="1179782">
                  <a:moveTo>
                    <a:pt x="0" y="589891"/>
                  </a:moveTo>
                  <a:cubicBezTo>
                    <a:pt x="0" y="915680"/>
                    <a:pt x="264101" y="1179782"/>
                    <a:pt x="589891" y="1179782"/>
                  </a:cubicBezTo>
                  <a:cubicBezTo>
                    <a:pt x="915680" y="1179782"/>
                    <a:pt x="1179782" y="915680"/>
                    <a:pt x="1179782" y="589891"/>
                  </a:cubicBezTo>
                  <a:cubicBezTo>
                    <a:pt x="1179782" y="264101"/>
                    <a:pt x="915680" y="0"/>
                    <a:pt x="589891" y="0"/>
                  </a:cubicBezTo>
                  <a:cubicBezTo>
                    <a:pt x="264101" y="0"/>
                    <a:pt x="0" y="264101"/>
                    <a:pt x="0" y="589891"/>
                  </a:cubicBez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757150" y="1543173"/>
              <a:ext cx="1891512" cy="1987235"/>
            </a:xfrm>
            <a:custGeom>
              <a:avLst/>
              <a:gdLst/>
              <a:ahLst/>
              <a:cxnLst/>
              <a:rect l="0" t="0" r="0" b="0"/>
              <a:pathLst>
                <a:path w="1891512" h="1987235">
                  <a:moveTo>
                    <a:pt x="1513204" y="990543"/>
                  </a:moveTo>
                  <a:cubicBezTo>
                    <a:pt x="1426258" y="1067336"/>
                    <a:pt x="1316485" y="1118898"/>
                    <a:pt x="1195378" y="1133743"/>
                  </a:cubicBezTo>
                  <a:cubicBezTo>
                    <a:pt x="1203690" y="1151601"/>
                    <a:pt x="1211636" y="1169664"/>
                    <a:pt x="1219188" y="1187906"/>
                  </a:cubicBezTo>
                  <a:cubicBezTo>
                    <a:pt x="1272922" y="1317629"/>
                    <a:pt x="1306394" y="1454582"/>
                    <a:pt x="1318665" y="1593975"/>
                  </a:cubicBezTo>
                  <a:lnTo>
                    <a:pt x="1158617" y="1593975"/>
                  </a:lnTo>
                  <a:lnTo>
                    <a:pt x="1525065" y="1987235"/>
                  </a:lnTo>
                  <a:lnTo>
                    <a:pt x="1891512" y="1593975"/>
                  </a:lnTo>
                  <a:lnTo>
                    <a:pt x="1668310" y="1593975"/>
                  </a:lnTo>
                  <a:cubicBezTo>
                    <a:pt x="1655323" y="1408749"/>
                    <a:pt x="1612485" y="1226553"/>
                    <a:pt x="1541224" y="1054510"/>
                  </a:cubicBezTo>
                  <a:cubicBezTo>
                    <a:pt x="1532313" y="1032988"/>
                    <a:pt x="1522964" y="1011654"/>
                    <a:pt x="1513204" y="990543"/>
                  </a:cubicBezTo>
                  <a:moveTo>
                    <a:pt x="683567" y="154560"/>
                  </a:moveTo>
                  <a:cubicBezTo>
                    <a:pt x="658568" y="142762"/>
                    <a:pt x="633266" y="131554"/>
                    <a:pt x="607677" y="120954"/>
                  </a:cubicBezTo>
                  <a:cubicBezTo>
                    <a:pt x="456736" y="58434"/>
                    <a:pt x="253286" y="17795"/>
                    <a:pt x="91522" y="0"/>
                  </a:cubicBezTo>
                  <a:lnTo>
                    <a:pt x="229092" y="128185"/>
                  </a:lnTo>
                  <a:lnTo>
                    <a:pt x="0" y="341654"/>
                  </a:lnTo>
                  <a:cubicBezTo>
                    <a:pt x="147508" y="352093"/>
                    <a:pt x="337274" y="386244"/>
                    <a:pt x="474281" y="442999"/>
                  </a:cubicBezTo>
                  <a:cubicBezTo>
                    <a:pt x="495758" y="451892"/>
                    <a:pt x="516994" y="461321"/>
                    <a:pt x="537944" y="471278"/>
                  </a:cubicBezTo>
                  <a:cubicBezTo>
                    <a:pt x="553711" y="350368"/>
                    <a:pt x="606077" y="240961"/>
                    <a:pt x="683567" y="154560"/>
                  </a:cubicBez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607474" y="2088341"/>
            <a:ext cx="1891509" cy="2028867"/>
            <a:chOff x="3757150" y="1501541"/>
            <a:chExt cx="1891509" cy="2028867"/>
          </a:xfrm>
        </p:grpSpPr>
        <p:sp>
          <p:nvSpPr>
            <p:cNvPr id="23" name="Rounded Rectangle 22"/>
            <p:cNvSpPr/>
            <p:nvPr/>
          </p:nvSpPr>
          <p:spPr>
            <a:xfrm>
              <a:off x="4290116" y="1501541"/>
              <a:ext cx="1179782" cy="1179782"/>
            </a:xfrm>
            <a:custGeom>
              <a:avLst/>
              <a:gdLst/>
              <a:ahLst/>
              <a:cxnLst/>
              <a:rect l="0" t="0" r="0" b="0"/>
              <a:pathLst>
                <a:path w="1179782" h="1179782">
                  <a:moveTo>
                    <a:pt x="0" y="589891"/>
                  </a:moveTo>
                  <a:cubicBezTo>
                    <a:pt x="0" y="915678"/>
                    <a:pt x="264103" y="1179782"/>
                    <a:pt x="589891" y="1179782"/>
                  </a:cubicBezTo>
                  <a:cubicBezTo>
                    <a:pt x="915679" y="1179782"/>
                    <a:pt x="1179782" y="915678"/>
                    <a:pt x="1179782" y="589891"/>
                  </a:cubicBezTo>
                  <a:cubicBezTo>
                    <a:pt x="1179782" y="264103"/>
                    <a:pt x="915679" y="0"/>
                    <a:pt x="589891" y="0"/>
                  </a:cubicBezTo>
                  <a:cubicBezTo>
                    <a:pt x="264103" y="0"/>
                    <a:pt x="0" y="264103"/>
                    <a:pt x="0" y="589891"/>
                  </a:cubicBezTo>
                </a:path>
              </a:pathLst>
            </a:custGeom>
            <a:noFill/>
            <a:ln w="1340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757150" y="1543170"/>
              <a:ext cx="1891509" cy="1987238"/>
            </a:xfrm>
            <a:custGeom>
              <a:avLst/>
              <a:gdLst/>
              <a:ahLst/>
              <a:cxnLst/>
              <a:rect l="0" t="0" r="0" b="0"/>
              <a:pathLst>
                <a:path w="1891509" h="1987238">
                  <a:moveTo>
                    <a:pt x="1513201" y="990546"/>
                  </a:moveTo>
                  <a:cubicBezTo>
                    <a:pt x="1426253" y="1067340"/>
                    <a:pt x="1316489" y="1118893"/>
                    <a:pt x="1195375" y="1133739"/>
                  </a:cubicBezTo>
                  <a:cubicBezTo>
                    <a:pt x="1203692" y="1151606"/>
                    <a:pt x="1211632" y="1169665"/>
                    <a:pt x="1219188" y="1187907"/>
                  </a:cubicBezTo>
                  <a:cubicBezTo>
                    <a:pt x="1272920" y="1317626"/>
                    <a:pt x="1306396" y="1454580"/>
                    <a:pt x="1318663" y="1593977"/>
                  </a:cubicBezTo>
                  <a:lnTo>
                    <a:pt x="1158614" y="1593977"/>
                  </a:lnTo>
                  <a:lnTo>
                    <a:pt x="1525061" y="1987238"/>
                  </a:lnTo>
                  <a:lnTo>
                    <a:pt x="1891509" y="1593977"/>
                  </a:lnTo>
                  <a:lnTo>
                    <a:pt x="1668309" y="1593977"/>
                  </a:lnTo>
                  <a:cubicBezTo>
                    <a:pt x="1655321" y="1408745"/>
                    <a:pt x="1612488" y="1226553"/>
                    <a:pt x="1541228" y="1054513"/>
                  </a:cubicBezTo>
                  <a:cubicBezTo>
                    <a:pt x="1532310" y="1032985"/>
                    <a:pt x="1522965" y="1011657"/>
                    <a:pt x="1513201" y="990546"/>
                  </a:cubicBezTo>
                  <a:close/>
                  <a:moveTo>
                    <a:pt x="683572" y="154558"/>
                  </a:moveTo>
                  <a:cubicBezTo>
                    <a:pt x="658571" y="142764"/>
                    <a:pt x="633265" y="131560"/>
                    <a:pt x="607672" y="120958"/>
                  </a:cubicBezTo>
                  <a:cubicBezTo>
                    <a:pt x="456732" y="58437"/>
                    <a:pt x="253288" y="17799"/>
                    <a:pt x="91521" y="0"/>
                  </a:cubicBezTo>
                  <a:lnTo>
                    <a:pt x="229088" y="128186"/>
                  </a:lnTo>
                  <a:lnTo>
                    <a:pt x="0" y="341656"/>
                  </a:lnTo>
                  <a:cubicBezTo>
                    <a:pt x="147504" y="352091"/>
                    <a:pt x="337272" y="386246"/>
                    <a:pt x="474279" y="442997"/>
                  </a:cubicBezTo>
                  <a:cubicBezTo>
                    <a:pt x="495761" y="451895"/>
                    <a:pt x="516991" y="461326"/>
                    <a:pt x="537949" y="471278"/>
                  </a:cubicBezTo>
                  <a:cubicBezTo>
                    <a:pt x="553707" y="350370"/>
                    <a:pt x="606078" y="240967"/>
                    <a:pt x="683572" y="154558"/>
                  </a:cubicBezTo>
                  <a:close/>
                </a:path>
              </a:pathLst>
            </a:custGeom>
            <a:noFill/>
            <a:ln w="1340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3209888" y="2410099"/>
            <a:ext cx="539696" cy="535424"/>
          </a:xfrm>
          <a:custGeom>
            <a:avLst/>
            <a:gdLst/>
            <a:ahLst/>
            <a:cxnLst/>
            <a:rect l="0" t="0" r="0" b="0"/>
            <a:pathLst>
              <a:path w="539696" h="535424">
                <a:moveTo>
                  <a:pt x="243106" y="372480"/>
                </a:moveTo>
                <a:cubicBezTo>
                  <a:pt x="225159" y="353148"/>
                  <a:pt x="218974" y="325664"/>
                  <a:pt x="226929" y="300513"/>
                </a:cubicBezTo>
                <a:cubicBezTo>
                  <a:pt x="234883" y="275362"/>
                  <a:pt x="255735" y="256423"/>
                  <a:pt x="281538" y="250927"/>
                </a:cubicBezTo>
                <a:cubicBezTo>
                  <a:pt x="283987" y="250516"/>
                  <a:pt x="285838" y="248487"/>
                  <a:pt x="286007" y="246011"/>
                </a:cubicBezTo>
                <a:cubicBezTo>
                  <a:pt x="286195" y="243508"/>
                  <a:pt x="284756" y="241158"/>
                  <a:pt x="282432" y="240201"/>
                </a:cubicBezTo>
                <a:lnTo>
                  <a:pt x="256960" y="230817"/>
                </a:lnTo>
                <a:lnTo>
                  <a:pt x="242883" y="225678"/>
                </a:lnTo>
                <a:cubicBezTo>
                  <a:pt x="241185" y="223729"/>
                  <a:pt x="240094" y="221316"/>
                  <a:pt x="239754" y="218751"/>
                </a:cubicBezTo>
                <a:cubicBezTo>
                  <a:pt x="237708" y="209116"/>
                  <a:pt x="238173" y="199115"/>
                  <a:pt x="241095" y="189703"/>
                </a:cubicBezTo>
                <a:cubicBezTo>
                  <a:pt x="265120" y="163587"/>
                  <a:pt x="276971" y="128515"/>
                  <a:pt x="273718" y="93175"/>
                </a:cubicBezTo>
                <a:cubicBezTo>
                  <a:pt x="273718" y="39326"/>
                  <a:pt x="238637" y="0"/>
                  <a:pt x="189927" y="0"/>
                </a:cubicBezTo>
                <a:cubicBezTo>
                  <a:pt x="166170" y="473"/>
                  <a:pt x="143665" y="10752"/>
                  <a:pt x="127747" y="28404"/>
                </a:cubicBezTo>
                <a:cubicBezTo>
                  <a:pt x="111837" y="46047"/>
                  <a:pt x="103928" y="69490"/>
                  <a:pt x="105912" y="93175"/>
                </a:cubicBezTo>
                <a:cubicBezTo>
                  <a:pt x="102694" y="128337"/>
                  <a:pt x="114465" y="163221"/>
                  <a:pt x="138311" y="189256"/>
                </a:cubicBezTo>
                <a:cubicBezTo>
                  <a:pt x="141645" y="198730"/>
                  <a:pt x="142262" y="208946"/>
                  <a:pt x="140099" y="218751"/>
                </a:cubicBezTo>
                <a:cubicBezTo>
                  <a:pt x="139759" y="221316"/>
                  <a:pt x="138669" y="223729"/>
                  <a:pt x="136970" y="225678"/>
                </a:cubicBezTo>
                <a:lnTo>
                  <a:pt x="122893" y="230817"/>
                </a:lnTo>
                <a:cubicBezTo>
                  <a:pt x="68150" y="250927"/>
                  <a:pt x="28824" y="265451"/>
                  <a:pt x="16758" y="290476"/>
                </a:cubicBezTo>
                <a:cubicBezTo>
                  <a:pt x="6104" y="315198"/>
                  <a:pt x="411" y="341770"/>
                  <a:pt x="0" y="368681"/>
                </a:cubicBezTo>
                <a:cubicBezTo>
                  <a:pt x="0" y="374848"/>
                  <a:pt x="5005" y="379854"/>
                  <a:pt x="11172" y="379854"/>
                </a:cubicBezTo>
                <a:lnTo>
                  <a:pt x="239978" y="379854"/>
                </a:lnTo>
                <a:cubicBezTo>
                  <a:pt x="241730" y="379827"/>
                  <a:pt x="243303" y="378772"/>
                  <a:pt x="244000" y="377172"/>
                </a:cubicBezTo>
                <a:cubicBezTo>
                  <a:pt x="244635" y="375564"/>
                  <a:pt x="244286" y="373740"/>
                  <a:pt x="243106" y="372480"/>
                </a:cubicBezTo>
                <a:moveTo>
                  <a:pt x="363095" y="380524"/>
                </a:moveTo>
                <a:cubicBezTo>
                  <a:pt x="363095" y="399034"/>
                  <a:pt x="378102" y="414041"/>
                  <a:pt x="396612" y="414041"/>
                </a:cubicBezTo>
                <a:cubicBezTo>
                  <a:pt x="415122" y="414041"/>
                  <a:pt x="430128" y="399034"/>
                  <a:pt x="430128" y="380524"/>
                </a:cubicBezTo>
                <a:cubicBezTo>
                  <a:pt x="430128" y="362014"/>
                  <a:pt x="415122" y="347007"/>
                  <a:pt x="396612" y="347007"/>
                </a:cubicBezTo>
                <a:cubicBezTo>
                  <a:pt x="378102" y="347007"/>
                  <a:pt x="363095" y="362014"/>
                  <a:pt x="363095" y="380524"/>
                </a:cubicBezTo>
                <a:moveTo>
                  <a:pt x="525539" y="349689"/>
                </a:moveTo>
                <a:cubicBezTo>
                  <a:pt x="537605" y="336890"/>
                  <a:pt x="539696" y="317638"/>
                  <a:pt x="530678" y="302542"/>
                </a:cubicBezTo>
                <a:cubicBezTo>
                  <a:pt x="522143" y="287312"/>
                  <a:pt x="504508" y="279644"/>
                  <a:pt x="487553" y="283773"/>
                </a:cubicBezTo>
                <a:lnTo>
                  <a:pt x="455824" y="290476"/>
                </a:lnTo>
                <a:cubicBezTo>
                  <a:pt x="450685" y="291522"/>
                  <a:pt x="445582" y="288537"/>
                  <a:pt x="443982" y="283549"/>
                </a:cubicBezTo>
                <a:lnTo>
                  <a:pt x="434597" y="252491"/>
                </a:lnTo>
                <a:cubicBezTo>
                  <a:pt x="429699" y="235590"/>
                  <a:pt x="414210" y="223953"/>
                  <a:pt x="396612" y="223953"/>
                </a:cubicBezTo>
                <a:cubicBezTo>
                  <a:pt x="379013" y="223953"/>
                  <a:pt x="363524" y="235590"/>
                  <a:pt x="358626" y="252491"/>
                </a:cubicBezTo>
                <a:lnTo>
                  <a:pt x="349242" y="283773"/>
                </a:lnTo>
                <a:cubicBezTo>
                  <a:pt x="347544" y="288796"/>
                  <a:pt x="342369" y="291772"/>
                  <a:pt x="337176" y="290700"/>
                </a:cubicBezTo>
                <a:lnTo>
                  <a:pt x="305670" y="283326"/>
                </a:lnTo>
                <a:cubicBezTo>
                  <a:pt x="288143" y="278580"/>
                  <a:pt x="269633" y="286311"/>
                  <a:pt x="260678" y="302113"/>
                </a:cubicBezTo>
                <a:cubicBezTo>
                  <a:pt x="251731" y="317906"/>
                  <a:pt x="254609" y="337757"/>
                  <a:pt x="267685" y="350359"/>
                </a:cubicBezTo>
                <a:lnTo>
                  <a:pt x="290029" y="374268"/>
                </a:lnTo>
                <a:cubicBezTo>
                  <a:pt x="293604" y="378191"/>
                  <a:pt x="293604" y="384197"/>
                  <a:pt x="290029" y="388121"/>
                </a:cubicBezTo>
                <a:lnTo>
                  <a:pt x="267685" y="412030"/>
                </a:lnTo>
                <a:cubicBezTo>
                  <a:pt x="255547" y="424793"/>
                  <a:pt x="253447" y="444098"/>
                  <a:pt x="262546" y="459176"/>
                </a:cubicBezTo>
                <a:cubicBezTo>
                  <a:pt x="271028" y="474460"/>
                  <a:pt x="288707" y="482155"/>
                  <a:pt x="305670" y="477945"/>
                </a:cubicBezTo>
                <a:lnTo>
                  <a:pt x="337176" y="469231"/>
                </a:lnTo>
                <a:cubicBezTo>
                  <a:pt x="342369" y="468159"/>
                  <a:pt x="347544" y="471135"/>
                  <a:pt x="349242" y="476158"/>
                </a:cubicBezTo>
                <a:lnTo>
                  <a:pt x="358626" y="507440"/>
                </a:lnTo>
                <a:cubicBezTo>
                  <a:pt x="363793" y="524082"/>
                  <a:pt x="379183" y="535424"/>
                  <a:pt x="396612" y="535424"/>
                </a:cubicBezTo>
                <a:cubicBezTo>
                  <a:pt x="414041" y="535424"/>
                  <a:pt x="429431" y="524082"/>
                  <a:pt x="434597" y="507440"/>
                </a:cubicBezTo>
                <a:lnTo>
                  <a:pt x="443982" y="476158"/>
                </a:lnTo>
                <a:cubicBezTo>
                  <a:pt x="445582" y="471171"/>
                  <a:pt x="450685" y="468185"/>
                  <a:pt x="455824" y="469231"/>
                </a:cubicBezTo>
                <a:lnTo>
                  <a:pt x="487553" y="476605"/>
                </a:lnTo>
                <a:cubicBezTo>
                  <a:pt x="504517" y="480814"/>
                  <a:pt x="522205" y="473119"/>
                  <a:pt x="530678" y="457835"/>
                </a:cubicBezTo>
                <a:cubicBezTo>
                  <a:pt x="539625" y="442722"/>
                  <a:pt x="537533" y="423523"/>
                  <a:pt x="525539" y="410689"/>
                </a:cubicBezTo>
                <a:lnTo>
                  <a:pt x="503195" y="386780"/>
                </a:lnTo>
                <a:cubicBezTo>
                  <a:pt x="499619" y="382857"/>
                  <a:pt x="499619" y="376851"/>
                  <a:pt x="503195" y="372927"/>
                </a:cubicBezTo>
                <a:lnTo>
                  <a:pt x="525539" y="349689"/>
                </a:lnTo>
                <a:moveTo>
                  <a:pt x="396612" y="446887"/>
                </a:moveTo>
                <a:cubicBezTo>
                  <a:pt x="359592" y="446887"/>
                  <a:pt x="329579" y="416874"/>
                  <a:pt x="329579" y="379854"/>
                </a:cubicBezTo>
                <a:cubicBezTo>
                  <a:pt x="329579" y="342833"/>
                  <a:pt x="359592" y="312821"/>
                  <a:pt x="396612" y="312821"/>
                </a:cubicBezTo>
                <a:cubicBezTo>
                  <a:pt x="433632" y="312821"/>
                  <a:pt x="463645" y="342833"/>
                  <a:pt x="463645" y="379854"/>
                </a:cubicBezTo>
                <a:cubicBezTo>
                  <a:pt x="463645" y="416874"/>
                  <a:pt x="433632" y="446887"/>
                  <a:pt x="396612" y="446887"/>
                </a:cubicBez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62200" y="2410099"/>
            <a:ext cx="543155" cy="543093"/>
          </a:xfrm>
          <a:custGeom>
            <a:avLst/>
            <a:gdLst/>
            <a:ahLst/>
            <a:cxnLst/>
            <a:rect l="0" t="0" r="0" b="0"/>
            <a:pathLst>
              <a:path w="543155" h="543093">
                <a:moveTo>
                  <a:pt x="202037" y="54627"/>
                </a:moveTo>
                <a:cubicBezTo>
                  <a:pt x="179246" y="84792"/>
                  <a:pt x="161907" y="116637"/>
                  <a:pt x="150154" y="149707"/>
                </a:cubicBezTo>
                <a:lnTo>
                  <a:pt x="78607" y="149707"/>
                </a:lnTo>
                <a:cubicBezTo>
                  <a:pt x="107047" y="104267"/>
                  <a:pt x="150842" y="70536"/>
                  <a:pt x="202037" y="54627"/>
                </a:cubicBezTo>
                <a:moveTo>
                  <a:pt x="57156" y="194395"/>
                </a:moveTo>
                <a:lnTo>
                  <a:pt x="137820" y="194395"/>
                </a:lnTo>
                <a:cubicBezTo>
                  <a:pt x="133798" y="214702"/>
                  <a:pt x="131787" y="235357"/>
                  <a:pt x="131787" y="256271"/>
                </a:cubicBezTo>
                <a:cubicBezTo>
                  <a:pt x="131858" y="285140"/>
                  <a:pt x="135567" y="313893"/>
                  <a:pt x="142825" y="341841"/>
                </a:cubicBezTo>
                <a:lnTo>
                  <a:pt x="57130" y="341841"/>
                </a:lnTo>
                <a:cubicBezTo>
                  <a:pt x="48871" y="318147"/>
                  <a:pt x="44661" y="293229"/>
                  <a:pt x="44688" y="268132"/>
                </a:cubicBezTo>
                <a:cubicBezTo>
                  <a:pt x="44661" y="243026"/>
                  <a:pt x="48862" y="218098"/>
                  <a:pt x="57130" y="194395"/>
                </a:cubicBezTo>
                <a:moveTo>
                  <a:pt x="78607" y="386530"/>
                </a:moveTo>
                <a:lnTo>
                  <a:pt x="157214" y="386530"/>
                </a:lnTo>
                <a:cubicBezTo>
                  <a:pt x="169835" y="419135"/>
                  <a:pt x="187138" y="451606"/>
                  <a:pt x="208946" y="483648"/>
                </a:cubicBezTo>
                <a:cubicBezTo>
                  <a:pt x="154855" y="468748"/>
                  <a:pt x="108334" y="434088"/>
                  <a:pt x="78580" y="386530"/>
                </a:cubicBezTo>
                <a:moveTo>
                  <a:pt x="479152" y="194395"/>
                </a:moveTo>
                <a:cubicBezTo>
                  <a:pt x="484810" y="210573"/>
                  <a:pt x="488653" y="227599"/>
                  <a:pt x="490431" y="245233"/>
                </a:cubicBezTo>
                <a:cubicBezTo>
                  <a:pt x="507726" y="250560"/>
                  <a:pt x="523447" y="260034"/>
                  <a:pt x="536237" y="272824"/>
                </a:cubicBezTo>
                <a:lnTo>
                  <a:pt x="536237" y="268132"/>
                </a:lnTo>
                <a:cubicBezTo>
                  <a:pt x="536264" y="120060"/>
                  <a:pt x="416212" y="0"/>
                  <a:pt x="268132" y="0"/>
                </a:cubicBezTo>
                <a:cubicBezTo>
                  <a:pt x="120060" y="0"/>
                  <a:pt x="0" y="120060"/>
                  <a:pt x="0" y="268132"/>
                </a:cubicBezTo>
                <a:cubicBezTo>
                  <a:pt x="0" y="416212"/>
                  <a:pt x="120060" y="536264"/>
                  <a:pt x="268132" y="536264"/>
                </a:cubicBezTo>
                <a:lnTo>
                  <a:pt x="271376" y="536264"/>
                </a:lnTo>
                <a:cubicBezTo>
                  <a:pt x="248791" y="513249"/>
                  <a:pt x="237288" y="481574"/>
                  <a:pt x="239844" y="449434"/>
                </a:cubicBezTo>
                <a:cubicBezTo>
                  <a:pt x="226750" y="429422"/>
                  <a:pt x="215283" y="408392"/>
                  <a:pt x="205568" y="386530"/>
                </a:cubicBezTo>
                <a:lnTo>
                  <a:pt x="265522" y="386530"/>
                </a:lnTo>
                <a:cubicBezTo>
                  <a:pt x="267622" y="384028"/>
                  <a:pt x="269830" y="381596"/>
                  <a:pt x="272199" y="379228"/>
                </a:cubicBezTo>
                <a:cubicBezTo>
                  <a:pt x="276980" y="374446"/>
                  <a:pt x="282432" y="370692"/>
                  <a:pt x="288260" y="368011"/>
                </a:cubicBezTo>
                <a:lnTo>
                  <a:pt x="269115" y="348866"/>
                </a:lnTo>
                <a:cubicBezTo>
                  <a:pt x="266934" y="346695"/>
                  <a:pt x="264941" y="344344"/>
                  <a:pt x="263154" y="341850"/>
                </a:cubicBezTo>
                <a:lnTo>
                  <a:pt x="189185" y="341850"/>
                </a:lnTo>
                <a:cubicBezTo>
                  <a:pt x="180873" y="314072"/>
                  <a:pt x="176583" y="285257"/>
                  <a:pt x="176457" y="256271"/>
                </a:cubicBezTo>
                <a:cubicBezTo>
                  <a:pt x="176457" y="235420"/>
                  <a:pt x="178817" y="214756"/>
                  <a:pt x="183563" y="194395"/>
                </a:cubicBezTo>
                <a:lnTo>
                  <a:pt x="353040" y="194395"/>
                </a:lnTo>
                <a:cubicBezTo>
                  <a:pt x="357777" y="214729"/>
                  <a:pt x="360128" y="235402"/>
                  <a:pt x="360128" y="256245"/>
                </a:cubicBezTo>
                <a:cubicBezTo>
                  <a:pt x="360128" y="264378"/>
                  <a:pt x="359762" y="272556"/>
                  <a:pt x="359056" y="280823"/>
                </a:cubicBezTo>
                <a:lnTo>
                  <a:pt x="367225" y="289001"/>
                </a:lnTo>
                <a:cubicBezTo>
                  <a:pt x="369915" y="283192"/>
                  <a:pt x="373660" y="277740"/>
                  <a:pt x="378468" y="272958"/>
                </a:cubicBezTo>
                <a:cubicBezTo>
                  <a:pt x="386226" y="265164"/>
                  <a:pt x="395092" y="258568"/>
                  <a:pt x="404790" y="253385"/>
                </a:cubicBezTo>
                <a:cubicBezTo>
                  <a:pt x="404629" y="233579"/>
                  <a:pt x="402609" y="213826"/>
                  <a:pt x="398757" y="194395"/>
                </a:cubicBezTo>
                <a:lnTo>
                  <a:pt x="479107" y="194395"/>
                </a:lnTo>
                <a:moveTo>
                  <a:pt x="457684" y="149707"/>
                </a:moveTo>
                <a:lnTo>
                  <a:pt x="386468" y="149707"/>
                </a:lnTo>
                <a:cubicBezTo>
                  <a:pt x="374714" y="116655"/>
                  <a:pt x="357393" y="84863"/>
                  <a:pt x="334629" y="54743"/>
                </a:cubicBezTo>
                <a:cubicBezTo>
                  <a:pt x="385663" y="70697"/>
                  <a:pt x="429315" y="104383"/>
                  <a:pt x="457684" y="149707"/>
                </a:cubicBezTo>
                <a:moveTo>
                  <a:pt x="198078" y="149707"/>
                </a:moveTo>
                <a:cubicBezTo>
                  <a:pt x="213272" y="113509"/>
                  <a:pt x="236582" y="78696"/>
                  <a:pt x="268266" y="46029"/>
                </a:cubicBezTo>
                <a:cubicBezTo>
                  <a:pt x="299995" y="78696"/>
                  <a:pt x="323340" y="113509"/>
                  <a:pt x="338561" y="149707"/>
                </a:cubicBezTo>
                <a:lnTo>
                  <a:pt x="198060" y="149707"/>
                </a:lnTo>
                <a:moveTo>
                  <a:pt x="324422" y="293560"/>
                </a:moveTo>
                <a:lnTo>
                  <a:pt x="364838" y="333985"/>
                </a:lnTo>
                <a:lnTo>
                  <a:pt x="402180" y="296643"/>
                </a:lnTo>
                <a:cubicBezTo>
                  <a:pt x="432685" y="266139"/>
                  <a:pt x="482137" y="266139"/>
                  <a:pt x="512642" y="296643"/>
                </a:cubicBezTo>
                <a:cubicBezTo>
                  <a:pt x="543155" y="327148"/>
                  <a:pt x="543155" y="376609"/>
                  <a:pt x="512642" y="407114"/>
                </a:cubicBezTo>
                <a:lnTo>
                  <a:pt x="475282" y="444429"/>
                </a:lnTo>
                <a:lnTo>
                  <a:pt x="515707" y="484872"/>
                </a:lnTo>
                <a:cubicBezTo>
                  <a:pt x="521651" y="490449"/>
                  <a:pt x="524091" y="498824"/>
                  <a:pt x="522071" y="506716"/>
                </a:cubicBezTo>
                <a:cubicBezTo>
                  <a:pt x="520042" y="514617"/>
                  <a:pt x="513884" y="520784"/>
                  <a:pt x="505983" y="522813"/>
                </a:cubicBezTo>
                <a:cubicBezTo>
                  <a:pt x="498091" y="524842"/>
                  <a:pt x="489716" y="522411"/>
                  <a:pt x="484130" y="516467"/>
                </a:cubicBezTo>
                <a:lnTo>
                  <a:pt x="348840" y="381167"/>
                </a:lnTo>
                <a:lnTo>
                  <a:pt x="292845" y="325181"/>
                </a:lnTo>
                <a:cubicBezTo>
                  <a:pt x="284113" y="316449"/>
                  <a:pt x="284113" y="302301"/>
                  <a:pt x="292836" y="293569"/>
                </a:cubicBezTo>
                <a:cubicBezTo>
                  <a:pt x="301559" y="284836"/>
                  <a:pt x="315707" y="284836"/>
                  <a:pt x="324440" y="293560"/>
                </a:cubicBezTo>
                <a:moveTo>
                  <a:pt x="443714" y="412834"/>
                </a:moveTo>
                <a:lnTo>
                  <a:pt x="396451" y="365598"/>
                </a:lnTo>
                <a:lnTo>
                  <a:pt x="433793" y="328238"/>
                </a:lnTo>
                <a:cubicBezTo>
                  <a:pt x="446931" y="315743"/>
                  <a:pt x="467640" y="316002"/>
                  <a:pt x="480466" y="328819"/>
                </a:cubicBezTo>
                <a:cubicBezTo>
                  <a:pt x="493291" y="341645"/>
                  <a:pt x="493551" y="362354"/>
                  <a:pt x="481056" y="375501"/>
                </a:cubicBezTo>
                <a:lnTo>
                  <a:pt x="443732" y="412834"/>
                </a:lnTo>
                <a:moveTo>
                  <a:pt x="295928" y="402940"/>
                </a:moveTo>
                <a:cubicBezTo>
                  <a:pt x="304696" y="394467"/>
                  <a:pt x="318630" y="394592"/>
                  <a:pt x="327255" y="403208"/>
                </a:cubicBezTo>
                <a:cubicBezTo>
                  <a:pt x="335871" y="411824"/>
                  <a:pt x="335987" y="425767"/>
                  <a:pt x="327523" y="434535"/>
                </a:cubicBezTo>
                <a:cubicBezTo>
                  <a:pt x="318728" y="442900"/>
                  <a:pt x="315153" y="455378"/>
                  <a:pt x="318201" y="467131"/>
                </a:cubicBezTo>
                <a:cubicBezTo>
                  <a:pt x="321249" y="478884"/>
                  <a:pt x="330428" y="488063"/>
                  <a:pt x="342181" y="491111"/>
                </a:cubicBezTo>
                <a:cubicBezTo>
                  <a:pt x="353934" y="494158"/>
                  <a:pt x="366411" y="490583"/>
                  <a:pt x="374786" y="481789"/>
                </a:cubicBezTo>
                <a:cubicBezTo>
                  <a:pt x="380390" y="475979"/>
                  <a:pt x="388702" y="473646"/>
                  <a:pt x="396514" y="475693"/>
                </a:cubicBezTo>
                <a:cubicBezTo>
                  <a:pt x="404325" y="477740"/>
                  <a:pt x="410421" y="483844"/>
                  <a:pt x="412467" y="491656"/>
                </a:cubicBezTo>
                <a:cubicBezTo>
                  <a:pt x="414514" y="499467"/>
                  <a:pt x="412181" y="507771"/>
                  <a:pt x="406372" y="513384"/>
                </a:cubicBezTo>
                <a:cubicBezTo>
                  <a:pt x="375742" y="543093"/>
                  <a:pt x="326942" y="542717"/>
                  <a:pt x="296768" y="512543"/>
                </a:cubicBezTo>
                <a:cubicBezTo>
                  <a:pt x="266586" y="482379"/>
                  <a:pt x="266201" y="433578"/>
                  <a:pt x="295910" y="402940"/>
                </a:cubicBez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14384" y="4753290"/>
            <a:ext cx="526433" cy="345729"/>
          </a:xfrm>
          <a:custGeom>
            <a:avLst/>
            <a:gdLst/>
            <a:ahLst/>
            <a:cxnLst/>
            <a:rect l="0" t="0" r="0" b="0"/>
            <a:pathLst>
              <a:path w="526433" h="345729">
                <a:moveTo>
                  <a:pt x="526182" y="219037"/>
                </a:moveTo>
                <a:cubicBezTo>
                  <a:pt x="526039" y="184537"/>
                  <a:pt x="511936" y="151575"/>
                  <a:pt x="487080" y="127648"/>
                </a:cubicBezTo>
                <a:cubicBezTo>
                  <a:pt x="466630" y="107896"/>
                  <a:pt x="440076" y="95687"/>
                  <a:pt x="411779" y="93015"/>
                </a:cubicBezTo>
                <a:cubicBezTo>
                  <a:pt x="410054" y="92755"/>
                  <a:pt x="408508" y="91781"/>
                  <a:pt x="407534" y="90333"/>
                </a:cubicBezTo>
                <a:cubicBezTo>
                  <a:pt x="372069" y="31407"/>
                  <a:pt x="304312" y="0"/>
                  <a:pt x="236421" y="11020"/>
                </a:cubicBezTo>
                <a:cubicBezTo>
                  <a:pt x="168539" y="22040"/>
                  <a:pt x="114188" y="73271"/>
                  <a:pt x="99182" y="140385"/>
                </a:cubicBezTo>
                <a:cubicBezTo>
                  <a:pt x="98663" y="142825"/>
                  <a:pt x="96536" y="144576"/>
                  <a:pt x="94042" y="144630"/>
                </a:cubicBezTo>
                <a:cubicBezTo>
                  <a:pt x="41891" y="148688"/>
                  <a:pt x="1510" y="191973"/>
                  <a:pt x="1090" y="244286"/>
                </a:cubicBezTo>
                <a:cubicBezTo>
                  <a:pt x="0" y="270474"/>
                  <a:pt x="9786" y="295946"/>
                  <a:pt x="28127" y="314671"/>
                </a:cubicBezTo>
                <a:cubicBezTo>
                  <a:pt x="49729" y="334468"/>
                  <a:pt x="77919" y="345542"/>
                  <a:pt x="107226" y="345729"/>
                </a:cubicBezTo>
                <a:lnTo>
                  <a:pt x="412673" y="345729"/>
                </a:lnTo>
                <a:cubicBezTo>
                  <a:pt x="477400" y="338856"/>
                  <a:pt x="526433" y="284130"/>
                  <a:pt x="526182" y="219037"/>
                </a:cubicBezTo>
                <a:moveTo>
                  <a:pt x="408204" y="301041"/>
                </a:moveTo>
                <a:lnTo>
                  <a:pt x="107226" y="301041"/>
                </a:lnTo>
                <a:cubicBezTo>
                  <a:pt x="90038" y="301058"/>
                  <a:pt x="73405" y="294963"/>
                  <a:pt x="60302" y="283835"/>
                </a:cubicBezTo>
                <a:cubicBezTo>
                  <a:pt x="50006" y="273351"/>
                  <a:pt x="44715" y="258944"/>
                  <a:pt x="45779" y="244286"/>
                </a:cubicBezTo>
                <a:cubicBezTo>
                  <a:pt x="45788" y="227420"/>
                  <a:pt x="53331" y="211449"/>
                  <a:pt x="66335" y="200714"/>
                </a:cubicBezTo>
                <a:cubicBezTo>
                  <a:pt x="76364" y="192697"/>
                  <a:pt x="88805" y="188291"/>
                  <a:pt x="101640" y="188202"/>
                </a:cubicBezTo>
                <a:cubicBezTo>
                  <a:pt x="105554" y="188193"/>
                  <a:pt x="109451" y="188640"/>
                  <a:pt x="113259" y="189542"/>
                </a:cubicBezTo>
                <a:cubicBezTo>
                  <a:pt x="119622" y="190820"/>
                  <a:pt x="126227" y="189274"/>
                  <a:pt x="131358" y="185297"/>
                </a:cubicBezTo>
                <a:cubicBezTo>
                  <a:pt x="136479" y="181373"/>
                  <a:pt x="139661" y="175430"/>
                  <a:pt x="140072" y="168985"/>
                </a:cubicBezTo>
                <a:cubicBezTo>
                  <a:pt x="143924" y="112839"/>
                  <a:pt x="185172" y="66353"/>
                  <a:pt x="240470" y="55851"/>
                </a:cubicBezTo>
                <a:cubicBezTo>
                  <a:pt x="295767" y="45350"/>
                  <a:pt x="351181" y="73468"/>
                  <a:pt x="375358" y="124297"/>
                </a:cubicBezTo>
                <a:cubicBezTo>
                  <a:pt x="379192" y="132359"/>
                  <a:pt x="387442" y="137364"/>
                  <a:pt x="396362" y="137033"/>
                </a:cubicBezTo>
                <a:cubicBezTo>
                  <a:pt x="418643" y="136184"/>
                  <a:pt x="440317" y="144442"/>
                  <a:pt x="456379" y="159914"/>
                </a:cubicBezTo>
                <a:cubicBezTo>
                  <a:pt x="472440" y="175385"/>
                  <a:pt x="481512" y="196737"/>
                  <a:pt x="481494" y="219037"/>
                </a:cubicBezTo>
                <a:cubicBezTo>
                  <a:pt x="481422" y="261017"/>
                  <a:pt x="449908" y="296277"/>
                  <a:pt x="408204" y="301041"/>
                </a:cubicBezTo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62200" y="4662411"/>
            <a:ext cx="536264" cy="536264"/>
          </a:xfrm>
          <a:custGeom>
            <a:avLst/>
            <a:gdLst/>
            <a:ahLst/>
            <a:cxnLst/>
            <a:rect l="0" t="0" r="0" b="0"/>
            <a:pathLst>
              <a:path w="536264" h="536264">
                <a:moveTo>
                  <a:pt x="0" y="61446"/>
                </a:moveTo>
                <a:cubicBezTo>
                  <a:pt x="71" y="27537"/>
                  <a:pt x="27537" y="71"/>
                  <a:pt x="61446" y="0"/>
                </a:cubicBezTo>
                <a:lnTo>
                  <a:pt x="474817" y="0"/>
                </a:lnTo>
                <a:cubicBezTo>
                  <a:pt x="508727" y="71"/>
                  <a:pt x="536193" y="27537"/>
                  <a:pt x="536264" y="61446"/>
                </a:cubicBezTo>
                <a:lnTo>
                  <a:pt x="536264" y="474817"/>
                </a:lnTo>
                <a:cubicBezTo>
                  <a:pt x="536193" y="508727"/>
                  <a:pt x="508727" y="536193"/>
                  <a:pt x="474817" y="536264"/>
                </a:cubicBezTo>
                <a:lnTo>
                  <a:pt x="61446" y="536264"/>
                </a:lnTo>
                <a:cubicBezTo>
                  <a:pt x="27537" y="536193"/>
                  <a:pt x="71" y="508727"/>
                  <a:pt x="0" y="474817"/>
                </a:cubicBezTo>
                <a:lnTo>
                  <a:pt x="0" y="61446"/>
                </a:lnTo>
                <a:moveTo>
                  <a:pt x="284890" y="171113"/>
                </a:moveTo>
                <a:lnTo>
                  <a:pt x="284890" y="149170"/>
                </a:lnTo>
                <a:cubicBezTo>
                  <a:pt x="337962" y="154488"/>
                  <a:pt x="385440" y="184475"/>
                  <a:pt x="413057" y="230102"/>
                </a:cubicBezTo>
                <a:lnTo>
                  <a:pt x="393260" y="243803"/>
                </a:lnTo>
                <a:cubicBezTo>
                  <a:pt x="385645" y="249068"/>
                  <a:pt x="383750" y="259516"/>
                  <a:pt x="389015" y="267122"/>
                </a:cubicBezTo>
                <a:cubicBezTo>
                  <a:pt x="394288" y="274737"/>
                  <a:pt x="404727" y="276641"/>
                  <a:pt x="412342" y="271367"/>
                </a:cubicBezTo>
                <a:lnTo>
                  <a:pt x="444179" y="249318"/>
                </a:lnTo>
                <a:cubicBezTo>
                  <a:pt x="447486" y="247137"/>
                  <a:pt x="449908" y="243848"/>
                  <a:pt x="450998" y="240041"/>
                </a:cubicBezTo>
                <a:cubicBezTo>
                  <a:pt x="452205" y="235965"/>
                  <a:pt x="451802" y="231576"/>
                  <a:pt x="449881" y="227778"/>
                </a:cubicBezTo>
                <a:cubicBezTo>
                  <a:pt x="417169" y="160414"/>
                  <a:pt x="346695" y="114805"/>
                  <a:pt x="268132" y="114805"/>
                </a:cubicBezTo>
                <a:cubicBezTo>
                  <a:pt x="189569" y="114805"/>
                  <a:pt x="119095" y="160432"/>
                  <a:pt x="86383" y="227796"/>
                </a:cubicBezTo>
                <a:cubicBezTo>
                  <a:pt x="84390" y="231719"/>
                  <a:pt x="84023" y="236269"/>
                  <a:pt x="85373" y="240452"/>
                </a:cubicBezTo>
                <a:cubicBezTo>
                  <a:pt x="86535" y="244080"/>
                  <a:pt x="88903" y="247209"/>
                  <a:pt x="92085" y="249318"/>
                </a:cubicBezTo>
                <a:lnTo>
                  <a:pt x="123921" y="271376"/>
                </a:lnTo>
                <a:cubicBezTo>
                  <a:pt x="131545" y="276641"/>
                  <a:pt x="141993" y="274737"/>
                  <a:pt x="147258" y="267113"/>
                </a:cubicBezTo>
                <a:cubicBezTo>
                  <a:pt x="152531" y="259498"/>
                  <a:pt x="150627" y="249050"/>
                  <a:pt x="143003" y="243776"/>
                </a:cubicBezTo>
                <a:lnTo>
                  <a:pt x="123206" y="230084"/>
                </a:lnTo>
                <a:cubicBezTo>
                  <a:pt x="150824" y="184448"/>
                  <a:pt x="198301" y="154471"/>
                  <a:pt x="251374" y="149153"/>
                </a:cubicBezTo>
                <a:lnTo>
                  <a:pt x="251374" y="171086"/>
                </a:lnTo>
                <a:cubicBezTo>
                  <a:pt x="251374" y="180345"/>
                  <a:pt x="258872" y="187853"/>
                  <a:pt x="268132" y="187853"/>
                </a:cubicBezTo>
                <a:cubicBezTo>
                  <a:pt x="277391" y="187853"/>
                  <a:pt x="284890" y="180345"/>
                  <a:pt x="284890" y="171086"/>
                </a:cubicBezTo>
                <a:moveTo>
                  <a:pt x="321490" y="247888"/>
                </a:moveTo>
                <a:lnTo>
                  <a:pt x="320748" y="247888"/>
                </a:lnTo>
                <a:cubicBezTo>
                  <a:pt x="305822" y="254234"/>
                  <a:pt x="291164" y="261178"/>
                  <a:pt x="276801" y="268713"/>
                </a:cubicBezTo>
                <a:cubicBezTo>
                  <a:pt x="264959" y="274951"/>
                  <a:pt x="252375" y="282164"/>
                  <a:pt x="241453" y="289761"/>
                </a:cubicBezTo>
                <a:cubicBezTo>
                  <a:pt x="230656" y="297269"/>
                  <a:pt x="220985" y="305465"/>
                  <a:pt x="215444" y="313804"/>
                </a:cubicBezTo>
                <a:cubicBezTo>
                  <a:pt x="198802" y="338767"/>
                  <a:pt x="207176" y="374312"/>
                  <a:pt x="231827" y="390731"/>
                </a:cubicBezTo>
                <a:cubicBezTo>
                  <a:pt x="256799" y="407382"/>
                  <a:pt x="292335" y="399007"/>
                  <a:pt x="308754" y="374357"/>
                </a:cubicBezTo>
                <a:cubicBezTo>
                  <a:pt x="314295" y="366063"/>
                  <a:pt x="318183" y="354113"/>
                  <a:pt x="320999" y="341421"/>
                </a:cubicBezTo>
                <a:cubicBezTo>
                  <a:pt x="323832" y="328614"/>
                  <a:pt x="325709" y="314447"/>
                  <a:pt x="326969" y="301362"/>
                </a:cubicBezTo>
                <a:cubicBezTo>
                  <a:pt x="328211" y="288242"/>
                  <a:pt x="328837" y="276086"/>
                  <a:pt x="329150" y="267220"/>
                </a:cubicBezTo>
                <a:cubicBezTo>
                  <a:pt x="329329" y="262716"/>
                  <a:pt x="329436" y="258202"/>
                  <a:pt x="329463" y="253697"/>
                </a:cubicBezTo>
                <a:lnTo>
                  <a:pt x="329463" y="252652"/>
                </a:lnTo>
                <a:cubicBezTo>
                  <a:pt x="329463" y="250784"/>
                  <a:pt x="328533" y="249050"/>
                  <a:pt x="326987" y="248013"/>
                </a:cubicBezTo>
                <a:cubicBezTo>
                  <a:pt x="325441" y="246976"/>
                  <a:pt x="323483" y="246780"/>
                  <a:pt x="321758" y="247486"/>
                </a:cubicBezTo>
                <a:moveTo>
                  <a:pt x="321758" y="247486"/>
                </a:moveTo>
                <a:lnTo>
                  <a:pt x="323796" y="252464"/>
                </a:lnTo>
                <a:lnTo>
                  <a:pt x="321874" y="247772"/>
                </a:ln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0947" y="1078375"/>
            <a:ext cx="6466386" cy="3128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84848"/>
                </a:solidFill>
                <a:latin typeface="Shantell Sans"/>
              </a:rPr>
              <a:t>Ciclo de Arquitectura Serverless de Cantabrian Market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2484" y="1583358"/>
            <a:ext cx="1353228" cy="7883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E0CB15"/>
                </a:solidFill>
                <a:latin typeface="Shantell Sans"/>
              </a:rPr>
              <a:t>No se requiere
configuración
manual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2604" y="2119623"/>
            <a:ext cx="1414746" cy="52553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CC583"/>
                </a:solidFill>
                <a:latin typeface="Shantell Sans"/>
              </a:rPr>
              <a:t>No se requiere
entorno local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3990" y="2325191"/>
            <a:ext cx="1451757" cy="7507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84848"/>
                </a:solidFill>
                <a:latin typeface="Shantell Sans"/>
              </a:rPr>
              <a:t>No se necesitan
configuraciones
manuales en el equipo
del usuario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2604" y="2646950"/>
            <a:ext cx="1412235" cy="3753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Shantell Sans"/>
              </a:rPr>
              <a:t>No hay necesidad de
Node.js o PostgreSQL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5372" y="4711569"/>
            <a:ext cx="1410420" cy="52553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1EABDA"/>
                </a:solidFill>
                <a:latin typeface="Shantell Sans"/>
              </a:rPr>
              <a:t>Persistencia en
la nube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2604" y="4711569"/>
            <a:ext cx="1437582" cy="52553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92BD39"/>
                </a:solidFill>
                <a:latin typeface="Shantell Sans"/>
              </a:rPr>
              <a:t>Procesamiento
en la nube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6995" y="5238895"/>
            <a:ext cx="1568779" cy="3753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84848"/>
                </a:solidFill>
                <a:latin typeface="Shantell Sans"/>
              </a:rPr>
              <a:t>Los datos se almacenan
en la nube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2604" y="5238895"/>
            <a:ext cx="1504401" cy="3753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Shantell Sans"/>
              </a:rPr>
              <a:t>Todo el procesamiento
ocurre en la nube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6041" y="1917862"/>
            <a:ext cx="1079291" cy="586370"/>
          </a:xfrm>
          <a:custGeom>
            <a:avLst/>
            <a:gdLst/>
            <a:ahLst/>
            <a:cxnLst/>
            <a:rect l="0" t="0" r="0" b="0"/>
            <a:pathLst>
              <a:path w="1079291" h="586370">
                <a:moveTo>
                  <a:pt x="212785" y="538686"/>
                </a:moveTo>
                <a:cubicBezTo>
                  <a:pt x="322086" y="576829"/>
                  <a:pt x="450626" y="586370"/>
                  <a:pt x="539645" y="586370"/>
                </a:cubicBezTo>
                <a:cubicBezTo>
                  <a:pt x="628694" y="586370"/>
                  <a:pt x="757235" y="576829"/>
                  <a:pt x="866521" y="538686"/>
                </a:cubicBezTo>
                <a:cubicBezTo>
                  <a:pt x="901366" y="526529"/>
                  <a:pt x="934246" y="511471"/>
                  <a:pt x="963275" y="492884"/>
                </a:cubicBezTo>
                <a:cubicBezTo>
                  <a:pt x="1032147" y="448783"/>
                  <a:pt x="1079291" y="384849"/>
                  <a:pt x="1079291" y="292832"/>
                </a:cubicBezTo>
                <a:cubicBezTo>
                  <a:pt x="1079291" y="39911"/>
                  <a:pt x="724534" y="0"/>
                  <a:pt x="539645" y="0"/>
                </a:cubicBezTo>
                <a:cubicBezTo>
                  <a:pt x="355551" y="0"/>
                  <a:pt x="0" y="40968"/>
                  <a:pt x="0" y="292832"/>
                </a:cubicBezTo>
                <a:cubicBezTo>
                  <a:pt x="0" y="385134"/>
                  <a:pt x="47451" y="449180"/>
                  <a:pt x="116683" y="493296"/>
                </a:cubicBezTo>
                <a:cubicBezTo>
                  <a:pt x="145546" y="511689"/>
                  <a:pt x="178203" y="526619"/>
                  <a:pt x="212785" y="538686"/>
                </a:cubicBezTo>
                <a:moveTo>
                  <a:pt x="539645" y="46724"/>
                </a:moveTo>
                <a:cubicBezTo>
                  <a:pt x="725921" y="46724"/>
                  <a:pt x="876924" y="92024"/>
                  <a:pt x="876924" y="147907"/>
                </a:cubicBezTo>
                <a:cubicBezTo>
                  <a:pt x="876924" y="157254"/>
                  <a:pt x="872704" y="166300"/>
                  <a:pt x="864797" y="174890"/>
                </a:cubicBezTo>
                <a:cubicBezTo>
                  <a:pt x="825440" y="217672"/>
                  <a:pt x="694771" y="249091"/>
                  <a:pt x="539645" y="249091"/>
                </a:cubicBezTo>
                <a:cubicBezTo>
                  <a:pt x="384520" y="249091"/>
                  <a:pt x="253850" y="217672"/>
                  <a:pt x="214494" y="174890"/>
                </a:cubicBezTo>
                <a:cubicBezTo>
                  <a:pt x="206586" y="166300"/>
                  <a:pt x="202367" y="157254"/>
                  <a:pt x="202367" y="147907"/>
                </a:cubicBezTo>
                <a:cubicBezTo>
                  <a:pt x="202367" y="92024"/>
                  <a:pt x="353370" y="46724"/>
                  <a:pt x="539645" y="46724"/>
                </a:cubicBezTo>
                <a:moveTo>
                  <a:pt x="864797" y="174890"/>
                </a:moveTo>
                <a:cubicBezTo>
                  <a:pt x="825440" y="217672"/>
                  <a:pt x="694771" y="249091"/>
                  <a:pt x="539645" y="249091"/>
                </a:cubicBezTo>
                <a:cubicBezTo>
                  <a:pt x="384520" y="249091"/>
                  <a:pt x="253850" y="217672"/>
                  <a:pt x="214494" y="174890"/>
                </a:cubicBezTo>
                <a:cubicBezTo>
                  <a:pt x="206586" y="166300"/>
                  <a:pt x="202367" y="157254"/>
                  <a:pt x="202367" y="147907"/>
                </a:cubicBezTo>
                <a:cubicBezTo>
                  <a:pt x="202367" y="92032"/>
                  <a:pt x="353370" y="46724"/>
                  <a:pt x="539645" y="46724"/>
                </a:cubicBezTo>
                <a:cubicBezTo>
                  <a:pt x="725921" y="46724"/>
                  <a:pt x="876924" y="92032"/>
                  <a:pt x="876924" y="147907"/>
                </a:cubicBezTo>
                <a:cubicBezTo>
                  <a:pt x="876924" y="157254"/>
                  <a:pt x="872704" y="166300"/>
                  <a:pt x="864797" y="174890"/>
                </a:cubicBez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6041" y="1917862"/>
            <a:ext cx="1079291" cy="586373"/>
          </a:xfrm>
          <a:custGeom>
            <a:avLst/>
            <a:gdLst/>
            <a:ahLst/>
            <a:cxnLst/>
            <a:rect l="0" t="0" r="0" b="0"/>
            <a:pathLst>
              <a:path w="1079291" h="586373">
                <a:moveTo>
                  <a:pt x="212782" y="538685"/>
                </a:moveTo>
                <a:cubicBezTo>
                  <a:pt x="322084" y="576826"/>
                  <a:pt x="450628" y="586373"/>
                  <a:pt x="539645" y="586373"/>
                </a:cubicBezTo>
                <a:cubicBezTo>
                  <a:pt x="628691" y="586373"/>
                  <a:pt x="757231" y="576828"/>
                  <a:pt x="866524" y="538689"/>
                </a:cubicBezTo>
                <a:cubicBezTo>
                  <a:pt x="901363" y="526532"/>
                  <a:pt x="934247" y="511469"/>
                  <a:pt x="963272" y="492884"/>
                </a:cubicBezTo>
                <a:cubicBezTo>
                  <a:pt x="1032144" y="448783"/>
                  <a:pt x="1079291" y="384847"/>
                  <a:pt x="1079291" y="292835"/>
                </a:cubicBezTo>
                <a:cubicBezTo>
                  <a:pt x="1079291" y="39911"/>
                  <a:pt x="724531" y="0"/>
                  <a:pt x="539645" y="0"/>
                </a:cubicBezTo>
                <a:cubicBezTo>
                  <a:pt x="355550" y="0"/>
                  <a:pt x="0" y="40967"/>
                  <a:pt x="0" y="292835"/>
                </a:cubicBezTo>
                <a:cubicBezTo>
                  <a:pt x="0" y="385134"/>
                  <a:pt x="47451" y="449180"/>
                  <a:pt x="116682" y="493295"/>
                </a:cubicBezTo>
                <a:cubicBezTo>
                  <a:pt x="145549" y="511689"/>
                  <a:pt x="178203" y="526617"/>
                  <a:pt x="212782" y="538685"/>
                </a:cubicBezTo>
                <a:close/>
                <a:moveTo>
                  <a:pt x="539645" y="46727"/>
                </a:moveTo>
                <a:cubicBezTo>
                  <a:pt x="725919" y="46727"/>
                  <a:pt x="876924" y="92028"/>
                  <a:pt x="876924" y="147910"/>
                </a:cubicBezTo>
                <a:cubicBezTo>
                  <a:pt x="876924" y="157255"/>
                  <a:pt x="872702" y="166303"/>
                  <a:pt x="864799" y="174893"/>
                </a:cubicBezTo>
                <a:cubicBezTo>
                  <a:pt x="825439" y="217675"/>
                  <a:pt x="694773" y="249094"/>
                  <a:pt x="539645" y="249094"/>
                </a:cubicBezTo>
                <a:cubicBezTo>
                  <a:pt x="384518" y="249094"/>
                  <a:pt x="253852" y="217675"/>
                  <a:pt x="214492" y="174893"/>
                </a:cubicBezTo>
                <a:cubicBezTo>
                  <a:pt x="206589" y="166303"/>
                  <a:pt x="202367" y="157255"/>
                  <a:pt x="202367" y="147910"/>
                </a:cubicBezTo>
                <a:cubicBezTo>
                  <a:pt x="202367" y="92028"/>
                  <a:pt x="353372" y="46727"/>
                  <a:pt x="539645" y="46727"/>
                </a:cubicBezTo>
                <a:close/>
                <a:moveTo>
                  <a:pt x="864799" y="174893"/>
                </a:moveTo>
                <a:cubicBezTo>
                  <a:pt x="825439" y="217675"/>
                  <a:pt x="694773" y="249094"/>
                  <a:pt x="539645" y="249094"/>
                </a:cubicBezTo>
                <a:cubicBezTo>
                  <a:pt x="384518" y="249094"/>
                  <a:pt x="253852" y="217675"/>
                  <a:pt x="214492" y="174893"/>
                </a:cubicBezTo>
                <a:cubicBezTo>
                  <a:pt x="206589" y="166302"/>
                  <a:pt x="202367" y="157254"/>
                  <a:pt x="202367" y="147910"/>
                </a:cubicBezTo>
                <a:cubicBezTo>
                  <a:pt x="202367" y="92028"/>
                  <a:pt x="353372" y="46727"/>
                  <a:pt x="539645" y="46727"/>
                </a:cubicBezTo>
                <a:cubicBezTo>
                  <a:pt x="725919" y="46727"/>
                  <a:pt x="876924" y="92028"/>
                  <a:pt x="876924" y="147910"/>
                </a:cubicBezTo>
                <a:cubicBezTo>
                  <a:pt x="876924" y="157254"/>
                  <a:pt x="872702" y="166302"/>
                  <a:pt x="864799" y="174893"/>
                </a:cubicBezTo>
                <a:close/>
              </a:path>
            </a:pathLst>
          </a:custGeom>
          <a:noFill/>
          <a:ln w="112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86159" y="2410744"/>
            <a:ext cx="1439055" cy="723073"/>
          </a:xfrm>
          <a:custGeom>
            <a:avLst/>
            <a:gdLst/>
            <a:ahLst/>
            <a:cxnLst/>
            <a:rect l="0" t="0" r="0" b="0"/>
            <a:pathLst>
              <a:path w="1439055" h="723073">
                <a:moveTo>
                  <a:pt x="1169232" y="138456"/>
                </a:moveTo>
                <a:cubicBezTo>
                  <a:pt x="1169232" y="102577"/>
                  <a:pt x="1122545" y="69974"/>
                  <a:pt x="1046403" y="45809"/>
                </a:cubicBezTo>
                <a:cubicBezTo>
                  <a:pt x="937117" y="83944"/>
                  <a:pt x="808576" y="93486"/>
                  <a:pt x="719527" y="93486"/>
                </a:cubicBezTo>
                <a:cubicBezTo>
                  <a:pt x="630508" y="93486"/>
                  <a:pt x="501968" y="83944"/>
                  <a:pt x="392667" y="45802"/>
                </a:cubicBezTo>
                <a:cubicBezTo>
                  <a:pt x="316517" y="69966"/>
                  <a:pt x="269822" y="102577"/>
                  <a:pt x="269822" y="138456"/>
                </a:cubicBezTo>
                <a:cubicBezTo>
                  <a:pt x="269822" y="150920"/>
                  <a:pt x="275451" y="162980"/>
                  <a:pt x="285989" y="174433"/>
                </a:cubicBezTo>
                <a:cubicBezTo>
                  <a:pt x="338470" y="231478"/>
                  <a:pt x="512693" y="273368"/>
                  <a:pt x="719527" y="273368"/>
                </a:cubicBezTo>
                <a:cubicBezTo>
                  <a:pt x="926362" y="273368"/>
                  <a:pt x="1100585" y="231478"/>
                  <a:pt x="1153065" y="174433"/>
                </a:cubicBezTo>
                <a:cubicBezTo>
                  <a:pt x="1163603" y="162980"/>
                  <a:pt x="1169232" y="150920"/>
                  <a:pt x="1169232" y="138456"/>
                </a:cubicBezTo>
                <a:moveTo>
                  <a:pt x="1153065" y="174433"/>
                </a:moveTo>
                <a:cubicBezTo>
                  <a:pt x="1163603" y="162980"/>
                  <a:pt x="1169232" y="150920"/>
                  <a:pt x="1169232" y="138456"/>
                </a:cubicBezTo>
                <a:cubicBezTo>
                  <a:pt x="1169232" y="102577"/>
                  <a:pt x="1122545" y="69974"/>
                  <a:pt x="1046403" y="45802"/>
                </a:cubicBezTo>
                <a:cubicBezTo>
                  <a:pt x="1081248" y="33645"/>
                  <a:pt x="1114128" y="18587"/>
                  <a:pt x="1143157" y="0"/>
                </a:cubicBezTo>
                <a:cubicBezTo>
                  <a:pt x="1305395" y="53424"/>
                  <a:pt x="1439055" y="152427"/>
                  <a:pt x="1439055" y="331694"/>
                </a:cubicBezTo>
                <a:cubicBezTo>
                  <a:pt x="1439055" y="474266"/>
                  <a:pt x="1354158" y="566275"/>
                  <a:pt x="1237557" y="624984"/>
                </a:cubicBezTo>
                <a:cubicBezTo>
                  <a:pt x="1194581" y="646623"/>
                  <a:pt x="1147302" y="663734"/>
                  <a:pt x="1098374" y="677188"/>
                </a:cubicBezTo>
                <a:cubicBezTo>
                  <a:pt x="966678" y="713396"/>
                  <a:pt x="823072" y="723073"/>
                  <a:pt x="719527" y="723073"/>
                </a:cubicBezTo>
                <a:cubicBezTo>
                  <a:pt x="616013" y="723073"/>
                  <a:pt x="472407" y="713396"/>
                  <a:pt x="340703" y="677180"/>
                </a:cubicBezTo>
                <a:cubicBezTo>
                  <a:pt x="292128" y="663824"/>
                  <a:pt x="245179" y="646863"/>
                  <a:pt x="202457" y="625449"/>
                </a:cubicBezTo>
                <a:cubicBezTo>
                  <a:pt x="85368" y="566763"/>
                  <a:pt x="0" y="474641"/>
                  <a:pt x="0" y="331694"/>
                </a:cubicBezTo>
                <a:cubicBezTo>
                  <a:pt x="0" y="153087"/>
                  <a:pt x="134087" y="54024"/>
                  <a:pt x="296565" y="412"/>
                </a:cubicBezTo>
                <a:cubicBezTo>
                  <a:pt x="325428" y="18805"/>
                  <a:pt x="358085" y="33735"/>
                  <a:pt x="392667" y="45802"/>
                </a:cubicBezTo>
                <a:cubicBezTo>
                  <a:pt x="316517" y="69966"/>
                  <a:pt x="269822" y="102577"/>
                  <a:pt x="269822" y="138456"/>
                </a:cubicBezTo>
                <a:cubicBezTo>
                  <a:pt x="269822" y="150920"/>
                  <a:pt x="275451" y="162980"/>
                  <a:pt x="285989" y="174433"/>
                </a:cubicBezTo>
                <a:cubicBezTo>
                  <a:pt x="338470" y="231478"/>
                  <a:pt x="512693" y="273368"/>
                  <a:pt x="719527" y="273368"/>
                </a:cubicBezTo>
                <a:cubicBezTo>
                  <a:pt x="926362" y="273368"/>
                  <a:pt x="1100585" y="231478"/>
                  <a:pt x="1153065" y="174433"/>
                </a:cubicBez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86159" y="2410744"/>
            <a:ext cx="1439055" cy="723076"/>
          </a:xfrm>
          <a:custGeom>
            <a:avLst/>
            <a:gdLst/>
            <a:ahLst/>
            <a:cxnLst/>
            <a:rect l="0" t="0" r="0" b="0"/>
            <a:pathLst>
              <a:path w="1439055" h="723076">
                <a:moveTo>
                  <a:pt x="1169232" y="138459"/>
                </a:moveTo>
                <a:cubicBezTo>
                  <a:pt x="1169232" y="102580"/>
                  <a:pt x="1122547" y="69973"/>
                  <a:pt x="1046406" y="45806"/>
                </a:cubicBezTo>
                <a:cubicBezTo>
                  <a:pt x="937113" y="83944"/>
                  <a:pt x="808573" y="93489"/>
                  <a:pt x="719527" y="93489"/>
                </a:cubicBezTo>
                <a:cubicBezTo>
                  <a:pt x="630510" y="93489"/>
                  <a:pt x="501966" y="83942"/>
                  <a:pt x="392664" y="45801"/>
                </a:cubicBezTo>
                <a:cubicBezTo>
                  <a:pt x="316514" y="69968"/>
                  <a:pt x="269822" y="102578"/>
                  <a:pt x="269822" y="138459"/>
                </a:cubicBezTo>
                <a:cubicBezTo>
                  <a:pt x="269822" y="150918"/>
                  <a:pt x="275452" y="162982"/>
                  <a:pt x="285989" y="174436"/>
                </a:cubicBezTo>
                <a:cubicBezTo>
                  <a:pt x="338469" y="231479"/>
                  <a:pt x="512692" y="273371"/>
                  <a:pt x="719527" y="273371"/>
                </a:cubicBezTo>
                <a:cubicBezTo>
                  <a:pt x="926363" y="273371"/>
                  <a:pt x="1100586" y="231479"/>
                  <a:pt x="1153066" y="174436"/>
                </a:cubicBezTo>
                <a:cubicBezTo>
                  <a:pt x="1163603" y="162982"/>
                  <a:pt x="1169232" y="150918"/>
                  <a:pt x="1169232" y="138459"/>
                </a:cubicBezTo>
                <a:close/>
                <a:moveTo>
                  <a:pt x="1153066" y="174436"/>
                </a:moveTo>
                <a:cubicBezTo>
                  <a:pt x="1163603" y="162982"/>
                  <a:pt x="1169232" y="150918"/>
                  <a:pt x="1169232" y="138459"/>
                </a:cubicBezTo>
                <a:cubicBezTo>
                  <a:pt x="1169232" y="102580"/>
                  <a:pt x="1122547" y="69973"/>
                  <a:pt x="1046406" y="45806"/>
                </a:cubicBezTo>
                <a:cubicBezTo>
                  <a:pt x="1081245" y="33648"/>
                  <a:pt x="1114129" y="18585"/>
                  <a:pt x="1143154" y="0"/>
                </a:cubicBezTo>
                <a:cubicBezTo>
                  <a:pt x="1305399" y="53422"/>
                  <a:pt x="1439055" y="152431"/>
                  <a:pt x="1439055" y="331692"/>
                </a:cubicBezTo>
                <a:cubicBezTo>
                  <a:pt x="1439055" y="474266"/>
                  <a:pt x="1354157" y="566279"/>
                  <a:pt x="1237558" y="624984"/>
                </a:cubicBezTo>
                <a:cubicBezTo>
                  <a:pt x="1194583" y="646622"/>
                  <a:pt x="1147301" y="663735"/>
                  <a:pt x="1098377" y="677186"/>
                </a:cubicBezTo>
                <a:cubicBezTo>
                  <a:pt x="966678" y="713396"/>
                  <a:pt x="823076" y="723076"/>
                  <a:pt x="719527" y="723076"/>
                </a:cubicBezTo>
                <a:cubicBezTo>
                  <a:pt x="616011" y="723076"/>
                  <a:pt x="472408" y="713394"/>
                  <a:pt x="340700" y="677180"/>
                </a:cubicBezTo>
                <a:cubicBezTo>
                  <a:pt x="292131" y="663826"/>
                  <a:pt x="245180" y="646865"/>
                  <a:pt x="202454" y="625450"/>
                </a:cubicBezTo>
                <a:cubicBezTo>
                  <a:pt x="85365" y="566766"/>
                  <a:pt x="0" y="474642"/>
                  <a:pt x="0" y="331692"/>
                </a:cubicBezTo>
                <a:cubicBezTo>
                  <a:pt x="0" y="153089"/>
                  <a:pt x="134089" y="54023"/>
                  <a:pt x="296564" y="411"/>
                </a:cubicBezTo>
                <a:cubicBezTo>
                  <a:pt x="325431" y="18805"/>
                  <a:pt x="358085" y="33734"/>
                  <a:pt x="392664" y="45800"/>
                </a:cubicBezTo>
                <a:cubicBezTo>
                  <a:pt x="316514" y="69968"/>
                  <a:pt x="269822" y="102578"/>
                  <a:pt x="269822" y="138459"/>
                </a:cubicBezTo>
                <a:cubicBezTo>
                  <a:pt x="269822" y="150918"/>
                  <a:pt x="275452" y="162982"/>
                  <a:pt x="285989" y="174436"/>
                </a:cubicBezTo>
                <a:cubicBezTo>
                  <a:pt x="338469" y="231480"/>
                  <a:pt x="512692" y="273371"/>
                  <a:pt x="719527" y="273371"/>
                </a:cubicBezTo>
                <a:cubicBezTo>
                  <a:pt x="926363" y="273371"/>
                  <a:pt x="1100586" y="231480"/>
                  <a:pt x="1153066" y="174436"/>
                </a:cubicBezTo>
                <a:close/>
              </a:path>
            </a:pathLst>
          </a:custGeom>
          <a:noFill/>
          <a:ln w="112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06277" y="3035676"/>
            <a:ext cx="1798819" cy="907556"/>
          </a:xfrm>
          <a:custGeom>
            <a:avLst/>
            <a:gdLst/>
            <a:ahLst/>
            <a:cxnLst/>
            <a:rect l="0" t="0" r="0" b="0"/>
            <a:pathLst>
              <a:path w="1798819" h="907556">
                <a:moveTo>
                  <a:pt x="1461540" y="176786"/>
                </a:moveTo>
                <a:cubicBezTo>
                  <a:pt x="1461540" y="127438"/>
                  <a:pt x="1390884" y="83038"/>
                  <a:pt x="1278256" y="52203"/>
                </a:cubicBezTo>
                <a:cubicBezTo>
                  <a:pt x="1146560" y="88411"/>
                  <a:pt x="1002961" y="98088"/>
                  <a:pt x="899409" y="98088"/>
                </a:cubicBezTo>
                <a:cubicBezTo>
                  <a:pt x="795895" y="98088"/>
                  <a:pt x="652289" y="88411"/>
                  <a:pt x="520578" y="52195"/>
                </a:cubicBezTo>
                <a:cubicBezTo>
                  <a:pt x="407949" y="83038"/>
                  <a:pt x="337278" y="127438"/>
                  <a:pt x="337278" y="176786"/>
                </a:cubicBezTo>
                <a:cubicBezTo>
                  <a:pt x="337278" y="192361"/>
                  <a:pt x="344316" y="207441"/>
                  <a:pt x="357485" y="221756"/>
                </a:cubicBezTo>
                <a:cubicBezTo>
                  <a:pt x="423089" y="293065"/>
                  <a:pt x="640866" y="345425"/>
                  <a:pt x="899409" y="345425"/>
                </a:cubicBezTo>
                <a:cubicBezTo>
                  <a:pt x="1157952" y="345425"/>
                  <a:pt x="1375729" y="293065"/>
                  <a:pt x="1441334" y="221756"/>
                </a:cubicBezTo>
                <a:cubicBezTo>
                  <a:pt x="1454503" y="207441"/>
                  <a:pt x="1461540" y="192361"/>
                  <a:pt x="1461540" y="176786"/>
                </a:cubicBezTo>
                <a:moveTo>
                  <a:pt x="1441334" y="221756"/>
                </a:moveTo>
                <a:cubicBezTo>
                  <a:pt x="1454503" y="207441"/>
                  <a:pt x="1461540" y="192361"/>
                  <a:pt x="1461540" y="176786"/>
                </a:cubicBezTo>
                <a:cubicBezTo>
                  <a:pt x="1461540" y="127438"/>
                  <a:pt x="1390884" y="83038"/>
                  <a:pt x="1278256" y="52203"/>
                </a:cubicBezTo>
                <a:cubicBezTo>
                  <a:pt x="1327184" y="38749"/>
                  <a:pt x="1374463" y="21638"/>
                  <a:pt x="1417439" y="0"/>
                </a:cubicBezTo>
                <a:cubicBezTo>
                  <a:pt x="1625390" y="65866"/>
                  <a:pt x="1798819" y="190030"/>
                  <a:pt x="1798819" y="418330"/>
                </a:cubicBezTo>
                <a:cubicBezTo>
                  <a:pt x="1798819" y="612385"/>
                  <a:pt x="1672999" y="731505"/>
                  <a:pt x="1507201" y="803540"/>
                </a:cubicBezTo>
                <a:cubicBezTo>
                  <a:pt x="1449676" y="828528"/>
                  <a:pt x="1387332" y="847851"/>
                  <a:pt x="1323766" y="862668"/>
                </a:cubicBezTo>
                <a:cubicBezTo>
                  <a:pt x="1173340" y="897730"/>
                  <a:pt x="1016048" y="907556"/>
                  <a:pt x="899409" y="907556"/>
                </a:cubicBezTo>
                <a:cubicBezTo>
                  <a:pt x="782808" y="907556"/>
                  <a:pt x="625517" y="897730"/>
                  <a:pt x="475075" y="862661"/>
                </a:cubicBezTo>
                <a:cubicBezTo>
                  <a:pt x="411959" y="847948"/>
                  <a:pt x="350050" y="828791"/>
                  <a:pt x="292862" y="804057"/>
                </a:cubicBezTo>
                <a:cubicBezTo>
                  <a:pt x="126457" y="732082"/>
                  <a:pt x="0" y="612850"/>
                  <a:pt x="0" y="418330"/>
                </a:cubicBezTo>
                <a:cubicBezTo>
                  <a:pt x="0" y="190824"/>
                  <a:pt x="174050" y="66571"/>
                  <a:pt x="382339" y="464"/>
                </a:cubicBezTo>
                <a:cubicBezTo>
                  <a:pt x="425061" y="21878"/>
                  <a:pt x="472010" y="38839"/>
                  <a:pt x="520578" y="52195"/>
                </a:cubicBezTo>
                <a:cubicBezTo>
                  <a:pt x="407949" y="83038"/>
                  <a:pt x="337278" y="127438"/>
                  <a:pt x="337278" y="176786"/>
                </a:cubicBezTo>
                <a:cubicBezTo>
                  <a:pt x="337278" y="192361"/>
                  <a:pt x="344316" y="207441"/>
                  <a:pt x="357485" y="221756"/>
                </a:cubicBezTo>
                <a:cubicBezTo>
                  <a:pt x="423089" y="293065"/>
                  <a:pt x="640866" y="345425"/>
                  <a:pt x="899409" y="345425"/>
                </a:cubicBezTo>
                <a:cubicBezTo>
                  <a:pt x="1157952" y="345425"/>
                  <a:pt x="1375729" y="293065"/>
                  <a:pt x="1441334" y="221756"/>
                </a:cubicBezTo>
              </a:path>
            </a:pathLst>
          </a:custGeom>
          <a:solidFill>
            <a:srgbClr val="E9F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06277" y="3035676"/>
            <a:ext cx="1798819" cy="907559"/>
          </a:xfrm>
          <a:custGeom>
            <a:avLst/>
            <a:gdLst/>
            <a:ahLst/>
            <a:cxnLst/>
            <a:rect l="0" t="0" r="0" b="0"/>
            <a:pathLst>
              <a:path w="1798819" h="907559">
                <a:moveTo>
                  <a:pt x="1461540" y="176789"/>
                </a:moveTo>
                <a:cubicBezTo>
                  <a:pt x="1461540" y="127439"/>
                  <a:pt x="1390881" y="83040"/>
                  <a:pt x="1278259" y="52201"/>
                </a:cubicBezTo>
                <a:cubicBezTo>
                  <a:pt x="1146560" y="88410"/>
                  <a:pt x="1002958" y="98090"/>
                  <a:pt x="899409" y="98090"/>
                </a:cubicBezTo>
                <a:cubicBezTo>
                  <a:pt x="795893" y="98090"/>
                  <a:pt x="652290" y="88408"/>
                  <a:pt x="520582" y="52195"/>
                </a:cubicBezTo>
                <a:cubicBezTo>
                  <a:pt x="407946" y="83034"/>
                  <a:pt x="337278" y="127436"/>
                  <a:pt x="337278" y="176789"/>
                </a:cubicBezTo>
                <a:cubicBezTo>
                  <a:pt x="337278" y="192362"/>
                  <a:pt x="344315" y="207443"/>
                  <a:pt x="357486" y="221759"/>
                </a:cubicBezTo>
                <a:cubicBezTo>
                  <a:pt x="423086" y="293064"/>
                  <a:pt x="640864" y="345428"/>
                  <a:pt x="899409" y="345428"/>
                </a:cubicBezTo>
                <a:cubicBezTo>
                  <a:pt x="1157954" y="345428"/>
                  <a:pt x="1375732" y="293064"/>
                  <a:pt x="1441332" y="221759"/>
                </a:cubicBezTo>
                <a:cubicBezTo>
                  <a:pt x="1454504" y="207443"/>
                  <a:pt x="1461540" y="192362"/>
                  <a:pt x="1461540" y="176789"/>
                </a:cubicBezTo>
                <a:close/>
                <a:moveTo>
                  <a:pt x="1441332" y="221759"/>
                </a:moveTo>
                <a:cubicBezTo>
                  <a:pt x="1454504" y="207442"/>
                  <a:pt x="1461540" y="192362"/>
                  <a:pt x="1461540" y="176789"/>
                </a:cubicBezTo>
                <a:cubicBezTo>
                  <a:pt x="1461540" y="127439"/>
                  <a:pt x="1390881" y="83040"/>
                  <a:pt x="1278259" y="52200"/>
                </a:cubicBezTo>
                <a:cubicBezTo>
                  <a:pt x="1327183" y="38749"/>
                  <a:pt x="1374465" y="21637"/>
                  <a:pt x="1417440" y="0"/>
                </a:cubicBezTo>
                <a:cubicBezTo>
                  <a:pt x="1625393" y="65864"/>
                  <a:pt x="1798819" y="190031"/>
                  <a:pt x="1798819" y="418329"/>
                </a:cubicBezTo>
                <a:cubicBezTo>
                  <a:pt x="1798819" y="612384"/>
                  <a:pt x="1672997" y="731507"/>
                  <a:pt x="1507201" y="803537"/>
                </a:cubicBezTo>
                <a:cubicBezTo>
                  <a:pt x="1449674" y="828530"/>
                  <a:pt x="1387334" y="847854"/>
                  <a:pt x="1323767" y="862671"/>
                </a:cubicBezTo>
                <a:cubicBezTo>
                  <a:pt x="1173341" y="897733"/>
                  <a:pt x="1016047" y="907559"/>
                  <a:pt x="899409" y="907559"/>
                </a:cubicBezTo>
                <a:cubicBezTo>
                  <a:pt x="782807" y="907559"/>
                  <a:pt x="625514" y="897731"/>
                  <a:pt x="475078" y="862664"/>
                </a:cubicBezTo>
                <a:cubicBezTo>
                  <a:pt x="411961" y="847951"/>
                  <a:pt x="350051" y="828794"/>
                  <a:pt x="292861" y="804057"/>
                </a:cubicBezTo>
                <a:cubicBezTo>
                  <a:pt x="126455" y="732080"/>
                  <a:pt x="0" y="612851"/>
                  <a:pt x="0" y="418329"/>
                </a:cubicBezTo>
                <a:cubicBezTo>
                  <a:pt x="0" y="190828"/>
                  <a:pt x="174050" y="66568"/>
                  <a:pt x="382336" y="465"/>
                </a:cubicBezTo>
                <a:cubicBezTo>
                  <a:pt x="425062" y="21879"/>
                  <a:pt x="472013" y="38841"/>
                  <a:pt x="520582" y="52195"/>
                </a:cubicBezTo>
                <a:cubicBezTo>
                  <a:pt x="407946" y="83035"/>
                  <a:pt x="337278" y="127436"/>
                  <a:pt x="337278" y="176789"/>
                </a:cubicBezTo>
                <a:cubicBezTo>
                  <a:pt x="337278" y="192362"/>
                  <a:pt x="344315" y="207442"/>
                  <a:pt x="357486" y="221759"/>
                </a:cubicBezTo>
                <a:cubicBezTo>
                  <a:pt x="423086" y="293064"/>
                  <a:pt x="640864" y="345428"/>
                  <a:pt x="899409" y="345428"/>
                </a:cubicBezTo>
                <a:cubicBezTo>
                  <a:pt x="1157954" y="345428"/>
                  <a:pt x="1375732" y="293064"/>
                  <a:pt x="1441332" y="221759"/>
                </a:cubicBezTo>
                <a:close/>
              </a:path>
            </a:pathLst>
          </a:custGeom>
          <a:noFill/>
          <a:ln w="112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26395" y="3839267"/>
            <a:ext cx="2158583" cy="1093375"/>
          </a:xfrm>
          <a:custGeom>
            <a:avLst/>
            <a:gdLst/>
            <a:ahLst/>
            <a:cxnLst/>
            <a:rect l="0" t="0" r="0" b="0"/>
            <a:pathLst>
              <a:path w="2158583" h="1093375">
                <a:moveTo>
                  <a:pt x="1753849" y="216450"/>
                </a:moveTo>
                <a:cubicBezTo>
                  <a:pt x="1753849" y="152922"/>
                  <a:pt x="1656278" y="96236"/>
                  <a:pt x="1503648" y="59136"/>
                </a:cubicBezTo>
                <a:cubicBezTo>
                  <a:pt x="1353222" y="94198"/>
                  <a:pt x="1195930" y="104024"/>
                  <a:pt x="1079291" y="104024"/>
                </a:cubicBezTo>
                <a:cubicBezTo>
                  <a:pt x="962690" y="104024"/>
                  <a:pt x="805399" y="94198"/>
                  <a:pt x="654957" y="59128"/>
                </a:cubicBezTo>
                <a:cubicBezTo>
                  <a:pt x="502312" y="96229"/>
                  <a:pt x="404734" y="152922"/>
                  <a:pt x="404734" y="216450"/>
                </a:cubicBezTo>
                <a:cubicBezTo>
                  <a:pt x="404734" y="235135"/>
                  <a:pt x="413181" y="253236"/>
                  <a:pt x="428981" y="270415"/>
                </a:cubicBezTo>
                <a:cubicBezTo>
                  <a:pt x="507701" y="355978"/>
                  <a:pt x="769040" y="418817"/>
                  <a:pt x="1079291" y="418817"/>
                </a:cubicBezTo>
                <a:cubicBezTo>
                  <a:pt x="1389543" y="418817"/>
                  <a:pt x="1650881" y="355978"/>
                  <a:pt x="1729602" y="270415"/>
                </a:cubicBezTo>
                <a:cubicBezTo>
                  <a:pt x="1745402" y="253236"/>
                  <a:pt x="1753849" y="235135"/>
                  <a:pt x="1753849" y="216450"/>
                </a:cubicBezTo>
                <a:moveTo>
                  <a:pt x="1729602" y="270415"/>
                </a:moveTo>
                <a:cubicBezTo>
                  <a:pt x="1745402" y="253228"/>
                  <a:pt x="1753849" y="235135"/>
                  <a:pt x="1753849" y="216450"/>
                </a:cubicBezTo>
                <a:cubicBezTo>
                  <a:pt x="1753849" y="152922"/>
                  <a:pt x="1656278" y="96236"/>
                  <a:pt x="1503648" y="59136"/>
                </a:cubicBezTo>
                <a:cubicBezTo>
                  <a:pt x="1567214" y="44318"/>
                  <a:pt x="1629558" y="24996"/>
                  <a:pt x="1687082" y="0"/>
                </a:cubicBezTo>
                <a:cubicBezTo>
                  <a:pt x="1942725" y="77888"/>
                  <a:pt x="2158583" y="227288"/>
                  <a:pt x="2158583" y="506300"/>
                </a:cubicBezTo>
                <a:cubicBezTo>
                  <a:pt x="2158583" y="707895"/>
                  <a:pt x="2045422" y="842102"/>
                  <a:pt x="1885942" y="930589"/>
                </a:cubicBezTo>
                <a:cubicBezTo>
                  <a:pt x="1830741" y="961221"/>
                  <a:pt x="1769986" y="986367"/>
                  <a:pt x="1706465" y="1006949"/>
                </a:cubicBezTo>
                <a:cubicBezTo>
                  <a:pt x="1493889" y="1075791"/>
                  <a:pt x="1250209" y="1093375"/>
                  <a:pt x="1079291" y="1093375"/>
                </a:cubicBezTo>
                <a:cubicBezTo>
                  <a:pt x="908426" y="1093375"/>
                  <a:pt x="664738" y="1075784"/>
                  <a:pt x="452148" y="1006934"/>
                </a:cubicBezTo>
                <a:cubicBezTo>
                  <a:pt x="389114" y="986517"/>
                  <a:pt x="328809" y="961596"/>
                  <a:pt x="273945" y="931286"/>
                </a:cubicBezTo>
                <a:cubicBezTo>
                  <a:pt x="113782" y="842806"/>
                  <a:pt x="0" y="708427"/>
                  <a:pt x="0" y="506300"/>
                </a:cubicBezTo>
                <a:cubicBezTo>
                  <a:pt x="0" y="228232"/>
                  <a:pt x="216675" y="78698"/>
                  <a:pt x="472744" y="517"/>
                </a:cubicBezTo>
                <a:cubicBezTo>
                  <a:pt x="529932" y="25258"/>
                  <a:pt x="591841" y="44415"/>
                  <a:pt x="654957" y="59128"/>
                </a:cubicBezTo>
                <a:cubicBezTo>
                  <a:pt x="502312" y="96229"/>
                  <a:pt x="404734" y="152922"/>
                  <a:pt x="404734" y="216450"/>
                </a:cubicBezTo>
                <a:cubicBezTo>
                  <a:pt x="404734" y="235135"/>
                  <a:pt x="413181" y="253228"/>
                  <a:pt x="428981" y="270415"/>
                </a:cubicBezTo>
                <a:cubicBezTo>
                  <a:pt x="507701" y="355978"/>
                  <a:pt x="769040" y="418817"/>
                  <a:pt x="1079291" y="418817"/>
                </a:cubicBezTo>
                <a:cubicBezTo>
                  <a:pt x="1389543" y="418817"/>
                  <a:pt x="1650881" y="355978"/>
                  <a:pt x="1729602" y="270415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26395" y="3839267"/>
            <a:ext cx="2158583" cy="1093372"/>
          </a:xfrm>
          <a:custGeom>
            <a:avLst/>
            <a:gdLst/>
            <a:ahLst/>
            <a:cxnLst/>
            <a:rect l="0" t="0" r="0" b="0"/>
            <a:pathLst>
              <a:path w="2158583" h="1093372">
                <a:moveTo>
                  <a:pt x="1753849" y="216448"/>
                </a:moveTo>
                <a:cubicBezTo>
                  <a:pt x="1753849" y="152923"/>
                  <a:pt x="1656281" y="96234"/>
                  <a:pt x="1503649" y="59133"/>
                </a:cubicBezTo>
                <a:cubicBezTo>
                  <a:pt x="1353223" y="94196"/>
                  <a:pt x="1195929" y="104022"/>
                  <a:pt x="1079291" y="104022"/>
                </a:cubicBezTo>
                <a:cubicBezTo>
                  <a:pt x="962689" y="104022"/>
                  <a:pt x="805396" y="94194"/>
                  <a:pt x="654960" y="59126"/>
                </a:cubicBezTo>
                <a:cubicBezTo>
                  <a:pt x="502313" y="96228"/>
                  <a:pt x="404734" y="152919"/>
                  <a:pt x="404734" y="216448"/>
                </a:cubicBezTo>
                <a:cubicBezTo>
                  <a:pt x="404734" y="235136"/>
                  <a:pt x="413178" y="253232"/>
                  <a:pt x="428984" y="270413"/>
                </a:cubicBezTo>
                <a:cubicBezTo>
                  <a:pt x="507704" y="355979"/>
                  <a:pt x="769037" y="418815"/>
                  <a:pt x="1079291" y="418815"/>
                </a:cubicBezTo>
                <a:cubicBezTo>
                  <a:pt x="1389546" y="418815"/>
                  <a:pt x="1650878" y="355979"/>
                  <a:pt x="1729599" y="270413"/>
                </a:cubicBezTo>
                <a:cubicBezTo>
                  <a:pt x="1745405" y="253232"/>
                  <a:pt x="1753849" y="235136"/>
                  <a:pt x="1753849" y="216448"/>
                </a:cubicBezTo>
                <a:close/>
                <a:moveTo>
                  <a:pt x="1729599" y="270412"/>
                </a:moveTo>
                <a:cubicBezTo>
                  <a:pt x="1745405" y="253232"/>
                  <a:pt x="1753849" y="235136"/>
                  <a:pt x="1753849" y="216448"/>
                </a:cubicBezTo>
                <a:cubicBezTo>
                  <a:pt x="1753849" y="152922"/>
                  <a:pt x="1656281" y="96234"/>
                  <a:pt x="1503649" y="59133"/>
                </a:cubicBezTo>
                <a:cubicBezTo>
                  <a:pt x="1567216" y="44316"/>
                  <a:pt x="1629555" y="24993"/>
                  <a:pt x="1687083" y="0"/>
                </a:cubicBezTo>
                <a:cubicBezTo>
                  <a:pt x="1942726" y="77885"/>
                  <a:pt x="2158583" y="227286"/>
                  <a:pt x="2158583" y="506297"/>
                </a:cubicBezTo>
                <a:cubicBezTo>
                  <a:pt x="2158583" y="707894"/>
                  <a:pt x="2045422" y="842100"/>
                  <a:pt x="1885941" y="930590"/>
                </a:cubicBezTo>
                <a:cubicBezTo>
                  <a:pt x="1830740" y="961219"/>
                  <a:pt x="1769989" y="986371"/>
                  <a:pt x="1706461" y="1006945"/>
                </a:cubicBezTo>
                <a:cubicBezTo>
                  <a:pt x="1493886" y="1075790"/>
                  <a:pt x="1250211" y="1093372"/>
                  <a:pt x="1079291" y="1093372"/>
                </a:cubicBezTo>
                <a:cubicBezTo>
                  <a:pt x="908424" y="1093372"/>
                  <a:pt x="664742" y="1075787"/>
                  <a:pt x="452149" y="1006935"/>
                </a:cubicBezTo>
                <a:cubicBezTo>
                  <a:pt x="389112" y="986519"/>
                  <a:pt x="328809" y="961596"/>
                  <a:pt x="273947" y="931288"/>
                </a:cubicBezTo>
                <a:cubicBezTo>
                  <a:pt x="113782" y="842806"/>
                  <a:pt x="0" y="708425"/>
                  <a:pt x="0" y="506297"/>
                </a:cubicBezTo>
                <a:cubicBezTo>
                  <a:pt x="0" y="228235"/>
                  <a:pt x="216674" y="78697"/>
                  <a:pt x="472743" y="520"/>
                </a:cubicBezTo>
                <a:cubicBezTo>
                  <a:pt x="529933" y="25257"/>
                  <a:pt x="591843" y="44413"/>
                  <a:pt x="654960" y="59126"/>
                </a:cubicBezTo>
                <a:cubicBezTo>
                  <a:pt x="502313" y="96227"/>
                  <a:pt x="404734" y="152919"/>
                  <a:pt x="404734" y="216448"/>
                </a:cubicBezTo>
                <a:cubicBezTo>
                  <a:pt x="404734" y="235136"/>
                  <a:pt x="413178" y="253232"/>
                  <a:pt x="428984" y="270412"/>
                </a:cubicBezTo>
                <a:cubicBezTo>
                  <a:pt x="507704" y="355978"/>
                  <a:pt x="769037" y="418815"/>
                  <a:pt x="1079291" y="418815"/>
                </a:cubicBezTo>
                <a:cubicBezTo>
                  <a:pt x="1389546" y="418815"/>
                  <a:pt x="1650878" y="355978"/>
                  <a:pt x="1729599" y="270412"/>
                </a:cubicBezTo>
                <a:close/>
              </a:path>
            </a:pathLst>
          </a:custGeom>
          <a:noFill/>
          <a:ln w="112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46513" y="4769858"/>
            <a:ext cx="2518347" cy="1242077"/>
          </a:xfrm>
          <a:custGeom>
            <a:avLst/>
            <a:gdLst/>
            <a:ahLst/>
            <a:cxnLst/>
            <a:rect l="0" t="0" r="0" b="0"/>
            <a:pathLst>
              <a:path w="2518347" h="1242077">
                <a:moveTo>
                  <a:pt x="2046157" y="218998"/>
                </a:moveTo>
                <a:cubicBezTo>
                  <a:pt x="2046157" y="165401"/>
                  <a:pt x="1986638" y="115978"/>
                  <a:pt x="1886339" y="76352"/>
                </a:cubicBezTo>
                <a:cubicBezTo>
                  <a:pt x="1673771" y="145202"/>
                  <a:pt x="1430091" y="162785"/>
                  <a:pt x="1259173" y="162785"/>
                </a:cubicBezTo>
                <a:cubicBezTo>
                  <a:pt x="1088308" y="162785"/>
                  <a:pt x="844620" y="145194"/>
                  <a:pt x="632030" y="76344"/>
                </a:cubicBezTo>
                <a:cubicBezTo>
                  <a:pt x="531723" y="115971"/>
                  <a:pt x="472190" y="165401"/>
                  <a:pt x="472190" y="218998"/>
                </a:cubicBezTo>
                <a:cubicBezTo>
                  <a:pt x="472190" y="240794"/>
                  <a:pt x="482038" y="261908"/>
                  <a:pt x="500484" y="281957"/>
                </a:cubicBezTo>
                <a:cubicBezTo>
                  <a:pt x="592321" y="381784"/>
                  <a:pt x="897213" y="455093"/>
                  <a:pt x="1259173" y="455093"/>
                </a:cubicBezTo>
                <a:cubicBezTo>
                  <a:pt x="1621133" y="455093"/>
                  <a:pt x="1926026" y="381784"/>
                  <a:pt x="2017863" y="281957"/>
                </a:cubicBezTo>
                <a:cubicBezTo>
                  <a:pt x="2036308" y="261908"/>
                  <a:pt x="2046157" y="240794"/>
                  <a:pt x="2046157" y="218998"/>
                </a:cubicBezTo>
                <a:moveTo>
                  <a:pt x="1259173" y="1242077"/>
                </a:moveTo>
                <a:cubicBezTo>
                  <a:pt x="828154" y="1242077"/>
                  <a:pt x="0" y="1146155"/>
                  <a:pt x="0" y="557154"/>
                </a:cubicBezTo>
                <a:cubicBezTo>
                  <a:pt x="0" y="268833"/>
                  <a:pt x="199676" y="98957"/>
                  <a:pt x="453827" y="697"/>
                </a:cubicBezTo>
                <a:cubicBezTo>
                  <a:pt x="508691" y="31007"/>
                  <a:pt x="568996" y="55928"/>
                  <a:pt x="632030" y="76344"/>
                </a:cubicBezTo>
                <a:cubicBezTo>
                  <a:pt x="531723" y="115971"/>
                  <a:pt x="472190" y="165401"/>
                  <a:pt x="472190" y="218998"/>
                </a:cubicBezTo>
                <a:cubicBezTo>
                  <a:pt x="472190" y="240794"/>
                  <a:pt x="482038" y="261908"/>
                  <a:pt x="500484" y="281957"/>
                </a:cubicBezTo>
                <a:cubicBezTo>
                  <a:pt x="592321" y="381784"/>
                  <a:pt x="897213" y="455093"/>
                  <a:pt x="1259173" y="455093"/>
                </a:cubicBezTo>
                <a:cubicBezTo>
                  <a:pt x="1621133" y="455093"/>
                  <a:pt x="1926026" y="381784"/>
                  <a:pt x="2017863" y="281957"/>
                </a:cubicBezTo>
                <a:cubicBezTo>
                  <a:pt x="2036308" y="261908"/>
                  <a:pt x="2046157" y="240794"/>
                  <a:pt x="2046157" y="218998"/>
                </a:cubicBezTo>
                <a:cubicBezTo>
                  <a:pt x="2046157" y="165401"/>
                  <a:pt x="1986638" y="115978"/>
                  <a:pt x="1886339" y="76352"/>
                </a:cubicBezTo>
                <a:cubicBezTo>
                  <a:pt x="1949868" y="55778"/>
                  <a:pt x="2010623" y="30632"/>
                  <a:pt x="2065824" y="0"/>
                </a:cubicBezTo>
                <a:cubicBezTo>
                  <a:pt x="2319443" y="98005"/>
                  <a:pt x="2518347" y="267859"/>
                  <a:pt x="2518347" y="557154"/>
                </a:cubicBezTo>
                <a:cubicBezTo>
                  <a:pt x="2518347" y="1146170"/>
                  <a:pt x="1690343" y="1242077"/>
                  <a:pt x="1259173" y="1242077"/>
                </a:cubicBez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46513" y="4769858"/>
            <a:ext cx="2518347" cy="1242074"/>
          </a:xfrm>
          <a:custGeom>
            <a:avLst/>
            <a:gdLst/>
            <a:ahLst/>
            <a:cxnLst/>
            <a:rect l="0" t="0" r="0" b="0"/>
            <a:pathLst>
              <a:path w="2518347" h="1242074">
                <a:moveTo>
                  <a:pt x="2046157" y="218995"/>
                </a:moveTo>
                <a:cubicBezTo>
                  <a:pt x="2046157" y="165403"/>
                  <a:pt x="1986635" y="115981"/>
                  <a:pt x="1886343" y="76355"/>
                </a:cubicBezTo>
                <a:cubicBezTo>
                  <a:pt x="1673767" y="145199"/>
                  <a:pt x="1430093" y="162782"/>
                  <a:pt x="1259173" y="162782"/>
                </a:cubicBezTo>
                <a:cubicBezTo>
                  <a:pt x="1088306" y="162782"/>
                  <a:pt x="844624" y="145196"/>
                  <a:pt x="632031" y="76344"/>
                </a:cubicBezTo>
                <a:cubicBezTo>
                  <a:pt x="531722" y="115972"/>
                  <a:pt x="472190" y="165398"/>
                  <a:pt x="472190" y="218995"/>
                </a:cubicBezTo>
                <a:cubicBezTo>
                  <a:pt x="472190" y="240798"/>
                  <a:pt x="482041" y="261910"/>
                  <a:pt x="500481" y="281954"/>
                </a:cubicBezTo>
                <a:cubicBezTo>
                  <a:pt x="592322" y="381781"/>
                  <a:pt x="897210" y="455090"/>
                  <a:pt x="1259173" y="455090"/>
                </a:cubicBezTo>
                <a:cubicBezTo>
                  <a:pt x="1621136" y="455090"/>
                  <a:pt x="1926025" y="381781"/>
                  <a:pt x="2017866" y="281954"/>
                </a:cubicBezTo>
                <a:cubicBezTo>
                  <a:pt x="2036305" y="261910"/>
                  <a:pt x="2046157" y="240798"/>
                  <a:pt x="2046157" y="218995"/>
                </a:cubicBezTo>
                <a:close/>
                <a:moveTo>
                  <a:pt x="1259173" y="1242074"/>
                </a:moveTo>
                <a:cubicBezTo>
                  <a:pt x="828156" y="1242074"/>
                  <a:pt x="0" y="1146156"/>
                  <a:pt x="0" y="557152"/>
                </a:cubicBezTo>
                <a:cubicBezTo>
                  <a:pt x="0" y="268832"/>
                  <a:pt x="199675" y="98954"/>
                  <a:pt x="453829" y="698"/>
                </a:cubicBezTo>
                <a:cubicBezTo>
                  <a:pt x="508691" y="31006"/>
                  <a:pt x="568994" y="55929"/>
                  <a:pt x="632031" y="76344"/>
                </a:cubicBezTo>
                <a:cubicBezTo>
                  <a:pt x="531722" y="115972"/>
                  <a:pt x="472190" y="165398"/>
                  <a:pt x="472190" y="218995"/>
                </a:cubicBezTo>
                <a:cubicBezTo>
                  <a:pt x="472190" y="240798"/>
                  <a:pt x="482041" y="261911"/>
                  <a:pt x="500481" y="281954"/>
                </a:cubicBezTo>
                <a:cubicBezTo>
                  <a:pt x="592322" y="381781"/>
                  <a:pt x="897210" y="455090"/>
                  <a:pt x="1259173" y="455090"/>
                </a:cubicBezTo>
                <a:cubicBezTo>
                  <a:pt x="1621136" y="455090"/>
                  <a:pt x="1926025" y="381781"/>
                  <a:pt x="2017866" y="281954"/>
                </a:cubicBezTo>
                <a:cubicBezTo>
                  <a:pt x="2036305" y="261911"/>
                  <a:pt x="2046157" y="240798"/>
                  <a:pt x="2046157" y="218995"/>
                </a:cubicBezTo>
                <a:cubicBezTo>
                  <a:pt x="2046157" y="165403"/>
                  <a:pt x="1986635" y="115981"/>
                  <a:pt x="1886343" y="76355"/>
                </a:cubicBezTo>
                <a:cubicBezTo>
                  <a:pt x="1949871" y="55781"/>
                  <a:pt x="2010622" y="30629"/>
                  <a:pt x="2065823" y="0"/>
                </a:cubicBezTo>
                <a:cubicBezTo>
                  <a:pt x="2319443" y="98003"/>
                  <a:pt x="2518347" y="267862"/>
                  <a:pt x="2518347" y="557152"/>
                </a:cubicBezTo>
                <a:cubicBezTo>
                  <a:pt x="2518347" y="1146166"/>
                  <a:pt x="1690341" y="1242074"/>
                  <a:pt x="1259173" y="1242074"/>
                </a:cubicBezTo>
                <a:close/>
              </a:path>
            </a:pathLst>
          </a:custGeom>
          <a:noFill/>
          <a:ln w="112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0829" y="1695453"/>
            <a:ext cx="349578" cy="355229"/>
          </a:xfrm>
          <a:custGeom>
            <a:avLst/>
            <a:gdLst/>
            <a:ahLst/>
            <a:cxnLst/>
            <a:rect l="0" t="0" r="0" b="0"/>
            <a:pathLst>
              <a:path w="349578" h="355229">
                <a:moveTo>
                  <a:pt x="301497" y="159000"/>
                </a:moveTo>
                <a:cubicBezTo>
                  <a:pt x="295898" y="156752"/>
                  <a:pt x="289490" y="158093"/>
                  <a:pt x="285262" y="162403"/>
                </a:cubicBezTo>
                <a:lnTo>
                  <a:pt x="255364" y="192301"/>
                </a:lnTo>
                <a:cubicBezTo>
                  <a:pt x="251077" y="196588"/>
                  <a:pt x="249796" y="203034"/>
                  <a:pt x="252112" y="208633"/>
                </a:cubicBezTo>
                <a:cubicBezTo>
                  <a:pt x="254435" y="214239"/>
                  <a:pt x="259899" y="217889"/>
                  <a:pt x="265955" y="217889"/>
                </a:cubicBezTo>
                <a:lnTo>
                  <a:pt x="280945" y="217889"/>
                </a:lnTo>
                <a:lnTo>
                  <a:pt x="280945" y="273120"/>
                </a:lnTo>
                <a:cubicBezTo>
                  <a:pt x="280945" y="281402"/>
                  <a:pt x="287661" y="288110"/>
                  <a:pt x="295935" y="288110"/>
                </a:cubicBezTo>
                <a:cubicBezTo>
                  <a:pt x="304210" y="288110"/>
                  <a:pt x="310925" y="281402"/>
                  <a:pt x="310925" y="273120"/>
                </a:cubicBezTo>
                <a:lnTo>
                  <a:pt x="310925" y="217889"/>
                </a:lnTo>
                <a:lnTo>
                  <a:pt x="325916" y="217889"/>
                </a:lnTo>
                <a:cubicBezTo>
                  <a:pt x="331972" y="217889"/>
                  <a:pt x="337436" y="214239"/>
                  <a:pt x="339759" y="208633"/>
                </a:cubicBezTo>
                <a:cubicBezTo>
                  <a:pt x="342075" y="203034"/>
                  <a:pt x="340793" y="196588"/>
                  <a:pt x="336506" y="192301"/>
                </a:cubicBezTo>
                <a:lnTo>
                  <a:pt x="306533" y="162328"/>
                </a:lnTo>
                <a:cubicBezTo>
                  <a:pt x="305102" y="160889"/>
                  <a:pt x="303393" y="159757"/>
                  <a:pt x="301512" y="159000"/>
                </a:cubicBezTo>
                <a:moveTo>
                  <a:pt x="349578" y="65604"/>
                </a:moveTo>
                <a:cubicBezTo>
                  <a:pt x="349570" y="64682"/>
                  <a:pt x="349188" y="63805"/>
                  <a:pt x="348528" y="63161"/>
                </a:cubicBezTo>
                <a:cubicBezTo>
                  <a:pt x="347869" y="62523"/>
                  <a:pt x="346977" y="62171"/>
                  <a:pt x="346055" y="62186"/>
                </a:cubicBezTo>
                <a:cubicBezTo>
                  <a:pt x="345448" y="62201"/>
                  <a:pt x="344856" y="62381"/>
                  <a:pt x="344331" y="62696"/>
                </a:cubicBezTo>
                <a:cubicBezTo>
                  <a:pt x="329663" y="71195"/>
                  <a:pt x="312942" y="75497"/>
                  <a:pt x="295995" y="75123"/>
                </a:cubicBezTo>
                <a:cubicBezTo>
                  <a:pt x="279049" y="75512"/>
                  <a:pt x="262327" y="71203"/>
                  <a:pt x="247674" y="62681"/>
                </a:cubicBezTo>
                <a:cubicBezTo>
                  <a:pt x="246550" y="62066"/>
                  <a:pt x="245194" y="62066"/>
                  <a:pt x="244077" y="62681"/>
                </a:cubicBezTo>
                <a:cubicBezTo>
                  <a:pt x="242990" y="63318"/>
                  <a:pt x="242315" y="64465"/>
                  <a:pt x="242293" y="65724"/>
                </a:cubicBezTo>
                <a:lnTo>
                  <a:pt x="242293" y="110462"/>
                </a:lnTo>
                <a:cubicBezTo>
                  <a:pt x="242293" y="123444"/>
                  <a:pt x="264381" y="138089"/>
                  <a:pt x="295995" y="138089"/>
                </a:cubicBezTo>
                <a:cubicBezTo>
                  <a:pt x="327625" y="138089"/>
                  <a:pt x="349578" y="124268"/>
                  <a:pt x="349578" y="110462"/>
                </a:cubicBezTo>
                <a:lnTo>
                  <a:pt x="349578" y="65604"/>
                </a:lnTo>
                <a:moveTo>
                  <a:pt x="242293" y="27626"/>
                </a:moveTo>
                <a:cubicBezTo>
                  <a:pt x="242293" y="40600"/>
                  <a:pt x="264381" y="55231"/>
                  <a:pt x="295995" y="55231"/>
                </a:cubicBezTo>
                <a:cubicBezTo>
                  <a:pt x="327625" y="55231"/>
                  <a:pt x="349578" y="40600"/>
                  <a:pt x="349578" y="27626"/>
                </a:cubicBezTo>
                <a:cubicBezTo>
                  <a:pt x="349578" y="14645"/>
                  <a:pt x="327625" y="0"/>
                  <a:pt x="295995" y="0"/>
                </a:cubicBezTo>
                <a:cubicBezTo>
                  <a:pt x="264366" y="0"/>
                  <a:pt x="242293" y="14645"/>
                  <a:pt x="242293" y="27626"/>
                </a:cubicBezTo>
                <a:moveTo>
                  <a:pt x="69202" y="308197"/>
                </a:moveTo>
                <a:cubicBezTo>
                  <a:pt x="46132" y="331372"/>
                  <a:pt x="23069" y="331372"/>
                  <a:pt x="0" y="331372"/>
                </a:cubicBezTo>
                <a:lnTo>
                  <a:pt x="0" y="355229"/>
                </a:lnTo>
                <a:lnTo>
                  <a:pt x="347539" y="355229"/>
                </a:lnTo>
                <a:lnTo>
                  <a:pt x="347539" y="331357"/>
                </a:lnTo>
                <a:cubicBezTo>
                  <a:pt x="324492" y="331357"/>
                  <a:pt x="301422" y="331357"/>
                  <a:pt x="278352" y="308182"/>
                </a:cubicBezTo>
                <a:cubicBezTo>
                  <a:pt x="255274" y="331357"/>
                  <a:pt x="232220" y="331357"/>
                  <a:pt x="226059" y="331357"/>
                </a:cubicBezTo>
                <a:cubicBezTo>
                  <a:pt x="219913" y="331357"/>
                  <a:pt x="196843" y="331357"/>
                  <a:pt x="173780" y="308182"/>
                </a:cubicBezTo>
                <a:cubicBezTo>
                  <a:pt x="150711" y="331357"/>
                  <a:pt x="127641" y="331357"/>
                  <a:pt x="121495" y="331357"/>
                </a:cubicBezTo>
                <a:cubicBezTo>
                  <a:pt x="115349" y="331357"/>
                  <a:pt x="92271" y="331357"/>
                  <a:pt x="69202" y="308182"/>
                </a:cubicBezTo>
                <a:moveTo>
                  <a:pt x="25992" y="274634"/>
                </a:moveTo>
                <a:cubicBezTo>
                  <a:pt x="29845" y="278502"/>
                  <a:pt x="31786" y="282354"/>
                  <a:pt x="31831" y="288080"/>
                </a:cubicBezTo>
                <a:cubicBezTo>
                  <a:pt x="31801" y="293837"/>
                  <a:pt x="29860" y="297704"/>
                  <a:pt x="25992" y="301572"/>
                </a:cubicBezTo>
                <a:lnTo>
                  <a:pt x="19277" y="308287"/>
                </a:lnTo>
                <a:cubicBezTo>
                  <a:pt x="31966" y="307088"/>
                  <a:pt x="42234" y="303415"/>
                  <a:pt x="53267" y="292338"/>
                </a:cubicBezTo>
                <a:cubicBezTo>
                  <a:pt x="61152" y="284415"/>
                  <a:pt x="73646" y="283486"/>
                  <a:pt x="82618" y="290149"/>
                </a:cubicBezTo>
                <a:cubicBezTo>
                  <a:pt x="82573" y="289482"/>
                  <a:pt x="82550" y="288815"/>
                  <a:pt x="82543" y="288140"/>
                </a:cubicBezTo>
                <a:cubicBezTo>
                  <a:pt x="82633" y="268698"/>
                  <a:pt x="98208" y="251242"/>
                  <a:pt x="119606" y="251242"/>
                </a:cubicBezTo>
                <a:cubicBezTo>
                  <a:pt x="139033" y="251242"/>
                  <a:pt x="156542" y="266734"/>
                  <a:pt x="156662" y="288065"/>
                </a:cubicBezTo>
                <a:cubicBezTo>
                  <a:pt x="156662" y="290089"/>
                  <a:pt x="156482" y="292053"/>
                  <a:pt x="156182" y="293957"/>
                </a:cubicBezTo>
                <a:cubicBezTo>
                  <a:pt x="156737" y="293432"/>
                  <a:pt x="157291" y="292907"/>
                  <a:pt x="157846" y="292338"/>
                </a:cubicBezTo>
                <a:cubicBezTo>
                  <a:pt x="162066" y="288103"/>
                  <a:pt x="167799" y="285720"/>
                  <a:pt x="173780" y="285720"/>
                </a:cubicBezTo>
                <a:cubicBezTo>
                  <a:pt x="179754" y="285720"/>
                  <a:pt x="185488" y="288103"/>
                  <a:pt x="189708" y="292338"/>
                </a:cubicBezTo>
                <a:cubicBezTo>
                  <a:pt x="203888" y="306578"/>
                  <a:pt x="217289" y="308572"/>
                  <a:pt x="223390" y="308842"/>
                </a:cubicBezTo>
                <a:lnTo>
                  <a:pt x="213197" y="301572"/>
                </a:lnTo>
                <a:cubicBezTo>
                  <a:pt x="209360" y="297719"/>
                  <a:pt x="207411" y="293867"/>
                  <a:pt x="207351" y="288125"/>
                </a:cubicBezTo>
                <a:cubicBezTo>
                  <a:pt x="207396" y="282369"/>
                  <a:pt x="209345" y="278502"/>
                  <a:pt x="213197" y="274634"/>
                </a:cubicBezTo>
                <a:lnTo>
                  <a:pt x="226868" y="264891"/>
                </a:lnTo>
                <a:cubicBezTo>
                  <a:pt x="232714" y="259052"/>
                  <a:pt x="234663" y="251257"/>
                  <a:pt x="230766" y="243447"/>
                </a:cubicBezTo>
                <a:cubicBezTo>
                  <a:pt x="226868" y="235652"/>
                  <a:pt x="219073" y="231740"/>
                  <a:pt x="211263" y="231740"/>
                </a:cubicBezTo>
                <a:lnTo>
                  <a:pt x="197607" y="231740"/>
                </a:lnTo>
                <a:cubicBezTo>
                  <a:pt x="193710" y="231740"/>
                  <a:pt x="187864" y="229791"/>
                  <a:pt x="183966" y="225894"/>
                </a:cubicBezTo>
                <a:cubicBezTo>
                  <a:pt x="180061" y="221996"/>
                  <a:pt x="178113" y="218099"/>
                  <a:pt x="178113" y="212238"/>
                </a:cubicBezTo>
                <a:lnTo>
                  <a:pt x="178113" y="198597"/>
                </a:lnTo>
                <a:cubicBezTo>
                  <a:pt x="178113" y="188823"/>
                  <a:pt x="174215" y="182984"/>
                  <a:pt x="166420" y="179087"/>
                </a:cubicBezTo>
                <a:cubicBezTo>
                  <a:pt x="158610" y="175190"/>
                  <a:pt x="150801" y="177138"/>
                  <a:pt x="144954" y="182984"/>
                </a:cubicBezTo>
                <a:lnTo>
                  <a:pt x="135211" y="192721"/>
                </a:lnTo>
                <a:cubicBezTo>
                  <a:pt x="131313" y="196618"/>
                  <a:pt x="127401" y="198582"/>
                  <a:pt x="121555" y="198582"/>
                </a:cubicBezTo>
                <a:cubicBezTo>
                  <a:pt x="115709" y="198582"/>
                  <a:pt x="111811" y="196633"/>
                  <a:pt x="107899" y="192736"/>
                </a:cubicBezTo>
                <a:lnTo>
                  <a:pt x="98163" y="182999"/>
                </a:lnTo>
                <a:cubicBezTo>
                  <a:pt x="92301" y="177138"/>
                  <a:pt x="84507" y="175190"/>
                  <a:pt x="76697" y="179087"/>
                </a:cubicBezTo>
                <a:cubicBezTo>
                  <a:pt x="68902" y="182984"/>
                  <a:pt x="65004" y="190772"/>
                  <a:pt x="65004" y="198582"/>
                </a:cubicBezTo>
                <a:lnTo>
                  <a:pt x="65004" y="212223"/>
                </a:lnTo>
                <a:cubicBezTo>
                  <a:pt x="65004" y="216135"/>
                  <a:pt x="63056" y="221981"/>
                  <a:pt x="59158" y="225894"/>
                </a:cubicBezTo>
                <a:cubicBezTo>
                  <a:pt x="55246" y="229791"/>
                  <a:pt x="51348" y="231740"/>
                  <a:pt x="45487" y="231740"/>
                </a:cubicBezTo>
                <a:lnTo>
                  <a:pt x="31846" y="231740"/>
                </a:lnTo>
                <a:cubicBezTo>
                  <a:pt x="22095" y="231740"/>
                  <a:pt x="16249" y="235637"/>
                  <a:pt x="12336" y="243432"/>
                </a:cubicBezTo>
                <a:cubicBezTo>
                  <a:pt x="8439" y="251242"/>
                  <a:pt x="10388" y="259037"/>
                  <a:pt x="16234" y="264891"/>
                </a:cubicBezTo>
                <a:lnTo>
                  <a:pt x="25992" y="274634"/>
                </a:ln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4743" y="2592419"/>
            <a:ext cx="359726" cy="359726"/>
          </a:xfrm>
          <a:custGeom>
            <a:avLst/>
            <a:gdLst/>
            <a:ahLst/>
            <a:cxnLst/>
            <a:rect l="0" t="0" r="0" b="0"/>
            <a:pathLst>
              <a:path w="359726" h="359726">
                <a:moveTo>
                  <a:pt x="340389" y="232624"/>
                </a:moveTo>
                <a:cubicBezTo>
                  <a:pt x="338590" y="232272"/>
                  <a:pt x="337278" y="230713"/>
                  <a:pt x="337248" y="228877"/>
                </a:cubicBezTo>
                <a:lnTo>
                  <a:pt x="337248" y="213887"/>
                </a:lnTo>
                <a:cubicBezTo>
                  <a:pt x="337248" y="184918"/>
                  <a:pt x="313759" y="161429"/>
                  <a:pt x="284783" y="161429"/>
                </a:cubicBezTo>
                <a:cubicBezTo>
                  <a:pt x="255814" y="161429"/>
                  <a:pt x="232325" y="184918"/>
                  <a:pt x="232325" y="213887"/>
                </a:cubicBezTo>
                <a:lnTo>
                  <a:pt x="232325" y="228877"/>
                </a:lnTo>
                <a:cubicBezTo>
                  <a:pt x="232287" y="230713"/>
                  <a:pt x="230975" y="232272"/>
                  <a:pt x="229177" y="232624"/>
                </a:cubicBezTo>
                <a:cubicBezTo>
                  <a:pt x="218114" y="234191"/>
                  <a:pt x="209877" y="243635"/>
                  <a:pt x="209839" y="254810"/>
                </a:cubicBezTo>
                <a:lnTo>
                  <a:pt x="209839" y="337248"/>
                </a:lnTo>
                <a:cubicBezTo>
                  <a:pt x="209839" y="349660"/>
                  <a:pt x="219905" y="359726"/>
                  <a:pt x="232325" y="359726"/>
                </a:cubicBezTo>
                <a:lnTo>
                  <a:pt x="337248" y="359726"/>
                </a:lnTo>
                <a:cubicBezTo>
                  <a:pt x="349660" y="359726"/>
                  <a:pt x="359726" y="349660"/>
                  <a:pt x="359726" y="337248"/>
                </a:cubicBezTo>
                <a:lnTo>
                  <a:pt x="359726" y="254810"/>
                </a:lnTo>
                <a:cubicBezTo>
                  <a:pt x="359688" y="243635"/>
                  <a:pt x="351451" y="234191"/>
                  <a:pt x="340389" y="232624"/>
                </a:cubicBezTo>
                <a:moveTo>
                  <a:pt x="284783" y="318511"/>
                </a:moveTo>
                <a:cubicBezTo>
                  <a:pt x="276508" y="318511"/>
                  <a:pt x="269792" y="311795"/>
                  <a:pt x="269792" y="303520"/>
                </a:cubicBezTo>
                <a:cubicBezTo>
                  <a:pt x="269792" y="295238"/>
                  <a:pt x="276508" y="288530"/>
                  <a:pt x="284783" y="288530"/>
                </a:cubicBezTo>
                <a:cubicBezTo>
                  <a:pt x="293065" y="288530"/>
                  <a:pt x="299773" y="295238"/>
                  <a:pt x="299773" y="303520"/>
                </a:cubicBezTo>
                <a:cubicBezTo>
                  <a:pt x="299773" y="311795"/>
                  <a:pt x="293065" y="318511"/>
                  <a:pt x="284783" y="318511"/>
                </a:cubicBezTo>
                <a:moveTo>
                  <a:pt x="307268" y="228577"/>
                </a:moveTo>
                <a:cubicBezTo>
                  <a:pt x="307268" y="230646"/>
                  <a:pt x="305589" y="232325"/>
                  <a:pt x="303520" y="232325"/>
                </a:cubicBezTo>
                <a:lnTo>
                  <a:pt x="266045" y="232325"/>
                </a:lnTo>
                <a:cubicBezTo>
                  <a:pt x="263976" y="232325"/>
                  <a:pt x="262305" y="230646"/>
                  <a:pt x="262305" y="228577"/>
                </a:cubicBezTo>
                <a:lnTo>
                  <a:pt x="262305" y="213587"/>
                </a:lnTo>
                <a:cubicBezTo>
                  <a:pt x="262305" y="201168"/>
                  <a:pt x="272371" y="191102"/>
                  <a:pt x="284783" y="191102"/>
                </a:cubicBezTo>
                <a:cubicBezTo>
                  <a:pt x="297202" y="191102"/>
                  <a:pt x="307268" y="201168"/>
                  <a:pt x="307268" y="213587"/>
                </a:cubicBezTo>
                <a:lnTo>
                  <a:pt x="307268" y="228577"/>
                </a:lnTo>
                <a:moveTo>
                  <a:pt x="209839" y="215835"/>
                </a:moveTo>
                <a:lnTo>
                  <a:pt x="209839" y="213587"/>
                </a:lnTo>
                <a:cubicBezTo>
                  <a:pt x="209884" y="207268"/>
                  <a:pt x="210686" y="200980"/>
                  <a:pt x="212238" y="194849"/>
                </a:cubicBezTo>
                <a:lnTo>
                  <a:pt x="212238" y="188403"/>
                </a:lnTo>
                <a:lnTo>
                  <a:pt x="214186" y="188403"/>
                </a:lnTo>
                <a:cubicBezTo>
                  <a:pt x="217199" y="180241"/>
                  <a:pt x="221554" y="172641"/>
                  <a:pt x="227078" y="165926"/>
                </a:cubicBezTo>
                <a:lnTo>
                  <a:pt x="212088" y="165926"/>
                </a:lnTo>
                <a:lnTo>
                  <a:pt x="212088" y="127401"/>
                </a:lnTo>
                <a:lnTo>
                  <a:pt x="264546" y="127401"/>
                </a:lnTo>
                <a:lnTo>
                  <a:pt x="264546" y="141342"/>
                </a:lnTo>
                <a:cubicBezTo>
                  <a:pt x="271142" y="139528"/>
                  <a:pt x="277947" y="138614"/>
                  <a:pt x="284783" y="138644"/>
                </a:cubicBezTo>
                <a:lnTo>
                  <a:pt x="287181" y="138644"/>
                </a:lnTo>
                <a:lnTo>
                  <a:pt x="287181" y="35826"/>
                </a:lnTo>
                <a:cubicBezTo>
                  <a:pt x="287181" y="16099"/>
                  <a:pt x="271232" y="82"/>
                  <a:pt x="251512" y="0"/>
                </a:cubicBezTo>
                <a:lnTo>
                  <a:pt x="35826" y="0"/>
                </a:lnTo>
                <a:cubicBezTo>
                  <a:pt x="16039" y="0"/>
                  <a:pt x="0" y="16039"/>
                  <a:pt x="0" y="35826"/>
                </a:cubicBezTo>
                <a:lnTo>
                  <a:pt x="0" y="213587"/>
                </a:lnTo>
                <a:cubicBezTo>
                  <a:pt x="82" y="233314"/>
                  <a:pt x="16099" y="249263"/>
                  <a:pt x="35826" y="249263"/>
                </a:cubicBezTo>
                <a:lnTo>
                  <a:pt x="187661" y="249263"/>
                </a:lnTo>
                <a:cubicBezTo>
                  <a:pt x="189400" y="235255"/>
                  <a:pt x="197607" y="222881"/>
                  <a:pt x="209839" y="215835"/>
                </a:cubicBezTo>
                <a:moveTo>
                  <a:pt x="212238" y="65949"/>
                </a:moveTo>
                <a:lnTo>
                  <a:pt x="264696" y="65949"/>
                </a:lnTo>
                <a:lnTo>
                  <a:pt x="264696" y="104923"/>
                </a:lnTo>
                <a:lnTo>
                  <a:pt x="212238" y="104923"/>
                </a:lnTo>
                <a:lnTo>
                  <a:pt x="212238" y="65949"/>
                </a:lnTo>
                <a:moveTo>
                  <a:pt x="129050" y="65949"/>
                </a:moveTo>
                <a:lnTo>
                  <a:pt x="189752" y="65949"/>
                </a:lnTo>
                <a:lnTo>
                  <a:pt x="189752" y="104923"/>
                </a:lnTo>
                <a:lnTo>
                  <a:pt x="129050" y="104923"/>
                </a:lnTo>
                <a:lnTo>
                  <a:pt x="129050" y="65949"/>
                </a:lnTo>
                <a:moveTo>
                  <a:pt x="129050" y="126951"/>
                </a:moveTo>
                <a:lnTo>
                  <a:pt x="189752" y="126951"/>
                </a:lnTo>
                <a:lnTo>
                  <a:pt x="189752" y="165326"/>
                </a:lnTo>
                <a:lnTo>
                  <a:pt x="129050" y="165326"/>
                </a:lnTo>
                <a:lnTo>
                  <a:pt x="129050" y="126951"/>
                </a:lnTo>
                <a:moveTo>
                  <a:pt x="129050" y="187804"/>
                </a:moveTo>
                <a:lnTo>
                  <a:pt x="189752" y="187804"/>
                </a:lnTo>
                <a:lnTo>
                  <a:pt x="189752" y="226328"/>
                </a:lnTo>
                <a:lnTo>
                  <a:pt x="129050" y="226328"/>
                </a:lnTo>
                <a:lnTo>
                  <a:pt x="129050" y="187804"/>
                </a:lnTo>
                <a:moveTo>
                  <a:pt x="106572" y="226328"/>
                </a:moveTo>
                <a:lnTo>
                  <a:pt x="35826" y="226328"/>
                </a:lnTo>
                <a:cubicBezTo>
                  <a:pt x="28511" y="226328"/>
                  <a:pt x="22567" y="220445"/>
                  <a:pt x="22485" y="213137"/>
                </a:cubicBezTo>
                <a:lnTo>
                  <a:pt x="22485" y="188253"/>
                </a:lnTo>
                <a:lnTo>
                  <a:pt x="106572" y="188253"/>
                </a:lnTo>
                <a:lnTo>
                  <a:pt x="106572" y="226328"/>
                </a:lnTo>
                <a:moveTo>
                  <a:pt x="106572" y="165326"/>
                </a:moveTo>
                <a:lnTo>
                  <a:pt x="22485" y="165326"/>
                </a:lnTo>
                <a:lnTo>
                  <a:pt x="22485" y="127401"/>
                </a:lnTo>
                <a:lnTo>
                  <a:pt x="106572" y="127401"/>
                </a:lnTo>
                <a:lnTo>
                  <a:pt x="106572" y="165326"/>
                </a:lnTo>
                <a:moveTo>
                  <a:pt x="106572" y="104923"/>
                </a:moveTo>
                <a:lnTo>
                  <a:pt x="22485" y="104923"/>
                </a:lnTo>
                <a:lnTo>
                  <a:pt x="22485" y="66398"/>
                </a:lnTo>
                <a:lnTo>
                  <a:pt x="106572" y="66398"/>
                </a:lnTo>
                <a:lnTo>
                  <a:pt x="106572" y="104923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45957" y="3493322"/>
            <a:ext cx="356713" cy="354449"/>
          </a:xfrm>
          <a:custGeom>
            <a:avLst/>
            <a:gdLst/>
            <a:ahLst/>
            <a:cxnLst/>
            <a:rect l="0" t="0" r="0" b="0"/>
            <a:pathLst>
              <a:path w="356713" h="354449">
                <a:moveTo>
                  <a:pt x="84671" y="77139"/>
                </a:moveTo>
                <a:lnTo>
                  <a:pt x="56790" y="77139"/>
                </a:lnTo>
                <a:cubicBezTo>
                  <a:pt x="50584" y="77139"/>
                  <a:pt x="45547" y="82168"/>
                  <a:pt x="45547" y="88382"/>
                </a:cubicBezTo>
                <a:cubicBezTo>
                  <a:pt x="45547" y="94587"/>
                  <a:pt x="50584" y="99624"/>
                  <a:pt x="56790" y="99624"/>
                </a:cubicBezTo>
                <a:lnTo>
                  <a:pt x="84671" y="99624"/>
                </a:lnTo>
                <a:cubicBezTo>
                  <a:pt x="90877" y="99624"/>
                  <a:pt x="95914" y="94587"/>
                  <a:pt x="95914" y="88382"/>
                </a:cubicBezTo>
                <a:cubicBezTo>
                  <a:pt x="95914" y="82168"/>
                  <a:pt x="90877" y="77139"/>
                  <a:pt x="84671" y="77139"/>
                </a:cubicBezTo>
                <a:moveTo>
                  <a:pt x="163662" y="2196"/>
                </a:moveTo>
                <a:lnTo>
                  <a:pt x="39701" y="2196"/>
                </a:lnTo>
                <a:cubicBezTo>
                  <a:pt x="20319" y="89"/>
                  <a:pt x="2855" y="14000"/>
                  <a:pt x="584" y="33375"/>
                </a:cubicBezTo>
                <a:lnTo>
                  <a:pt x="584" y="110867"/>
                </a:lnTo>
                <a:cubicBezTo>
                  <a:pt x="0" y="133052"/>
                  <a:pt x="17516" y="151513"/>
                  <a:pt x="39701" y="152082"/>
                </a:cubicBezTo>
                <a:lnTo>
                  <a:pt x="163662" y="152082"/>
                </a:lnTo>
                <a:cubicBezTo>
                  <a:pt x="174343" y="151850"/>
                  <a:pt x="184491" y="147368"/>
                  <a:pt x="191859" y="139633"/>
                </a:cubicBezTo>
                <a:cubicBezTo>
                  <a:pt x="199226" y="131898"/>
                  <a:pt x="203214" y="121540"/>
                  <a:pt x="202929" y="110867"/>
                </a:cubicBezTo>
                <a:lnTo>
                  <a:pt x="202929" y="33375"/>
                </a:lnTo>
                <a:cubicBezTo>
                  <a:pt x="200658" y="13940"/>
                  <a:pt x="183104" y="0"/>
                  <a:pt x="163662" y="2196"/>
                </a:cubicBezTo>
                <a:moveTo>
                  <a:pt x="163662" y="129597"/>
                </a:moveTo>
                <a:lnTo>
                  <a:pt x="39701" y="129597"/>
                </a:lnTo>
                <a:cubicBezTo>
                  <a:pt x="29965" y="128960"/>
                  <a:pt x="22552" y="120610"/>
                  <a:pt x="23069" y="110867"/>
                </a:cubicBezTo>
                <a:lnTo>
                  <a:pt x="23069" y="58401"/>
                </a:lnTo>
                <a:cubicBezTo>
                  <a:pt x="23069" y="56333"/>
                  <a:pt x="24748" y="54654"/>
                  <a:pt x="26817" y="54654"/>
                </a:cubicBezTo>
                <a:lnTo>
                  <a:pt x="176704" y="54654"/>
                </a:lnTo>
                <a:cubicBezTo>
                  <a:pt x="178772" y="54654"/>
                  <a:pt x="180451" y="56333"/>
                  <a:pt x="180451" y="58401"/>
                </a:cubicBezTo>
                <a:lnTo>
                  <a:pt x="180451" y="110867"/>
                </a:lnTo>
                <a:cubicBezTo>
                  <a:pt x="180961" y="120663"/>
                  <a:pt x="173458" y="129035"/>
                  <a:pt x="163662" y="129597"/>
                </a:cubicBezTo>
                <a:moveTo>
                  <a:pt x="153019" y="303918"/>
                </a:moveTo>
                <a:lnTo>
                  <a:pt x="108056" y="273937"/>
                </a:lnTo>
                <a:cubicBezTo>
                  <a:pt x="104616" y="271696"/>
                  <a:pt x="100231" y="271501"/>
                  <a:pt x="96611" y="273435"/>
                </a:cubicBezTo>
                <a:cubicBezTo>
                  <a:pt x="92991" y="275376"/>
                  <a:pt x="90712" y="279131"/>
                  <a:pt x="90668" y="283231"/>
                </a:cubicBezTo>
                <a:lnTo>
                  <a:pt x="90668" y="285779"/>
                </a:lnTo>
                <a:cubicBezTo>
                  <a:pt x="90645" y="287129"/>
                  <a:pt x="89911" y="288358"/>
                  <a:pt x="88734" y="289010"/>
                </a:cubicBezTo>
                <a:cubicBezTo>
                  <a:pt x="87557" y="289654"/>
                  <a:pt x="86118" y="289624"/>
                  <a:pt x="84971" y="288927"/>
                </a:cubicBezTo>
                <a:cubicBezTo>
                  <a:pt x="67553" y="277970"/>
                  <a:pt x="56970" y="258842"/>
                  <a:pt x="56940" y="238268"/>
                </a:cubicBezTo>
                <a:cubicBezTo>
                  <a:pt x="56940" y="229986"/>
                  <a:pt x="50232" y="223278"/>
                  <a:pt x="41949" y="223278"/>
                </a:cubicBezTo>
                <a:cubicBezTo>
                  <a:pt x="33675" y="223278"/>
                  <a:pt x="26967" y="229986"/>
                  <a:pt x="26967" y="238268"/>
                </a:cubicBezTo>
                <a:cubicBezTo>
                  <a:pt x="27079" y="276980"/>
                  <a:pt x="51955" y="311270"/>
                  <a:pt x="88719" y="323405"/>
                </a:cubicBezTo>
                <a:cubicBezTo>
                  <a:pt x="90225" y="323959"/>
                  <a:pt x="91245" y="325391"/>
                  <a:pt x="91267" y="327002"/>
                </a:cubicBezTo>
                <a:lnTo>
                  <a:pt x="91267" y="343184"/>
                </a:lnTo>
                <a:cubicBezTo>
                  <a:pt x="91350" y="349360"/>
                  <a:pt x="96334" y="354344"/>
                  <a:pt x="102510" y="354427"/>
                </a:cubicBezTo>
                <a:cubicBezTo>
                  <a:pt x="104758" y="354449"/>
                  <a:pt x="106962" y="353767"/>
                  <a:pt x="108806" y="352478"/>
                </a:cubicBezTo>
                <a:lnTo>
                  <a:pt x="153769" y="322505"/>
                </a:lnTo>
                <a:cubicBezTo>
                  <a:pt x="156842" y="320407"/>
                  <a:pt x="158685" y="316929"/>
                  <a:pt x="158685" y="313211"/>
                </a:cubicBezTo>
                <a:cubicBezTo>
                  <a:pt x="158685" y="309486"/>
                  <a:pt x="156842" y="306009"/>
                  <a:pt x="153769" y="303918"/>
                </a:cubicBezTo>
                <a:lnTo>
                  <a:pt x="153019" y="303918"/>
                </a:lnTo>
                <a:moveTo>
                  <a:pt x="230511" y="52855"/>
                </a:moveTo>
                <a:lnTo>
                  <a:pt x="275474" y="82835"/>
                </a:lnTo>
                <a:cubicBezTo>
                  <a:pt x="279041" y="84926"/>
                  <a:pt x="283456" y="84926"/>
                  <a:pt x="287016" y="82835"/>
                </a:cubicBezTo>
                <a:cubicBezTo>
                  <a:pt x="290554" y="80976"/>
                  <a:pt x="292832" y="77379"/>
                  <a:pt x="293012" y="73391"/>
                </a:cubicBezTo>
                <a:lnTo>
                  <a:pt x="293012" y="70843"/>
                </a:lnTo>
                <a:cubicBezTo>
                  <a:pt x="293057" y="69546"/>
                  <a:pt x="293777" y="68362"/>
                  <a:pt x="294908" y="67725"/>
                </a:cubicBezTo>
                <a:cubicBezTo>
                  <a:pt x="296040" y="67080"/>
                  <a:pt x="297419" y="67073"/>
                  <a:pt x="298559" y="67695"/>
                </a:cubicBezTo>
                <a:cubicBezTo>
                  <a:pt x="316037" y="78615"/>
                  <a:pt x="326673" y="97750"/>
                  <a:pt x="326740" y="118354"/>
                </a:cubicBezTo>
                <a:cubicBezTo>
                  <a:pt x="326740" y="126636"/>
                  <a:pt x="333448" y="133345"/>
                  <a:pt x="341723" y="133345"/>
                </a:cubicBezTo>
                <a:cubicBezTo>
                  <a:pt x="350005" y="133345"/>
                  <a:pt x="356713" y="126636"/>
                  <a:pt x="356713" y="118354"/>
                </a:cubicBezTo>
                <a:cubicBezTo>
                  <a:pt x="356683" y="79807"/>
                  <a:pt x="332084" y="45562"/>
                  <a:pt x="295561" y="33225"/>
                </a:cubicBezTo>
                <a:cubicBezTo>
                  <a:pt x="294047" y="32663"/>
                  <a:pt x="293035" y="31232"/>
                  <a:pt x="293012" y="29628"/>
                </a:cubicBezTo>
                <a:lnTo>
                  <a:pt x="293012" y="13438"/>
                </a:lnTo>
                <a:cubicBezTo>
                  <a:pt x="293027" y="9316"/>
                  <a:pt x="290779" y="5523"/>
                  <a:pt x="287166" y="3545"/>
                </a:cubicBezTo>
                <a:cubicBezTo>
                  <a:pt x="283621" y="1386"/>
                  <a:pt x="279169" y="1386"/>
                  <a:pt x="275624" y="3545"/>
                </a:cubicBezTo>
                <a:lnTo>
                  <a:pt x="230661" y="33525"/>
                </a:lnTo>
                <a:cubicBezTo>
                  <a:pt x="227475" y="35534"/>
                  <a:pt x="225549" y="39049"/>
                  <a:pt x="225564" y="42811"/>
                </a:cubicBezTo>
                <a:cubicBezTo>
                  <a:pt x="225369" y="46791"/>
                  <a:pt x="227243" y="50584"/>
                  <a:pt x="230511" y="52855"/>
                </a:cubicBezTo>
                <a:moveTo>
                  <a:pt x="326590" y="144587"/>
                </a:moveTo>
                <a:lnTo>
                  <a:pt x="251647" y="144587"/>
                </a:lnTo>
                <a:cubicBezTo>
                  <a:pt x="237189" y="144670"/>
                  <a:pt x="225497" y="156362"/>
                  <a:pt x="225414" y="170820"/>
                </a:cubicBezTo>
                <a:lnTo>
                  <a:pt x="225414" y="328202"/>
                </a:lnTo>
                <a:cubicBezTo>
                  <a:pt x="224994" y="342157"/>
                  <a:pt x="235892" y="353857"/>
                  <a:pt x="249848" y="354427"/>
                </a:cubicBezTo>
                <a:lnTo>
                  <a:pt x="328539" y="354427"/>
                </a:lnTo>
                <a:cubicBezTo>
                  <a:pt x="342435" y="353782"/>
                  <a:pt x="353243" y="342105"/>
                  <a:pt x="352815" y="328202"/>
                </a:cubicBezTo>
                <a:lnTo>
                  <a:pt x="352815" y="170820"/>
                </a:lnTo>
                <a:cubicBezTo>
                  <a:pt x="352733" y="156362"/>
                  <a:pt x="341041" y="144670"/>
                  <a:pt x="326590" y="144587"/>
                </a:cubicBezTo>
                <a:moveTo>
                  <a:pt x="289115" y="339437"/>
                </a:moveTo>
                <a:cubicBezTo>
                  <a:pt x="282909" y="339437"/>
                  <a:pt x="277872" y="334408"/>
                  <a:pt x="277872" y="328202"/>
                </a:cubicBezTo>
                <a:cubicBezTo>
                  <a:pt x="277872" y="321988"/>
                  <a:pt x="282909" y="316959"/>
                  <a:pt x="289115" y="316959"/>
                </a:cubicBezTo>
                <a:cubicBezTo>
                  <a:pt x="295321" y="316959"/>
                  <a:pt x="300357" y="321988"/>
                  <a:pt x="300357" y="328202"/>
                </a:cubicBezTo>
                <a:cubicBezTo>
                  <a:pt x="300275" y="334370"/>
                  <a:pt x="295291" y="339362"/>
                  <a:pt x="289115" y="339437"/>
                </a:cubicBezTo>
                <a:moveTo>
                  <a:pt x="251647" y="167072"/>
                </a:moveTo>
                <a:lnTo>
                  <a:pt x="326590" y="167072"/>
                </a:lnTo>
                <a:cubicBezTo>
                  <a:pt x="328659" y="167072"/>
                  <a:pt x="330338" y="168751"/>
                  <a:pt x="330338" y="170820"/>
                </a:cubicBezTo>
                <a:lnTo>
                  <a:pt x="330338" y="298221"/>
                </a:lnTo>
                <a:cubicBezTo>
                  <a:pt x="330338" y="300290"/>
                  <a:pt x="328659" y="301969"/>
                  <a:pt x="326590" y="301969"/>
                </a:cubicBezTo>
                <a:lnTo>
                  <a:pt x="251647" y="301969"/>
                </a:lnTo>
                <a:cubicBezTo>
                  <a:pt x="249578" y="301969"/>
                  <a:pt x="247899" y="300290"/>
                  <a:pt x="247899" y="298221"/>
                </a:cubicBezTo>
                <a:lnTo>
                  <a:pt x="247899" y="170820"/>
                </a:lnTo>
                <a:cubicBezTo>
                  <a:pt x="247899" y="168751"/>
                  <a:pt x="249578" y="167072"/>
                  <a:pt x="251647" y="167072"/>
                </a:cubicBez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49480" y="4391676"/>
            <a:ext cx="353490" cy="357867"/>
          </a:xfrm>
          <a:custGeom>
            <a:avLst/>
            <a:gdLst/>
            <a:ahLst/>
            <a:cxnLst/>
            <a:rect l="0" t="0" r="0" b="0"/>
            <a:pathLst>
              <a:path w="353490" h="357867">
                <a:moveTo>
                  <a:pt x="144475" y="23324"/>
                </a:moveTo>
                <a:cubicBezTo>
                  <a:pt x="144250" y="23549"/>
                  <a:pt x="143650" y="24299"/>
                  <a:pt x="143650" y="26247"/>
                </a:cubicBezTo>
                <a:lnTo>
                  <a:pt x="143650" y="86290"/>
                </a:lnTo>
                <a:cubicBezTo>
                  <a:pt x="138539" y="78436"/>
                  <a:pt x="130399" y="73062"/>
                  <a:pt x="121165" y="71450"/>
                </a:cubicBezTo>
                <a:lnTo>
                  <a:pt x="121165" y="26232"/>
                </a:lnTo>
                <a:cubicBezTo>
                  <a:pt x="121165" y="19187"/>
                  <a:pt x="123563" y="12426"/>
                  <a:pt x="128585" y="7405"/>
                </a:cubicBezTo>
                <a:cubicBezTo>
                  <a:pt x="133592" y="2398"/>
                  <a:pt x="140352" y="0"/>
                  <a:pt x="147398" y="0"/>
                </a:cubicBezTo>
                <a:lnTo>
                  <a:pt x="291288" y="0"/>
                </a:lnTo>
                <a:cubicBezTo>
                  <a:pt x="294361" y="0"/>
                  <a:pt x="297479" y="704"/>
                  <a:pt x="299908" y="1499"/>
                </a:cubicBezTo>
                <a:cubicBezTo>
                  <a:pt x="301826" y="2143"/>
                  <a:pt x="305109" y="3432"/>
                  <a:pt x="307733" y="5801"/>
                </a:cubicBezTo>
                <a:lnTo>
                  <a:pt x="343447" y="35571"/>
                </a:lnTo>
                <a:cubicBezTo>
                  <a:pt x="343716" y="35796"/>
                  <a:pt x="343956" y="36021"/>
                  <a:pt x="344196" y="36261"/>
                </a:cubicBezTo>
                <a:cubicBezTo>
                  <a:pt x="347929" y="39986"/>
                  <a:pt x="353490" y="47211"/>
                  <a:pt x="353490" y="56190"/>
                </a:cubicBezTo>
                <a:lnTo>
                  <a:pt x="353490" y="243552"/>
                </a:lnTo>
                <a:cubicBezTo>
                  <a:pt x="353490" y="250598"/>
                  <a:pt x="351092" y="257358"/>
                  <a:pt x="346070" y="262372"/>
                </a:cubicBezTo>
                <a:cubicBezTo>
                  <a:pt x="341063" y="267379"/>
                  <a:pt x="334303" y="269792"/>
                  <a:pt x="327265" y="269792"/>
                </a:cubicBezTo>
                <a:lnTo>
                  <a:pt x="164936" y="269792"/>
                </a:lnTo>
                <a:cubicBezTo>
                  <a:pt x="171022" y="263107"/>
                  <a:pt x="176179" y="255559"/>
                  <a:pt x="180211" y="247315"/>
                </a:cubicBezTo>
                <a:lnTo>
                  <a:pt x="327265" y="247315"/>
                </a:lnTo>
                <a:cubicBezTo>
                  <a:pt x="329213" y="247315"/>
                  <a:pt x="329963" y="246715"/>
                  <a:pt x="330188" y="246475"/>
                </a:cubicBezTo>
                <a:cubicBezTo>
                  <a:pt x="330413" y="246250"/>
                  <a:pt x="331012" y="245501"/>
                  <a:pt x="331012" y="243567"/>
                </a:cubicBezTo>
                <a:lnTo>
                  <a:pt x="331012" y="56250"/>
                </a:lnTo>
                <a:cubicBezTo>
                  <a:pt x="330915" y="55815"/>
                  <a:pt x="330742" y="55403"/>
                  <a:pt x="330518" y="55021"/>
                </a:cubicBezTo>
                <a:cubicBezTo>
                  <a:pt x="329985" y="54099"/>
                  <a:pt x="329348" y="53245"/>
                  <a:pt x="328614" y="52473"/>
                </a:cubicBezTo>
                <a:lnTo>
                  <a:pt x="293237" y="23009"/>
                </a:lnTo>
                <a:cubicBezTo>
                  <a:pt x="292615" y="22747"/>
                  <a:pt x="291955" y="22567"/>
                  <a:pt x="291288" y="22485"/>
                </a:cubicBezTo>
                <a:lnTo>
                  <a:pt x="147398" y="22485"/>
                </a:lnTo>
                <a:cubicBezTo>
                  <a:pt x="145449" y="22485"/>
                  <a:pt x="144700" y="23084"/>
                  <a:pt x="144475" y="23309"/>
                </a:cubicBezTo>
                <a:moveTo>
                  <a:pt x="262582" y="63790"/>
                </a:moveTo>
                <a:cubicBezTo>
                  <a:pt x="264958" y="58154"/>
                  <a:pt x="262380" y="51656"/>
                  <a:pt x="256796" y="49167"/>
                </a:cubicBezTo>
                <a:cubicBezTo>
                  <a:pt x="251205" y="46679"/>
                  <a:pt x="244654" y="49115"/>
                  <a:pt x="242053" y="54646"/>
                </a:cubicBezTo>
                <a:lnTo>
                  <a:pt x="212073" y="122094"/>
                </a:lnTo>
                <a:cubicBezTo>
                  <a:pt x="210341" y="125782"/>
                  <a:pt x="210731" y="130114"/>
                  <a:pt x="213107" y="133427"/>
                </a:cubicBezTo>
                <a:cubicBezTo>
                  <a:pt x="215476" y="136740"/>
                  <a:pt x="219448" y="138509"/>
                  <a:pt x="223495" y="138059"/>
                </a:cubicBezTo>
                <a:cubicBezTo>
                  <a:pt x="227543" y="137602"/>
                  <a:pt x="231028" y="134993"/>
                  <a:pt x="232609" y="131238"/>
                </a:cubicBezTo>
                <a:lnTo>
                  <a:pt x="262582" y="63790"/>
                </a:lnTo>
                <a:moveTo>
                  <a:pt x="200306" y="66249"/>
                </a:moveTo>
                <a:cubicBezTo>
                  <a:pt x="195921" y="61864"/>
                  <a:pt x="188808" y="61864"/>
                  <a:pt x="184416" y="66249"/>
                </a:cubicBezTo>
                <a:lnTo>
                  <a:pt x="161938" y="88734"/>
                </a:lnTo>
                <a:cubicBezTo>
                  <a:pt x="157554" y="93118"/>
                  <a:pt x="157554" y="100231"/>
                  <a:pt x="161938" y="104623"/>
                </a:cubicBezTo>
                <a:lnTo>
                  <a:pt x="184416" y="127101"/>
                </a:lnTo>
                <a:cubicBezTo>
                  <a:pt x="188846" y="131231"/>
                  <a:pt x="195749" y="131111"/>
                  <a:pt x="200036" y="126831"/>
                </a:cubicBezTo>
                <a:cubicBezTo>
                  <a:pt x="204315" y="122544"/>
                  <a:pt x="204435" y="115641"/>
                  <a:pt x="200306" y="111219"/>
                </a:cubicBezTo>
                <a:lnTo>
                  <a:pt x="185765" y="96679"/>
                </a:lnTo>
                <a:lnTo>
                  <a:pt x="200306" y="82138"/>
                </a:lnTo>
                <a:cubicBezTo>
                  <a:pt x="204690" y="77746"/>
                  <a:pt x="204690" y="70641"/>
                  <a:pt x="200306" y="66249"/>
                </a:cubicBezTo>
                <a:moveTo>
                  <a:pt x="274349" y="66249"/>
                </a:moveTo>
                <a:cubicBezTo>
                  <a:pt x="269965" y="70641"/>
                  <a:pt x="269965" y="77746"/>
                  <a:pt x="274349" y="82138"/>
                </a:cubicBezTo>
                <a:lnTo>
                  <a:pt x="288890" y="96679"/>
                </a:lnTo>
                <a:lnTo>
                  <a:pt x="274349" y="111219"/>
                </a:lnTo>
                <a:cubicBezTo>
                  <a:pt x="270227" y="115641"/>
                  <a:pt x="270347" y="122544"/>
                  <a:pt x="274627" y="126831"/>
                </a:cubicBezTo>
                <a:cubicBezTo>
                  <a:pt x="278906" y="131111"/>
                  <a:pt x="285809" y="131231"/>
                  <a:pt x="290239" y="127101"/>
                </a:cubicBezTo>
                <a:lnTo>
                  <a:pt x="312724" y="104623"/>
                </a:lnTo>
                <a:cubicBezTo>
                  <a:pt x="317109" y="100231"/>
                  <a:pt x="317109" y="93118"/>
                  <a:pt x="312724" y="88734"/>
                </a:cubicBezTo>
                <a:lnTo>
                  <a:pt x="290239" y="66249"/>
                </a:lnTo>
                <a:cubicBezTo>
                  <a:pt x="285847" y="61864"/>
                  <a:pt x="278742" y="61864"/>
                  <a:pt x="274349" y="66249"/>
                </a:cubicBezTo>
                <a:moveTo>
                  <a:pt x="185420" y="357867"/>
                </a:moveTo>
                <a:cubicBezTo>
                  <a:pt x="172536" y="320624"/>
                  <a:pt x="136725" y="293402"/>
                  <a:pt x="95195" y="293402"/>
                </a:cubicBezTo>
                <a:cubicBezTo>
                  <a:pt x="53642" y="293402"/>
                  <a:pt x="16399" y="320624"/>
                  <a:pt x="3507" y="357852"/>
                </a:cubicBezTo>
                <a:lnTo>
                  <a:pt x="185420" y="357852"/>
                </a:lnTo>
                <a:moveTo>
                  <a:pt x="93770" y="278382"/>
                </a:moveTo>
                <a:cubicBezTo>
                  <a:pt x="59473" y="278382"/>
                  <a:pt x="31014" y="254405"/>
                  <a:pt x="22560" y="222836"/>
                </a:cubicBezTo>
                <a:lnTo>
                  <a:pt x="54331" y="222836"/>
                </a:lnTo>
                <a:cubicBezTo>
                  <a:pt x="61512" y="237961"/>
                  <a:pt x="76667" y="248409"/>
                  <a:pt x="93755" y="248409"/>
                </a:cubicBezTo>
                <a:cubicBezTo>
                  <a:pt x="111886" y="248409"/>
                  <a:pt x="127011" y="238096"/>
                  <a:pt x="133742" y="222836"/>
                </a:cubicBezTo>
                <a:lnTo>
                  <a:pt x="165296" y="222836"/>
                </a:lnTo>
                <a:cubicBezTo>
                  <a:pt x="157366" y="255065"/>
                  <a:pt x="128705" y="278382"/>
                  <a:pt x="93770" y="278382"/>
                </a:cubicBezTo>
                <a:moveTo>
                  <a:pt x="104144" y="104563"/>
                </a:moveTo>
                <a:cubicBezTo>
                  <a:pt x="103522" y="96514"/>
                  <a:pt x="96634" y="90398"/>
                  <a:pt x="88569" y="90742"/>
                </a:cubicBezTo>
                <a:cubicBezTo>
                  <a:pt x="80497" y="91080"/>
                  <a:pt x="74156" y="97743"/>
                  <a:pt x="74208" y="105823"/>
                </a:cubicBezTo>
                <a:lnTo>
                  <a:pt x="74208" y="111751"/>
                </a:lnTo>
                <a:cubicBezTo>
                  <a:pt x="46417" y="120041"/>
                  <a:pt x="25917" y="145494"/>
                  <a:pt x="23894" y="175354"/>
                </a:cubicBezTo>
                <a:lnTo>
                  <a:pt x="14990" y="175354"/>
                </a:lnTo>
                <a:cubicBezTo>
                  <a:pt x="6708" y="175354"/>
                  <a:pt x="0" y="182063"/>
                  <a:pt x="0" y="190337"/>
                </a:cubicBezTo>
                <a:cubicBezTo>
                  <a:pt x="0" y="198619"/>
                  <a:pt x="6708" y="205327"/>
                  <a:pt x="14990" y="205327"/>
                </a:cubicBezTo>
                <a:lnTo>
                  <a:pt x="172551" y="205327"/>
                </a:lnTo>
                <a:cubicBezTo>
                  <a:pt x="180826" y="205327"/>
                  <a:pt x="187534" y="198619"/>
                  <a:pt x="187534" y="190337"/>
                </a:cubicBezTo>
                <a:cubicBezTo>
                  <a:pt x="187534" y="182063"/>
                  <a:pt x="180826" y="175354"/>
                  <a:pt x="172551" y="175354"/>
                </a:cubicBezTo>
                <a:lnTo>
                  <a:pt x="163662" y="175354"/>
                </a:lnTo>
                <a:cubicBezTo>
                  <a:pt x="162650" y="150643"/>
                  <a:pt x="148530" y="128345"/>
                  <a:pt x="126621" y="116863"/>
                </a:cubicBezTo>
                <a:lnTo>
                  <a:pt x="126621" y="140128"/>
                </a:lnTo>
                <a:cubicBezTo>
                  <a:pt x="126621" y="146333"/>
                  <a:pt x="121592" y="151370"/>
                  <a:pt x="115379" y="151370"/>
                </a:cubicBezTo>
                <a:cubicBezTo>
                  <a:pt x="109173" y="151370"/>
                  <a:pt x="104144" y="146333"/>
                  <a:pt x="104144" y="140128"/>
                </a:cubicBezTo>
                <a:lnTo>
                  <a:pt x="104144" y="104578"/>
                </a:ln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44638" y="5294961"/>
            <a:ext cx="359898" cy="351699"/>
          </a:xfrm>
          <a:custGeom>
            <a:avLst/>
            <a:gdLst/>
            <a:ahLst/>
            <a:cxnLst/>
            <a:rect l="0" t="0" r="0" b="0"/>
            <a:pathLst>
              <a:path w="359898" h="351699">
                <a:moveTo>
                  <a:pt x="350387" y="45330"/>
                </a:moveTo>
                <a:lnTo>
                  <a:pt x="237976" y="367"/>
                </a:lnTo>
                <a:lnTo>
                  <a:pt x="235877" y="367"/>
                </a:lnTo>
                <a:cubicBezTo>
                  <a:pt x="233996" y="0"/>
                  <a:pt x="232062" y="0"/>
                  <a:pt x="230181" y="367"/>
                </a:cubicBezTo>
                <a:lnTo>
                  <a:pt x="12546" y="36935"/>
                </a:lnTo>
                <a:cubicBezTo>
                  <a:pt x="5276" y="38194"/>
                  <a:pt x="0" y="44550"/>
                  <a:pt x="104" y="51925"/>
                </a:cubicBezTo>
                <a:lnTo>
                  <a:pt x="104" y="104391"/>
                </a:lnTo>
                <a:cubicBezTo>
                  <a:pt x="104" y="112666"/>
                  <a:pt x="6813" y="119374"/>
                  <a:pt x="15095" y="119374"/>
                </a:cubicBezTo>
                <a:lnTo>
                  <a:pt x="16144" y="119374"/>
                </a:lnTo>
                <a:lnTo>
                  <a:pt x="231980" y="104391"/>
                </a:lnTo>
                <a:lnTo>
                  <a:pt x="342892" y="119374"/>
                </a:lnTo>
                <a:lnTo>
                  <a:pt x="344841" y="119374"/>
                </a:lnTo>
                <a:cubicBezTo>
                  <a:pt x="348506" y="119329"/>
                  <a:pt x="352029" y="117942"/>
                  <a:pt x="354734" y="115476"/>
                </a:cubicBezTo>
                <a:cubicBezTo>
                  <a:pt x="357972" y="112636"/>
                  <a:pt x="359823" y="108543"/>
                  <a:pt x="359831" y="104241"/>
                </a:cubicBezTo>
                <a:lnTo>
                  <a:pt x="359831" y="59271"/>
                </a:lnTo>
                <a:cubicBezTo>
                  <a:pt x="359838" y="53132"/>
                  <a:pt x="356098" y="47608"/>
                  <a:pt x="350387" y="45330"/>
                </a:cubicBezTo>
                <a:moveTo>
                  <a:pt x="30085" y="64367"/>
                </a:moveTo>
                <a:lnTo>
                  <a:pt x="217439" y="32146"/>
                </a:lnTo>
                <a:lnTo>
                  <a:pt x="217439" y="75310"/>
                </a:lnTo>
                <a:lnTo>
                  <a:pt x="30085" y="88202"/>
                </a:lnTo>
                <a:lnTo>
                  <a:pt x="30085" y="64367"/>
                </a:lnTo>
                <a:moveTo>
                  <a:pt x="346789" y="141859"/>
                </a:moveTo>
                <a:lnTo>
                  <a:pt x="234378" y="126869"/>
                </a:lnTo>
                <a:lnTo>
                  <a:pt x="231380" y="126869"/>
                </a:lnTo>
                <a:lnTo>
                  <a:pt x="14045" y="141859"/>
                </a:lnTo>
                <a:cubicBezTo>
                  <a:pt x="6175" y="142414"/>
                  <a:pt x="82" y="148964"/>
                  <a:pt x="104" y="156849"/>
                </a:cubicBezTo>
                <a:lnTo>
                  <a:pt x="104" y="201812"/>
                </a:lnTo>
                <a:cubicBezTo>
                  <a:pt x="82" y="209697"/>
                  <a:pt x="6175" y="216248"/>
                  <a:pt x="14045" y="216802"/>
                </a:cubicBezTo>
                <a:lnTo>
                  <a:pt x="231380" y="231792"/>
                </a:lnTo>
                <a:lnTo>
                  <a:pt x="234378" y="231792"/>
                </a:lnTo>
                <a:lnTo>
                  <a:pt x="346789" y="216802"/>
                </a:lnTo>
                <a:cubicBezTo>
                  <a:pt x="354300" y="215820"/>
                  <a:pt x="359898" y="209390"/>
                  <a:pt x="359831" y="201812"/>
                </a:cubicBezTo>
                <a:lnTo>
                  <a:pt x="359831" y="156849"/>
                </a:lnTo>
                <a:cubicBezTo>
                  <a:pt x="359898" y="149272"/>
                  <a:pt x="354300" y="142841"/>
                  <a:pt x="346789" y="141859"/>
                </a:cubicBezTo>
                <a:moveTo>
                  <a:pt x="30085" y="170640"/>
                </a:moveTo>
                <a:lnTo>
                  <a:pt x="217439" y="157748"/>
                </a:lnTo>
                <a:lnTo>
                  <a:pt x="217439" y="200613"/>
                </a:lnTo>
                <a:lnTo>
                  <a:pt x="30085" y="187721"/>
                </a:lnTo>
                <a:lnTo>
                  <a:pt x="30085" y="170640"/>
                </a:lnTo>
                <a:moveTo>
                  <a:pt x="342892" y="239287"/>
                </a:moveTo>
                <a:lnTo>
                  <a:pt x="231980" y="254278"/>
                </a:lnTo>
                <a:lnTo>
                  <a:pt x="16144" y="239287"/>
                </a:lnTo>
                <a:cubicBezTo>
                  <a:pt x="11999" y="239018"/>
                  <a:pt x="7922" y="240487"/>
                  <a:pt x="4901" y="243335"/>
                </a:cubicBezTo>
                <a:cubicBezTo>
                  <a:pt x="1858" y="246160"/>
                  <a:pt x="119" y="250118"/>
                  <a:pt x="104" y="254278"/>
                </a:cubicBezTo>
                <a:lnTo>
                  <a:pt x="104" y="299241"/>
                </a:lnTo>
                <a:cubicBezTo>
                  <a:pt x="0" y="306616"/>
                  <a:pt x="5276" y="312972"/>
                  <a:pt x="12546" y="314231"/>
                </a:cubicBezTo>
                <a:lnTo>
                  <a:pt x="229881" y="351699"/>
                </a:lnTo>
                <a:lnTo>
                  <a:pt x="232429" y="351699"/>
                </a:lnTo>
                <a:cubicBezTo>
                  <a:pt x="234056" y="351669"/>
                  <a:pt x="235667" y="351421"/>
                  <a:pt x="237226" y="350949"/>
                </a:cubicBezTo>
                <a:lnTo>
                  <a:pt x="349338" y="313631"/>
                </a:lnTo>
                <a:cubicBezTo>
                  <a:pt x="355446" y="311570"/>
                  <a:pt x="359546" y="305836"/>
                  <a:pt x="359531" y="299391"/>
                </a:cubicBezTo>
                <a:lnTo>
                  <a:pt x="359531" y="254428"/>
                </a:lnTo>
                <a:cubicBezTo>
                  <a:pt x="359524" y="250118"/>
                  <a:pt x="357672" y="246026"/>
                  <a:pt x="354434" y="243185"/>
                </a:cubicBezTo>
                <a:cubicBezTo>
                  <a:pt x="351316" y="240307"/>
                  <a:pt x="347119" y="238890"/>
                  <a:pt x="342892" y="239287"/>
                </a:cubicBezTo>
                <a:moveTo>
                  <a:pt x="30085" y="270160"/>
                </a:moveTo>
                <a:lnTo>
                  <a:pt x="217439" y="283051"/>
                </a:lnTo>
                <a:lnTo>
                  <a:pt x="217439" y="318728"/>
                </a:lnTo>
                <a:lnTo>
                  <a:pt x="30085" y="286499"/>
                </a:lnTo>
                <a:lnTo>
                  <a:pt x="30085" y="270160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27563" y="846065"/>
            <a:ext cx="4724300" cy="26232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84848"/>
                </a:solidFill>
                <a:latin typeface="Shantell Sans"/>
              </a:rPr>
              <a:t>Jerarquía de Comercio Electrónico de Cantabria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9379" y="1809183"/>
            <a:ext cx="1204954" cy="2203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E8431"/>
                </a:solidFill>
                <a:latin typeface="Shantell Sans"/>
              </a:rPr>
              <a:t>Mantenibilidad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65" y="2090366"/>
            <a:ext cx="2195122" cy="1573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84848"/>
                </a:solidFill>
                <a:latin typeface="Shantell Sans"/>
              </a:rPr>
              <a:t>Fácil actualización y gestión del 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9379" y="2708593"/>
            <a:ext cx="797349" cy="2203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CB15"/>
                </a:solidFill>
                <a:latin typeface="Shantell Sans"/>
              </a:rPr>
              <a:t>Seguridad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65" y="2989776"/>
            <a:ext cx="1967399" cy="1573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84848"/>
                </a:solidFill>
                <a:latin typeface="Shantell Sans"/>
              </a:rPr>
              <a:t>Protección de datos y transacciones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9379" y="3608003"/>
            <a:ext cx="862346" cy="2203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2BD39"/>
                </a:solidFill>
                <a:latin typeface="Shantell Sans"/>
              </a:rPr>
              <a:t>Coherencia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65" y="3889185"/>
            <a:ext cx="2188444" cy="1573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84848"/>
                </a:solidFill>
                <a:latin typeface="Shantell Sans"/>
              </a:rPr>
              <a:t>Integración perfecta de todas las capas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9379" y="4507413"/>
            <a:ext cx="1418032" cy="2203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CC583"/>
                </a:solidFill>
                <a:latin typeface="Shantell Sans"/>
              </a:rPr>
              <a:t>Desarrollo Rápido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65" y="4766110"/>
            <a:ext cx="1498079" cy="3147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84848"/>
                </a:solidFill>
                <a:latin typeface="Shantell Sans"/>
              </a:rPr>
              <a:t>Implementación utilizando
herramientas modernas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9379" y="5406822"/>
            <a:ext cx="1250329" cy="2203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E88E7"/>
                </a:solidFill>
                <a:latin typeface="Shantell Sans"/>
              </a:rPr>
              <a:t>Infraestructura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65" y="5688005"/>
            <a:ext cx="2142011" cy="1573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84848"/>
                </a:solidFill>
                <a:latin typeface="Shantell Sans"/>
              </a:rPr>
              <a:t>Sin necesidad de infraestructura propia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51457" y="4277640"/>
            <a:ext cx="1251889" cy="598122"/>
          </a:xfrm>
          <a:custGeom>
            <a:avLst/>
            <a:gdLst/>
            <a:ahLst/>
            <a:cxnLst/>
            <a:rect l="0" t="0" r="0" b="0"/>
            <a:pathLst>
              <a:path w="1251889" h="598122">
                <a:moveTo>
                  <a:pt x="1122673" y="97459"/>
                </a:moveTo>
                <a:cubicBezTo>
                  <a:pt x="1115120" y="187747"/>
                  <a:pt x="847020" y="232562"/>
                  <a:pt x="575681" y="282425"/>
                </a:cubicBezTo>
                <a:cubicBezTo>
                  <a:pt x="373770" y="319525"/>
                  <a:pt x="189423" y="336118"/>
                  <a:pt x="116919" y="352558"/>
                </a:cubicBezTo>
                <a:cubicBezTo>
                  <a:pt x="57445" y="366036"/>
                  <a:pt x="0" y="407946"/>
                  <a:pt x="5391" y="491766"/>
                </a:cubicBezTo>
                <a:cubicBezTo>
                  <a:pt x="8667" y="542801"/>
                  <a:pt x="40309" y="584882"/>
                  <a:pt x="116919" y="590883"/>
                </a:cubicBezTo>
                <a:cubicBezTo>
                  <a:pt x="209226" y="598122"/>
                  <a:pt x="367979" y="570833"/>
                  <a:pt x="626344" y="526180"/>
                </a:cubicBezTo>
                <a:cubicBezTo>
                  <a:pt x="1090879" y="445884"/>
                  <a:pt x="1251889" y="365521"/>
                  <a:pt x="1251889" y="204863"/>
                </a:cubicBezTo>
                <a:cubicBezTo>
                  <a:pt x="1251889" y="97459"/>
                  <a:pt x="1105690" y="21726"/>
                  <a:pt x="1040187" y="0"/>
                </a:cubicBezTo>
                <a:cubicBezTo>
                  <a:pt x="1079887" y="15840"/>
                  <a:pt x="1127188" y="43453"/>
                  <a:pt x="1122673" y="97459"/>
                </a:cubicBez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51460" y="4277640"/>
            <a:ext cx="1251883" cy="598120"/>
          </a:xfrm>
          <a:custGeom>
            <a:avLst/>
            <a:gdLst/>
            <a:ahLst/>
            <a:cxnLst/>
            <a:rect l="0" t="0" r="0" b="0"/>
            <a:pathLst>
              <a:path w="1251883" h="598120">
                <a:moveTo>
                  <a:pt x="575675" y="282424"/>
                </a:moveTo>
                <a:cubicBezTo>
                  <a:pt x="847018" y="232566"/>
                  <a:pt x="1115117" y="187745"/>
                  <a:pt x="1122668" y="97461"/>
                </a:cubicBezTo>
                <a:cubicBezTo>
                  <a:pt x="1127186" y="43453"/>
                  <a:pt x="1079887" y="15842"/>
                  <a:pt x="1040187" y="0"/>
                </a:cubicBezTo>
                <a:cubicBezTo>
                  <a:pt x="1105686" y="21726"/>
                  <a:pt x="1251883" y="97461"/>
                  <a:pt x="1251883" y="204867"/>
                </a:cubicBezTo>
                <a:cubicBezTo>
                  <a:pt x="1251883" y="365523"/>
                  <a:pt x="1090879" y="445888"/>
                  <a:pt x="626343" y="526180"/>
                </a:cubicBezTo>
                <a:cubicBezTo>
                  <a:pt x="367976" y="570836"/>
                  <a:pt x="209226" y="598120"/>
                  <a:pt x="116911" y="590883"/>
                </a:cubicBezTo>
                <a:cubicBezTo>
                  <a:pt x="40310" y="584878"/>
                  <a:pt x="8664" y="542799"/>
                  <a:pt x="5386" y="491766"/>
                </a:cubicBezTo>
                <a:cubicBezTo>
                  <a:pt x="0" y="407942"/>
                  <a:pt x="57446" y="366034"/>
                  <a:pt x="116911" y="352554"/>
                </a:cubicBezTo>
                <a:cubicBezTo>
                  <a:pt x="189419" y="336118"/>
                  <a:pt x="373765" y="319525"/>
                  <a:pt x="575675" y="28242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82172" y="4217895"/>
            <a:ext cx="1093593" cy="275701"/>
          </a:xfrm>
          <a:custGeom>
            <a:avLst/>
            <a:gdLst/>
            <a:ahLst/>
            <a:cxnLst/>
            <a:rect l="0" t="0" r="0" b="0"/>
            <a:pathLst>
              <a:path w="1093593" h="275701">
                <a:moveTo>
                  <a:pt x="266776" y="163610"/>
                </a:moveTo>
                <a:cubicBezTo>
                  <a:pt x="66446" y="133721"/>
                  <a:pt x="8601" y="81476"/>
                  <a:pt x="0" y="71732"/>
                </a:cubicBezTo>
                <a:cubicBezTo>
                  <a:pt x="17849" y="90649"/>
                  <a:pt x="45643" y="103603"/>
                  <a:pt x="85753" y="106727"/>
                </a:cubicBezTo>
                <a:cubicBezTo>
                  <a:pt x="178127" y="113928"/>
                  <a:pt x="336984" y="86782"/>
                  <a:pt x="595522" y="42357"/>
                </a:cubicBezTo>
                <a:cubicBezTo>
                  <a:pt x="676836" y="28384"/>
                  <a:pt x="748865" y="14401"/>
                  <a:pt x="812349" y="0"/>
                </a:cubicBezTo>
                <a:cubicBezTo>
                  <a:pt x="881491" y="20802"/>
                  <a:pt x="955748" y="33994"/>
                  <a:pt x="1022527" y="64874"/>
                </a:cubicBezTo>
                <a:cubicBezTo>
                  <a:pt x="1050978" y="78457"/>
                  <a:pt x="1093593" y="103755"/>
                  <a:pt x="1092384" y="152542"/>
                </a:cubicBezTo>
                <a:cubicBezTo>
                  <a:pt x="1090974" y="209445"/>
                  <a:pt x="996886" y="245306"/>
                  <a:pt x="876309" y="275701"/>
                </a:cubicBezTo>
                <a:cubicBezTo>
                  <a:pt x="873213" y="274615"/>
                  <a:pt x="860145" y="269405"/>
                  <a:pt x="857221" y="268328"/>
                </a:cubicBezTo>
                <a:cubicBezTo>
                  <a:pt x="783955" y="240772"/>
                  <a:pt x="525360" y="202196"/>
                  <a:pt x="266776" y="163610"/>
                </a:cubicBez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82172" y="4217895"/>
            <a:ext cx="1093594" cy="275703"/>
          </a:xfrm>
          <a:custGeom>
            <a:avLst/>
            <a:gdLst/>
            <a:ahLst/>
            <a:cxnLst/>
            <a:rect l="0" t="0" r="0" b="0"/>
            <a:pathLst>
              <a:path w="1093594" h="275703">
                <a:moveTo>
                  <a:pt x="266772" y="163611"/>
                </a:moveTo>
                <a:cubicBezTo>
                  <a:pt x="66443" y="133723"/>
                  <a:pt x="8600" y="81473"/>
                  <a:pt x="0" y="71735"/>
                </a:cubicBezTo>
                <a:cubicBezTo>
                  <a:pt x="17852" y="90650"/>
                  <a:pt x="45645" y="103604"/>
                  <a:pt x="85756" y="106730"/>
                </a:cubicBezTo>
                <a:cubicBezTo>
                  <a:pt x="178130" y="113929"/>
                  <a:pt x="336984" y="86785"/>
                  <a:pt x="595522" y="42356"/>
                </a:cubicBezTo>
                <a:cubicBezTo>
                  <a:pt x="676839" y="28382"/>
                  <a:pt x="748862" y="14405"/>
                  <a:pt x="812352" y="0"/>
                </a:cubicBezTo>
                <a:cubicBezTo>
                  <a:pt x="881486" y="20802"/>
                  <a:pt x="955746" y="33999"/>
                  <a:pt x="1022526" y="64874"/>
                </a:cubicBezTo>
                <a:cubicBezTo>
                  <a:pt x="1050981" y="78458"/>
                  <a:pt x="1093594" y="103755"/>
                  <a:pt x="1092383" y="152540"/>
                </a:cubicBezTo>
                <a:cubicBezTo>
                  <a:pt x="1090970" y="209448"/>
                  <a:pt x="996885" y="245303"/>
                  <a:pt x="876308" y="275703"/>
                </a:cubicBezTo>
                <a:cubicBezTo>
                  <a:pt x="873211" y="274617"/>
                  <a:pt x="860149" y="269408"/>
                  <a:pt x="857224" y="268331"/>
                </a:cubicBezTo>
                <a:cubicBezTo>
                  <a:pt x="783956" y="240773"/>
                  <a:pt x="525364" y="202192"/>
                  <a:pt x="266772" y="163611"/>
                </a:cubicBezTo>
                <a:close/>
                <a:moveTo>
                  <a:pt x="1022526" y="64874"/>
                </a:moveTo>
                <a:lnTo>
                  <a:pt x="1024885" y="65965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51457" y="3734473"/>
            <a:ext cx="1251889" cy="598122"/>
          </a:xfrm>
          <a:custGeom>
            <a:avLst/>
            <a:gdLst/>
            <a:ahLst/>
            <a:cxnLst/>
            <a:rect l="0" t="0" r="0" b="0"/>
            <a:pathLst>
              <a:path w="1251889" h="598122">
                <a:moveTo>
                  <a:pt x="1122673" y="97459"/>
                </a:moveTo>
                <a:cubicBezTo>
                  <a:pt x="1115120" y="187747"/>
                  <a:pt x="847020" y="232562"/>
                  <a:pt x="575681" y="282425"/>
                </a:cubicBezTo>
                <a:cubicBezTo>
                  <a:pt x="373770" y="319525"/>
                  <a:pt x="189423" y="336118"/>
                  <a:pt x="116919" y="352558"/>
                </a:cubicBezTo>
                <a:cubicBezTo>
                  <a:pt x="57445" y="366036"/>
                  <a:pt x="0" y="407946"/>
                  <a:pt x="5391" y="491766"/>
                </a:cubicBezTo>
                <a:cubicBezTo>
                  <a:pt x="8667" y="542801"/>
                  <a:pt x="40309" y="584882"/>
                  <a:pt x="116919" y="590883"/>
                </a:cubicBezTo>
                <a:cubicBezTo>
                  <a:pt x="209226" y="598122"/>
                  <a:pt x="367979" y="570833"/>
                  <a:pt x="626344" y="526180"/>
                </a:cubicBezTo>
                <a:cubicBezTo>
                  <a:pt x="1090879" y="445884"/>
                  <a:pt x="1251889" y="365521"/>
                  <a:pt x="1251889" y="204863"/>
                </a:cubicBezTo>
                <a:cubicBezTo>
                  <a:pt x="1251889" y="97459"/>
                  <a:pt x="1105690" y="21726"/>
                  <a:pt x="1040187" y="0"/>
                </a:cubicBezTo>
                <a:cubicBezTo>
                  <a:pt x="1079887" y="15840"/>
                  <a:pt x="1127188" y="43453"/>
                  <a:pt x="1122673" y="97459"/>
                </a:cubicBezTo>
              </a:path>
            </a:pathLst>
          </a:custGeom>
          <a:solidFill>
            <a:srgbClr val="E9F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1460" y="3734473"/>
            <a:ext cx="1251883" cy="598120"/>
          </a:xfrm>
          <a:custGeom>
            <a:avLst/>
            <a:gdLst/>
            <a:ahLst/>
            <a:cxnLst/>
            <a:rect l="0" t="0" r="0" b="0"/>
            <a:pathLst>
              <a:path w="1251883" h="598120">
                <a:moveTo>
                  <a:pt x="575675" y="282424"/>
                </a:moveTo>
                <a:cubicBezTo>
                  <a:pt x="847018" y="232566"/>
                  <a:pt x="1115117" y="187745"/>
                  <a:pt x="1122668" y="97461"/>
                </a:cubicBezTo>
                <a:cubicBezTo>
                  <a:pt x="1127186" y="43453"/>
                  <a:pt x="1079887" y="15842"/>
                  <a:pt x="1040187" y="0"/>
                </a:cubicBezTo>
                <a:cubicBezTo>
                  <a:pt x="1105686" y="21726"/>
                  <a:pt x="1251883" y="97461"/>
                  <a:pt x="1251883" y="204867"/>
                </a:cubicBezTo>
                <a:cubicBezTo>
                  <a:pt x="1251883" y="365523"/>
                  <a:pt x="1090879" y="445888"/>
                  <a:pt x="626343" y="526180"/>
                </a:cubicBezTo>
                <a:cubicBezTo>
                  <a:pt x="367976" y="570836"/>
                  <a:pt x="209226" y="598120"/>
                  <a:pt x="116911" y="590883"/>
                </a:cubicBezTo>
                <a:cubicBezTo>
                  <a:pt x="40310" y="584878"/>
                  <a:pt x="8664" y="542799"/>
                  <a:pt x="5386" y="491766"/>
                </a:cubicBezTo>
                <a:cubicBezTo>
                  <a:pt x="0" y="407942"/>
                  <a:pt x="57446" y="366034"/>
                  <a:pt x="116911" y="352554"/>
                </a:cubicBezTo>
                <a:cubicBezTo>
                  <a:pt x="189419" y="336118"/>
                  <a:pt x="373765" y="319525"/>
                  <a:pt x="575675" y="28242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82172" y="3674728"/>
            <a:ext cx="1093593" cy="275701"/>
          </a:xfrm>
          <a:custGeom>
            <a:avLst/>
            <a:gdLst/>
            <a:ahLst/>
            <a:cxnLst/>
            <a:rect l="0" t="0" r="0" b="0"/>
            <a:pathLst>
              <a:path w="1093593" h="275701">
                <a:moveTo>
                  <a:pt x="266776" y="163610"/>
                </a:moveTo>
                <a:cubicBezTo>
                  <a:pt x="66446" y="133721"/>
                  <a:pt x="8601" y="81476"/>
                  <a:pt x="0" y="71732"/>
                </a:cubicBezTo>
                <a:cubicBezTo>
                  <a:pt x="17849" y="90649"/>
                  <a:pt x="45643" y="103603"/>
                  <a:pt x="85753" y="106727"/>
                </a:cubicBezTo>
                <a:cubicBezTo>
                  <a:pt x="178127" y="113928"/>
                  <a:pt x="336984" y="86782"/>
                  <a:pt x="595522" y="42357"/>
                </a:cubicBezTo>
                <a:cubicBezTo>
                  <a:pt x="676836" y="28384"/>
                  <a:pt x="748865" y="14401"/>
                  <a:pt x="812349" y="0"/>
                </a:cubicBezTo>
                <a:cubicBezTo>
                  <a:pt x="881491" y="20802"/>
                  <a:pt x="955748" y="33994"/>
                  <a:pt x="1022527" y="64874"/>
                </a:cubicBezTo>
                <a:cubicBezTo>
                  <a:pt x="1050978" y="78457"/>
                  <a:pt x="1093593" y="103755"/>
                  <a:pt x="1092384" y="152542"/>
                </a:cubicBezTo>
                <a:cubicBezTo>
                  <a:pt x="1090974" y="209445"/>
                  <a:pt x="996886" y="245306"/>
                  <a:pt x="876309" y="275701"/>
                </a:cubicBezTo>
                <a:cubicBezTo>
                  <a:pt x="873213" y="274615"/>
                  <a:pt x="860145" y="269405"/>
                  <a:pt x="857221" y="268328"/>
                </a:cubicBezTo>
                <a:cubicBezTo>
                  <a:pt x="783955" y="240772"/>
                  <a:pt x="525360" y="202196"/>
                  <a:pt x="266776" y="163610"/>
                </a:cubicBezTo>
              </a:path>
            </a:pathLst>
          </a:custGeom>
          <a:solidFill>
            <a:srgbClr val="E9F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82172" y="3674728"/>
            <a:ext cx="1093594" cy="275703"/>
          </a:xfrm>
          <a:custGeom>
            <a:avLst/>
            <a:gdLst/>
            <a:ahLst/>
            <a:cxnLst/>
            <a:rect l="0" t="0" r="0" b="0"/>
            <a:pathLst>
              <a:path w="1093594" h="275703">
                <a:moveTo>
                  <a:pt x="266772" y="163611"/>
                </a:moveTo>
                <a:cubicBezTo>
                  <a:pt x="66443" y="133723"/>
                  <a:pt x="8600" y="81473"/>
                  <a:pt x="0" y="71735"/>
                </a:cubicBezTo>
                <a:cubicBezTo>
                  <a:pt x="17852" y="90650"/>
                  <a:pt x="45645" y="103604"/>
                  <a:pt x="85756" y="106730"/>
                </a:cubicBezTo>
                <a:cubicBezTo>
                  <a:pt x="178130" y="113929"/>
                  <a:pt x="336984" y="86785"/>
                  <a:pt x="595522" y="42356"/>
                </a:cubicBezTo>
                <a:cubicBezTo>
                  <a:pt x="676839" y="28382"/>
                  <a:pt x="748862" y="14405"/>
                  <a:pt x="812352" y="0"/>
                </a:cubicBezTo>
                <a:cubicBezTo>
                  <a:pt x="881486" y="20802"/>
                  <a:pt x="955746" y="33999"/>
                  <a:pt x="1022526" y="64874"/>
                </a:cubicBezTo>
                <a:cubicBezTo>
                  <a:pt x="1050981" y="78458"/>
                  <a:pt x="1093594" y="103755"/>
                  <a:pt x="1092383" y="152540"/>
                </a:cubicBezTo>
                <a:cubicBezTo>
                  <a:pt x="1090970" y="209448"/>
                  <a:pt x="996885" y="245303"/>
                  <a:pt x="876308" y="275703"/>
                </a:cubicBezTo>
                <a:cubicBezTo>
                  <a:pt x="873211" y="274617"/>
                  <a:pt x="860149" y="269408"/>
                  <a:pt x="857224" y="268331"/>
                </a:cubicBezTo>
                <a:cubicBezTo>
                  <a:pt x="783956" y="240773"/>
                  <a:pt x="525364" y="202192"/>
                  <a:pt x="266772" y="163611"/>
                </a:cubicBezTo>
                <a:close/>
                <a:moveTo>
                  <a:pt x="1022526" y="64874"/>
                </a:moveTo>
                <a:lnTo>
                  <a:pt x="1024885" y="65965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51457" y="3191316"/>
            <a:ext cx="1251889" cy="598122"/>
          </a:xfrm>
          <a:custGeom>
            <a:avLst/>
            <a:gdLst/>
            <a:ahLst/>
            <a:cxnLst/>
            <a:rect l="0" t="0" r="0" b="0"/>
            <a:pathLst>
              <a:path w="1251889" h="598122">
                <a:moveTo>
                  <a:pt x="1122673" y="97459"/>
                </a:moveTo>
                <a:cubicBezTo>
                  <a:pt x="1115120" y="187747"/>
                  <a:pt x="847020" y="232562"/>
                  <a:pt x="575681" y="282425"/>
                </a:cubicBezTo>
                <a:cubicBezTo>
                  <a:pt x="373770" y="319525"/>
                  <a:pt x="189423" y="336118"/>
                  <a:pt x="116919" y="352558"/>
                </a:cubicBezTo>
                <a:cubicBezTo>
                  <a:pt x="57445" y="366036"/>
                  <a:pt x="0" y="407946"/>
                  <a:pt x="5391" y="491766"/>
                </a:cubicBezTo>
                <a:cubicBezTo>
                  <a:pt x="8667" y="542801"/>
                  <a:pt x="40309" y="584882"/>
                  <a:pt x="116919" y="590883"/>
                </a:cubicBezTo>
                <a:cubicBezTo>
                  <a:pt x="209226" y="598122"/>
                  <a:pt x="367979" y="570833"/>
                  <a:pt x="626344" y="526180"/>
                </a:cubicBezTo>
                <a:cubicBezTo>
                  <a:pt x="1090879" y="445884"/>
                  <a:pt x="1251889" y="365521"/>
                  <a:pt x="1251889" y="204863"/>
                </a:cubicBezTo>
                <a:cubicBezTo>
                  <a:pt x="1251889" y="97459"/>
                  <a:pt x="1105690" y="21726"/>
                  <a:pt x="1040187" y="0"/>
                </a:cubicBezTo>
                <a:cubicBezTo>
                  <a:pt x="1079887" y="15840"/>
                  <a:pt x="1127188" y="43453"/>
                  <a:pt x="1122673" y="97459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51460" y="3191316"/>
            <a:ext cx="1251883" cy="598120"/>
          </a:xfrm>
          <a:custGeom>
            <a:avLst/>
            <a:gdLst/>
            <a:ahLst/>
            <a:cxnLst/>
            <a:rect l="0" t="0" r="0" b="0"/>
            <a:pathLst>
              <a:path w="1251883" h="598120">
                <a:moveTo>
                  <a:pt x="575675" y="282424"/>
                </a:moveTo>
                <a:cubicBezTo>
                  <a:pt x="847018" y="232566"/>
                  <a:pt x="1115117" y="187745"/>
                  <a:pt x="1122668" y="97461"/>
                </a:cubicBezTo>
                <a:cubicBezTo>
                  <a:pt x="1127186" y="43453"/>
                  <a:pt x="1079887" y="15842"/>
                  <a:pt x="1040187" y="0"/>
                </a:cubicBezTo>
                <a:cubicBezTo>
                  <a:pt x="1105686" y="21726"/>
                  <a:pt x="1251883" y="97461"/>
                  <a:pt x="1251883" y="204867"/>
                </a:cubicBezTo>
                <a:cubicBezTo>
                  <a:pt x="1251883" y="365523"/>
                  <a:pt x="1090879" y="445888"/>
                  <a:pt x="626343" y="526180"/>
                </a:cubicBezTo>
                <a:cubicBezTo>
                  <a:pt x="367976" y="570836"/>
                  <a:pt x="209226" y="598120"/>
                  <a:pt x="116911" y="590883"/>
                </a:cubicBezTo>
                <a:cubicBezTo>
                  <a:pt x="40310" y="584878"/>
                  <a:pt x="8664" y="542799"/>
                  <a:pt x="5386" y="491766"/>
                </a:cubicBezTo>
                <a:cubicBezTo>
                  <a:pt x="0" y="407942"/>
                  <a:pt x="57446" y="366034"/>
                  <a:pt x="116911" y="352554"/>
                </a:cubicBezTo>
                <a:cubicBezTo>
                  <a:pt x="189419" y="336118"/>
                  <a:pt x="373765" y="319525"/>
                  <a:pt x="575675" y="28242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82172" y="3131561"/>
            <a:ext cx="1093593" cy="275701"/>
          </a:xfrm>
          <a:custGeom>
            <a:avLst/>
            <a:gdLst/>
            <a:ahLst/>
            <a:cxnLst/>
            <a:rect l="0" t="0" r="0" b="0"/>
            <a:pathLst>
              <a:path w="1093593" h="275701">
                <a:moveTo>
                  <a:pt x="266776" y="163610"/>
                </a:moveTo>
                <a:cubicBezTo>
                  <a:pt x="66446" y="133721"/>
                  <a:pt x="8601" y="81476"/>
                  <a:pt x="0" y="71732"/>
                </a:cubicBezTo>
                <a:cubicBezTo>
                  <a:pt x="17849" y="90649"/>
                  <a:pt x="45643" y="103603"/>
                  <a:pt x="85753" y="106727"/>
                </a:cubicBezTo>
                <a:cubicBezTo>
                  <a:pt x="178127" y="113928"/>
                  <a:pt x="336984" y="86782"/>
                  <a:pt x="595522" y="42357"/>
                </a:cubicBezTo>
                <a:cubicBezTo>
                  <a:pt x="676836" y="28384"/>
                  <a:pt x="748865" y="14401"/>
                  <a:pt x="812349" y="0"/>
                </a:cubicBezTo>
                <a:cubicBezTo>
                  <a:pt x="881491" y="20802"/>
                  <a:pt x="955748" y="33994"/>
                  <a:pt x="1022527" y="64874"/>
                </a:cubicBezTo>
                <a:cubicBezTo>
                  <a:pt x="1050978" y="78457"/>
                  <a:pt x="1093593" y="103755"/>
                  <a:pt x="1092384" y="152542"/>
                </a:cubicBezTo>
                <a:cubicBezTo>
                  <a:pt x="1090974" y="209445"/>
                  <a:pt x="996886" y="245306"/>
                  <a:pt x="876309" y="275701"/>
                </a:cubicBezTo>
                <a:cubicBezTo>
                  <a:pt x="873213" y="274615"/>
                  <a:pt x="860145" y="269405"/>
                  <a:pt x="857221" y="268328"/>
                </a:cubicBezTo>
                <a:cubicBezTo>
                  <a:pt x="783955" y="240772"/>
                  <a:pt x="525360" y="202196"/>
                  <a:pt x="266776" y="163610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82172" y="3131561"/>
            <a:ext cx="1093594" cy="275703"/>
          </a:xfrm>
          <a:custGeom>
            <a:avLst/>
            <a:gdLst/>
            <a:ahLst/>
            <a:cxnLst/>
            <a:rect l="0" t="0" r="0" b="0"/>
            <a:pathLst>
              <a:path w="1093594" h="275703">
                <a:moveTo>
                  <a:pt x="266772" y="163611"/>
                </a:moveTo>
                <a:cubicBezTo>
                  <a:pt x="66443" y="133723"/>
                  <a:pt x="8600" y="81473"/>
                  <a:pt x="0" y="71735"/>
                </a:cubicBezTo>
                <a:cubicBezTo>
                  <a:pt x="17852" y="90650"/>
                  <a:pt x="45645" y="103604"/>
                  <a:pt x="85756" y="106730"/>
                </a:cubicBezTo>
                <a:cubicBezTo>
                  <a:pt x="178130" y="113929"/>
                  <a:pt x="336984" y="86785"/>
                  <a:pt x="595522" y="42356"/>
                </a:cubicBezTo>
                <a:cubicBezTo>
                  <a:pt x="676839" y="28382"/>
                  <a:pt x="748862" y="14405"/>
                  <a:pt x="812352" y="0"/>
                </a:cubicBezTo>
                <a:cubicBezTo>
                  <a:pt x="881486" y="20802"/>
                  <a:pt x="955746" y="33999"/>
                  <a:pt x="1022526" y="64874"/>
                </a:cubicBezTo>
                <a:cubicBezTo>
                  <a:pt x="1050981" y="78458"/>
                  <a:pt x="1093594" y="103755"/>
                  <a:pt x="1092383" y="152540"/>
                </a:cubicBezTo>
                <a:cubicBezTo>
                  <a:pt x="1090970" y="209448"/>
                  <a:pt x="996885" y="245303"/>
                  <a:pt x="876308" y="275703"/>
                </a:cubicBezTo>
                <a:cubicBezTo>
                  <a:pt x="873211" y="274617"/>
                  <a:pt x="860149" y="269408"/>
                  <a:pt x="857224" y="268331"/>
                </a:cubicBezTo>
                <a:cubicBezTo>
                  <a:pt x="783956" y="240773"/>
                  <a:pt x="525364" y="202192"/>
                  <a:pt x="266772" y="163611"/>
                </a:cubicBezTo>
                <a:close/>
                <a:moveTo>
                  <a:pt x="1022526" y="64874"/>
                </a:moveTo>
                <a:lnTo>
                  <a:pt x="1024885" y="65965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51457" y="2648158"/>
            <a:ext cx="1251889" cy="598122"/>
          </a:xfrm>
          <a:custGeom>
            <a:avLst/>
            <a:gdLst/>
            <a:ahLst/>
            <a:cxnLst/>
            <a:rect l="0" t="0" r="0" b="0"/>
            <a:pathLst>
              <a:path w="1251889" h="598122">
                <a:moveTo>
                  <a:pt x="1122673" y="97459"/>
                </a:moveTo>
                <a:cubicBezTo>
                  <a:pt x="1115120" y="187747"/>
                  <a:pt x="847020" y="232562"/>
                  <a:pt x="575681" y="282425"/>
                </a:cubicBezTo>
                <a:cubicBezTo>
                  <a:pt x="373770" y="319525"/>
                  <a:pt x="189423" y="336118"/>
                  <a:pt x="116919" y="352558"/>
                </a:cubicBezTo>
                <a:cubicBezTo>
                  <a:pt x="57445" y="366036"/>
                  <a:pt x="0" y="407946"/>
                  <a:pt x="5391" y="491766"/>
                </a:cubicBezTo>
                <a:cubicBezTo>
                  <a:pt x="8667" y="542801"/>
                  <a:pt x="40309" y="584882"/>
                  <a:pt x="116919" y="590883"/>
                </a:cubicBezTo>
                <a:cubicBezTo>
                  <a:pt x="209226" y="598122"/>
                  <a:pt x="367979" y="570833"/>
                  <a:pt x="626344" y="526180"/>
                </a:cubicBezTo>
                <a:cubicBezTo>
                  <a:pt x="1090879" y="445884"/>
                  <a:pt x="1251889" y="365521"/>
                  <a:pt x="1251889" y="204863"/>
                </a:cubicBezTo>
                <a:cubicBezTo>
                  <a:pt x="1251889" y="97459"/>
                  <a:pt x="1105690" y="21726"/>
                  <a:pt x="1040187" y="0"/>
                </a:cubicBezTo>
                <a:cubicBezTo>
                  <a:pt x="1079887" y="15840"/>
                  <a:pt x="1127188" y="43453"/>
                  <a:pt x="1122673" y="97459"/>
                </a:cubicBez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51460" y="2648158"/>
            <a:ext cx="1251883" cy="598120"/>
          </a:xfrm>
          <a:custGeom>
            <a:avLst/>
            <a:gdLst/>
            <a:ahLst/>
            <a:cxnLst/>
            <a:rect l="0" t="0" r="0" b="0"/>
            <a:pathLst>
              <a:path w="1251883" h="598120">
                <a:moveTo>
                  <a:pt x="575675" y="282424"/>
                </a:moveTo>
                <a:cubicBezTo>
                  <a:pt x="847018" y="232566"/>
                  <a:pt x="1115117" y="187745"/>
                  <a:pt x="1122668" y="97461"/>
                </a:cubicBezTo>
                <a:cubicBezTo>
                  <a:pt x="1127186" y="43453"/>
                  <a:pt x="1079887" y="15842"/>
                  <a:pt x="1040187" y="0"/>
                </a:cubicBezTo>
                <a:cubicBezTo>
                  <a:pt x="1105686" y="21726"/>
                  <a:pt x="1251883" y="97461"/>
                  <a:pt x="1251883" y="204867"/>
                </a:cubicBezTo>
                <a:cubicBezTo>
                  <a:pt x="1251883" y="365523"/>
                  <a:pt x="1090879" y="445888"/>
                  <a:pt x="626343" y="526180"/>
                </a:cubicBezTo>
                <a:cubicBezTo>
                  <a:pt x="367976" y="570836"/>
                  <a:pt x="209226" y="598120"/>
                  <a:pt x="116911" y="590883"/>
                </a:cubicBezTo>
                <a:cubicBezTo>
                  <a:pt x="40310" y="584878"/>
                  <a:pt x="8664" y="542799"/>
                  <a:pt x="5386" y="491766"/>
                </a:cubicBezTo>
                <a:cubicBezTo>
                  <a:pt x="0" y="407942"/>
                  <a:pt x="57446" y="366034"/>
                  <a:pt x="116911" y="352554"/>
                </a:cubicBezTo>
                <a:cubicBezTo>
                  <a:pt x="189419" y="336118"/>
                  <a:pt x="373765" y="319525"/>
                  <a:pt x="575675" y="28242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56847" y="2464384"/>
            <a:ext cx="1118920" cy="399735"/>
          </a:xfrm>
          <a:custGeom>
            <a:avLst/>
            <a:gdLst/>
            <a:ahLst/>
            <a:cxnLst/>
            <a:rect l="0" t="0" r="0" b="0"/>
            <a:pathLst>
              <a:path w="1118920" h="399735">
                <a:moveTo>
                  <a:pt x="111271" y="7239"/>
                </a:moveTo>
                <a:cubicBezTo>
                  <a:pt x="203587" y="0"/>
                  <a:pt x="362588" y="23021"/>
                  <a:pt x="620953" y="67675"/>
                </a:cubicBezTo>
                <a:cubicBezTo>
                  <a:pt x="762028" y="92059"/>
                  <a:pt x="916190" y="128035"/>
                  <a:pt x="1047854" y="188899"/>
                </a:cubicBezTo>
                <a:cubicBezTo>
                  <a:pt x="1076305" y="202482"/>
                  <a:pt x="1118920" y="227780"/>
                  <a:pt x="1117711" y="276567"/>
                </a:cubicBezTo>
                <a:cubicBezTo>
                  <a:pt x="1116291" y="333479"/>
                  <a:pt x="1022213" y="369331"/>
                  <a:pt x="901636" y="399735"/>
                </a:cubicBezTo>
                <a:cubicBezTo>
                  <a:pt x="898540" y="398649"/>
                  <a:pt x="885472" y="393439"/>
                  <a:pt x="882548" y="392363"/>
                </a:cubicBezTo>
                <a:cubicBezTo>
                  <a:pt x="656043" y="307162"/>
                  <a:pt x="395839" y="284483"/>
                  <a:pt x="154657" y="245992"/>
                </a:cubicBezTo>
                <a:cubicBezTo>
                  <a:pt x="140627" y="251326"/>
                  <a:pt x="113728" y="253260"/>
                  <a:pt x="97355" y="251326"/>
                </a:cubicBezTo>
                <a:cubicBezTo>
                  <a:pt x="56483" y="240868"/>
                  <a:pt x="0" y="209502"/>
                  <a:pt x="0" y="124501"/>
                </a:cubicBezTo>
                <a:cubicBezTo>
                  <a:pt x="0" y="80400"/>
                  <a:pt x="34671" y="13239"/>
                  <a:pt x="111271" y="7239"/>
                </a:cubicBez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56847" y="2464385"/>
            <a:ext cx="1118918" cy="399730"/>
          </a:xfrm>
          <a:custGeom>
            <a:avLst/>
            <a:gdLst/>
            <a:ahLst/>
            <a:cxnLst/>
            <a:rect l="0" t="0" r="0" b="0"/>
            <a:pathLst>
              <a:path w="1118918" h="399730">
                <a:moveTo>
                  <a:pt x="1047852" y="188902"/>
                </a:moveTo>
                <a:cubicBezTo>
                  <a:pt x="1076307" y="202485"/>
                  <a:pt x="1118918" y="227783"/>
                  <a:pt x="1117707" y="276568"/>
                </a:cubicBezTo>
                <a:cubicBezTo>
                  <a:pt x="1116294" y="333475"/>
                  <a:pt x="1022210" y="369331"/>
                  <a:pt x="901634" y="399730"/>
                </a:cubicBezTo>
                <a:cubicBezTo>
                  <a:pt x="898537" y="398645"/>
                  <a:pt x="885475" y="393436"/>
                  <a:pt x="882549" y="392359"/>
                </a:cubicBezTo>
                <a:cubicBezTo>
                  <a:pt x="656040" y="307163"/>
                  <a:pt x="395844" y="284481"/>
                  <a:pt x="154655" y="245992"/>
                </a:cubicBezTo>
                <a:cubicBezTo>
                  <a:pt x="140623" y="251324"/>
                  <a:pt x="113731" y="253258"/>
                  <a:pt x="97355" y="251324"/>
                </a:cubicBezTo>
                <a:cubicBezTo>
                  <a:pt x="56484" y="240870"/>
                  <a:pt x="0" y="209503"/>
                  <a:pt x="0" y="124496"/>
                </a:cubicBezTo>
                <a:cubicBezTo>
                  <a:pt x="0" y="80401"/>
                  <a:pt x="34671" y="13241"/>
                  <a:pt x="111273" y="7237"/>
                </a:cubicBezTo>
                <a:cubicBezTo>
                  <a:pt x="203587" y="0"/>
                  <a:pt x="362588" y="23020"/>
                  <a:pt x="620955" y="67677"/>
                </a:cubicBezTo>
                <a:cubicBezTo>
                  <a:pt x="762028" y="92060"/>
                  <a:pt x="916192" y="128031"/>
                  <a:pt x="1047852" y="188902"/>
                </a:cubicBezTo>
                <a:close/>
                <a:moveTo>
                  <a:pt x="1047852" y="188902"/>
                </a:moveTo>
                <a:lnTo>
                  <a:pt x="1050210" y="189992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56479" y="2472011"/>
            <a:ext cx="234067" cy="244716"/>
          </a:xfrm>
          <a:custGeom>
            <a:avLst/>
            <a:gdLst/>
            <a:ahLst/>
            <a:cxnLst/>
            <a:rect l="0" t="0" r="0" b="0"/>
            <a:pathLst>
              <a:path w="234067" h="244716">
                <a:moveTo>
                  <a:pt x="19" y="122358"/>
                </a:moveTo>
                <a:cubicBezTo>
                  <a:pt x="0" y="189928"/>
                  <a:pt x="52397" y="244716"/>
                  <a:pt x="117033" y="244716"/>
                </a:cubicBezTo>
                <a:cubicBezTo>
                  <a:pt x="181670" y="244716"/>
                  <a:pt x="234067" y="189928"/>
                  <a:pt x="234048" y="122358"/>
                </a:cubicBezTo>
                <a:cubicBezTo>
                  <a:pt x="234067" y="54787"/>
                  <a:pt x="181670" y="0"/>
                  <a:pt x="117033" y="0"/>
                </a:cubicBezTo>
                <a:cubicBezTo>
                  <a:pt x="52397" y="0"/>
                  <a:pt x="0" y="54787"/>
                  <a:pt x="19" y="122358"/>
                </a:cubicBez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56481" y="2472011"/>
            <a:ext cx="234061" cy="244717"/>
          </a:xfrm>
          <a:custGeom>
            <a:avLst/>
            <a:gdLst/>
            <a:ahLst/>
            <a:cxnLst/>
            <a:rect l="0" t="0" r="0" b="0"/>
            <a:pathLst>
              <a:path w="234061" h="244717">
                <a:moveTo>
                  <a:pt x="17" y="122358"/>
                </a:moveTo>
                <a:cubicBezTo>
                  <a:pt x="0" y="189930"/>
                  <a:pt x="52393" y="244717"/>
                  <a:pt x="117030" y="244717"/>
                </a:cubicBezTo>
                <a:cubicBezTo>
                  <a:pt x="181667" y="244717"/>
                  <a:pt x="234061" y="189930"/>
                  <a:pt x="234044" y="122358"/>
                </a:cubicBezTo>
                <a:cubicBezTo>
                  <a:pt x="234061" y="54787"/>
                  <a:pt x="181667" y="0"/>
                  <a:pt x="117030" y="0"/>
                </a:cubicBezTo>
                <a:cubicBezTo>
                  <a:pt x="52393" y="0"/>
                  <a:pt x="0" y="54787"/>
                  <a:pt x="17" y="122358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89399" y="1965484"/>
            <a:ext cx="3449240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Secuencia de Flujo de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2945" y="2732246"/>
            <a:ext cx="2575169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Shantell Sans"/>
              </a:rPr>
              <a:t>El cliente inicia una petición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2945" y="3303746"/>
            <a:ext cx="2514380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Shantell Sans"/>
              </a:rPr>
              <a:t>Supabase valida la petición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2945" y="3875246"/>
            <a:ext cx="2198865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Shantell Sans"/>
              </a:rPr>
              <a:t>Supabase ejecuta lógica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2945" y="4332446"/>
            <a:ext cx="2959598" cy="560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Shantell Sans"/>
              </a:rPr>
              <a:t>Los resultados se reflejan en la
interfaz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63839" y="2648902"/>
            <a:ext cx="328612" cy="328612"/>
          </a:xfrm>
          <a:custGeom>
            <a:avLst/>
            <a:gdLst/>
            <a:ahLst/>
            <a:cxnLst/>
            <a:rect l="0" t="0" r="0" b="0"/>
            <a:pathLst>
              <a:path w="328612" h="328612">
                <a:moveTo>
                  <a:pt x="57150" y="114300"/>
                </a:moveTo>
                <a:lnTo>
                  <a:pt x="57150" y="82153"/>
                </a:lnTo>
                <a:cubicBezTo>
                  <a:pt x="57146" y="67934"/>
                  <a:pt x="62795" y="54298"/>
                  <a:pt x="72853" y="44248"/>
                </a:cubicBezTo>
                <a:cubicBezTo>
                  <a:pt x="82911" y="34198"/>
                  <a:pt x="96552" y="28559"/>
                  <a:pt x="110770" y="28575"/>
                </a:cubicBezTo>
                <a:lnTo>
                  <a:pt x="135731" y="28575"/>
                </a:lnTo>
                <a:moveTo>
                  <a:pt x="85767" y="85725"/>
                </a:moveTo>
                <a:lnTo>
                  <a:pt x="57192" y="114300"/>
                </a:lnTo>
                <a:lnTo>
                  <a:pt x="28617" y="85725"/>
                </a:lnTo>
                <a:moveTo>
                  <a:pt x="114342" y="7143"/>
                </a:moveTo>
                <a:lnTo>
                  <a:pt x="135774" y="28575"/>
                </a:lnTo>
                <a:lnTo>
                  <a:pt x="114342" y="50006"/>
                </a:lnTo>
                <a:moveTo>
                  <a:pt x="328612" y="28575"/>
                </a:moveTo>
                <a:cubicBezTo>
                  <a:pt x="328612" y="44356"/>
                  <a:pt x="315819" y="57150"/>
                  <a:pt x="300037" y="57150"/>
                </a:cubicBezTo>
                <a:lnTo>
                  <a:pt x="228600" y="57150"/>
                </a:lnTo>
                <a:cubicBezTo>
                  <a:pt x="212818" y="57150"/>
                  <a:pt x="200025" y="44356"/>
                  <a:pt x="200025" y="28575"/>
                </a:cubicBezTo>
                <a:cubicBezTo>
                  <a:pt x="200025" y="12793"/>
                  <a:pt x="212818" y="0"/>
                  <a:pt x="228600" y="0"/>
                </a:cubicBezTo>
                <a:lnTo>
                  <a:pt x="300037" y="0"/>
                </a:lnTo>
                <a:cubicBezTo>
                  <a:pt x="315819" y="0"/>
                  <a:pt x="328612" y="12793"/>
                  <a:pt x="328612" y="28575"/>
                </a:cubicBezTo>
                <a:close/>
                <a:moveTo>
                  <a:pt x="239315" y="25003"/>
                </a:moveTo>
                <a:cubicBezTo>
                  <a:pt x="237342" y="25003"/>
                  <a:pt x="235743" y="26602"/>
                  <a:pt x="235743" y="28575"/>
                </a:cubicBezTo>
                <a:cubicBezTo>
                  <a:pt x="235743" y="30547"/>
                  <a:pt x="237342" y="32146"/>
                  <a:pt x="239315" y="32146"/>
                </a:cubicBezTo>
                <a:cubicBezTo>
                  <a:pt x="241288" y="32146"/>
                  <a:pt x="242887" y="30547"/>
                  <a:pt x="242887" y="28575"/>
                </a:cubicBezTo>
                <a:cubicBezTo>
                  <a:pt x="242887" y="26602"/>
                  <a:pt x="241288" y="25003"/>
                  <a:pt x="239315" y="25003"/>
                </a:cubicBezTo>
                <a:lnTo>
                  <a:pt x="239315" y="25003"/>
                </a:lnTo>
                <a:moveTo>
                  <a:pt x="328612" y="85725"/>
                </a:moveTo>
                <a:cubicBezTo>
                  <a:pt x="328612" y="101506"/>
                  <a:pt x="315819" y="114300"/>
                  <a:pt x="300037" y="114300"/>
                </a:cubicBezTo>
                <a:lnTo>
                  <a:pt x="228600" y="114300"/>
                </a:lnTo>
                <a:cubicBezTo>
                  <a:pt x="212818" y="114300"/>
                  <a:pt x="200025" y="101506"/>
                  <a:pt x="200025" y="85725"/>
                </a:cubicBezTo>
                <a:cubicBezTo>
                  <a:pt x="200025" y="69943"/>
                  <a:pt x="212818" y="57150"/>
                  <a:pt x="228600" y="57150"/>
                </a:cubicBezTo>
                <a:lnTo>
                  <a:pt x="300037" y="57150"/>
                </a:lnTo>
                <a:cubicBezTo>
                  <a:pt x="315819" y="57150"/>
                  <a:pt x="328612" y="69943"/>
                  <a:pt x="328612" y="85725"/>
                </a:cubicBezTo>
                <a:close/>
                <a:moveTo>
                  <a:pt x="239315" y="82153"/>
                </a:moveTo>
                <a:cubicBezTo>
                  <a:pt x="237342" y="82153"/>
                  <a:pt x="235743" y="83752"/>
                  <a:pt x="235743" y="85725"/>
                </a:cubicBezTo>
                <a:cubicBezTo>
                  <a:pt x="235743" y="87697"/>
                  <a:pt x="237342" y="89296"/>
                  <a:pt x="239315" y="89296"/>
                </a:cubicBezTo>
                <a:cubicBezTo>
                  <a:pt x="241288" y="89296"/>
                  <a:pt x="242887" y="87697"/>
                  <a:pt x="242887" y="85725"/>
                </a:cubicBezTo>
                <a:cubicBezTo>
                  <a:pt x="242887" y="83752"/>
                  <a:pt x="241288" y="82153"/>
                  <a:pt x="239315" y="82153"/>
                </a:cubicBezTo>
                <a:lnTo>
                  <a:pt x="239315" y="82153"/>
                </a:lnTo>
                <a:moveTo>
                  <a:pt x="328612" y="142875"/>
                </a:moveTo>
                <a:cubicBezTo>
                  <a:pt x="328612" y="158656"/>
                  <a:pt x="315819" y="171450"/>
                  <a:pt x="300037" y="171450"/>
                </a:cubicBezTo>
                <a:lnTo>
                  <a:pt x="228600" y="171450"/>
                </a:lnTo>
                <a:cubicBezTo>
                  <a:pt x="212818" y="171450"/>
                  <a:pt x="200025" y="158656"/>
                  <a:pt x="200025" y="142875"/>
                </a:cubicBezTo>
                <a:cubicBezTo>
                  <a:pt x="200025" y="127093"/>
                  <a:pt x="212818" y="114300"/>
                  <a:pt x="228600" y="114300"/>
                </a:cubicBezTo>
                <a:lnTo>
                  <a:pt x="300037" y="114300"/>
                </a:lnTo>
                <a:cubicBezTo>
                  <a:pt x="315819" y="114300"/>
                  <a:pt x="328612" y="127093"/>
                  <a:pt x="328612" y="142875"/>
                </a:cubicBezTo>
                <a:close/>
                <a:moveTo>
                  <a:pt x="239315" y="139303"/>
                </a:moveTo>
                <a:cubicBezTo>
                  <a:pt x="237342" y="139303"/>
                  <a:pt x="235743" y="140902"/>
                  <a:pt x="235743" y="142875"/>
                </a:cubicBezTo>
                <a:cubicBezTo>
                  <a:pt x="235743" y="144847"/>
                  <a:pt x="237342" y="146446"/>
                  <a:pt x="239315" y="146446"/>
                </a:cubicBezTo>
                <a:cubicBezTo>
                  <a:pt x="241288" y="146446"/>
                  <a:pt x="242887" y="144847"/>
                  <a:pt x="242887" y="142875"/>
                </a:cubicBezTo>
                <a:cubicBezTo>
                  <a:pt x="242887" y="140902"/>
                  <a:pt x="241288" y="139303"/>
                  <a:pt x="239315" y="139303"/>
                </a:cubicBezTo>
                <a:lnTo>
                  <a:pt x="239315" y="139303"/>
                </a:lnTo>
                <a:moveTo>
                  <a:pt x="128587" y="185737"/>
                </a:moveTo>
                <a:cubicBezTo>
                  <a:pt x="128587" y="201519"/>
                  <a:pt x="115794" y="214312"/>
                  <a:pt x="100012" y="214312"/>
                </a:cubicBezTo>
                <a:lnTo>
                  <a:pt x="28575" y="214312"/>
                </a:lnTo>
                <a:cubicBezTo>
                  <a:pt x="12793" y="214312"/>
                  <a:pt x="0" y="201519"/>
                  <a:pt x="0" y="185737"/>
                </a:cubicBezTo>
                <a:cubicBezTo>
                  <a:pt x="0" y="169955"/>
                  <a:pt x="12793" y="157162"/>
                  <a:pt x="28575" y="157162"/>
                </a:cubicBezTo>
                <a:lnTo>
                  <a:pt x="100012" y="157162"/>
                </a:lnTo>
                <a:cubicBezTo>
                  <a:pt x="115794" y="157162"/>
                  <a:pt x="128587" y="169955"/>
                  <a:pt x="128587" y="185737"/>
                </a:cubicBezTo>
                <a:close/>
                <a:moveTo>
                  <a:pt x="39290" y="182165"/>
                </a:moveTo>
                <a:cubicBezTo>
                  <a:pt x="37317" y="182165"/>
                  <a:pt x="35718" y="183764"/>
                  <a:pt x="35718" y="185737"/>
                </a:cubicBezTo>
                <a:cubicBezTo>
                  <a:pt x="35718" y="187710"/>
                  <a:pt x="37317" y="189309"/>
                  <a:pt x="39290" y="189309"/>
                </a:cubicBezTo>
                <a:cubicBezTo>
                  <a:pt x="41263" y="189309"/>
                  <a:pt x="42862" y="187710"/>
                  <a:pt x="42862" y="185737"/>
                </a:cubicBezTo>
                <a:cubicBezTo>
                  <a:pt x="42862" y="183764"/>
                  <a:pt x="41263" y="182165"/>
                  <a:pt x="39290" y="182165"/>
                </a:cubicBezTo>
                <a:lnTo>
                  <a:pt x="39290" y="182165"/>
                </a:lnTo>
                <a:moveTo>
                  <a:pt x="128587" y="242887"/>
                </a:moveTo>
                <a:cubicBezTo>
                  <a:pt x="128587" y="258669"/>
                  <a:pt x="115794" y="271462"/>
                  <a:pt x="100012" y="271462"/>
                </a:cubicBezTo>
                <a:lnTo>
                  <a:pt x="28575" y="271462"/>
                </a:lnTo>
                <a:cubicBezTo>
                  <a:pt x="12793" y="271462"/>
                  <a:pt x="0" y="258669"/>
                  <a:pt x="0" y="242887"/>
                </a:cubicBezTo>
                <a:cubicBezTo>
                  <a:pt x="0" y="227105"/>
                  <a:pt x="12793" y="214312"/>
                  <a:pt x="28575" y="214312"/>
                </a:cubicBezTo>
                <a:lnTo>
                  <a:pt x="100012" y="214312"/>
                </a:lnTo>
                <a:cubicBezTo>
                  <a:pt x="115794" y="214312"/>
                  <a:pt x="128587" y="227105"/>
                  <a:pt x="128587" y="242887"/>
                </a:cubicBezTo>
                <a:close/>
                <a:moveTo>
                  <a:pt x="39290" y="239315"/>
                </a:moveTo>
                <a:cubicBezTo>
                  <a:pt x="37317" y="239315"/>
                  <a:pt x="35718" y="240914"/>
                  <a:pt x="35718" y="242887"/>
                </a:cubicBezTo>
                <a:cubicBezTo>
                  <a:pt x="35718" y="244860"/>
                  <a:pt x="37317" y="246459"/>
                  <a:pt x="39290" y="246459"/>
                </a:cubicBezTo>
                <a:cubicBezTo>
                  <a:pt x="41263" y="246459"/>
                  <a:pt x="42862" y="244860"/>
                  <a:pt x="42862" y="242887"/>
                </a:cubicBezTo>
                <a:cubicBezTo>
                  <a:pt x="42862" y="240914"/>
                  <a:pt x="41263" y="239315"/>
                  <a:pt x="39290" y="239315"/>
                </a:cubicBezTo>
                <a:lnTo>
                  <a:pt x="39290" y="239315"/>
                </a:lnTo>
                <a:moveTo>
                  <a:pt x="128587" y="300037"/>
                </a:moveTo>
                <a:cubicBezTo>
                  <a:pt x="128587" y="315819"/>
                  <a:pt x="115794" y="328612"/>
                  <a:pt x="100012" y="328612"/>
                </a:cubicBezTo>
                <a:lnTo>
                  <a:pt x="28575" y="328612"/>
                </a:lnTo>
                <a:cubicBezTo>
                  <a:pt x="12793" y="328612"/>
                  <a:pt x="0" y="315819"/>
                  <a:pt x="0" y="300037"/>
                </a:cubicBezTo>
                <a:cubicBezTo>
                  <a:pt x="0" y="284255"/>
                  <a:pt x="12793" y="271462"/>
                  <a:pt x="28575" y="271462"/>
                </a:cubicBezTo>
                <a:lnTo>
                  <a:pt x="100012" y="271462"/>
                </a:lnTo>
                <a:cubicBezTo>
                  <a:pt x="115794" y="271462"/>
                  <a:pt x="128587" y="284255"/>
                  <a:pt x="128587" y="300037"/>
                </a:cubicBezTo>
                <a:close/>
                <a:moveTo>
                  <a:pt x="39290" y="296465"/>
                </a:moveTo>
                <a:cubicBezTo>
                  <a:pt x="37317" y="296465"/>
                  <a:pt x="35718" y="298064"/>
                  <a:pt x="35718" y="300037"/>
                </a:cubicBezTo>
                <a:cubicBezTo>
                  <a:pt x="35718" y="302010"/>
                  <a:pt x="37317" y="303609"/>
                  <a:pt x="39290" y="303609"/>
                </a:cubicBezTo>
                <a:cubicBezTo>
                  <a:pt x="41263" y="303609"/>
                  <a:pt x="42862" y="302010"/>
                  <a:pt x="42862" y="300037"/>
                </a:cubicBezTo>
                <a:cubicBezTo>
                  <a:pt x="42862" y="298064"/>
                  <a:pt x="41263" y="296465"/>
                  <a:pt x="39290" y="296465"/>
                </a:cubicBezTo>
                <a:lnTo>
                  <a:pt x="39290" y="296465"/>
                </a:lnTo>
              </a:path>
            </a:pathLst>
          </a:custGeom>
          <a:noFill/>
          <a:ln w="1428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63839" y="3215655"/>
            <a:ext cx="328612" cy="333359"/>
          </a:xfrm>
          <a:custGeom>
            <a:avLst/>
            <a:gdLst/>
            <a:ahLst/>
            <a:cxnLst/>
            <a:rect l="0" t="0" r="0" b="0"/>
            <a:pathLst>
              <a:path w="328612" h="333359">
                <a:moveTo>
                  <a:pt x="78581" y="119047"/>
                </a:moveTo>
                <a:lnTo>
                  <a:pt x="78581" y="207158"/>
                </a:lnTo>
                <a:moveTo>
                  <a:pt x="211697" y="19034"/>
                </a:moveTo>
                <a:cubicBezTo>
                  <a:pt x="185381" y="1575"/>
                  <a:pt x="151597" y="0"/>
                  <a:pt x="123769" y="14933"/>
                </a:cubicBezTo>
                <a:cubicBezTo>
                  <a:pt x="95942" y="29867"/>
                  <a:pt x="78579" y="58891"/>
                  <a:pt x="78581" y="90472"/>
                </a:cubicBezTo>
                <a:moveTo>
                  <a:pt x="250031" y="207158"/>
                </a:moveTo>
                <a:lnTo>
                  <a:pt x="250031" y="90472"/>
                </a:lnTo>
                <a:cubicBezTo>
                  <a:pt x="250059" y="73517"/>
                  <a:pt x="245035" y="56939"/>
                  <a:pt x="235600" y="42852"/>
                </a:cubicBezTo>
                <a:moveTo>
                  <a:pt x="221456" y="152394"/>
                </a:moveTo>
                <a:lnTo>
                  <a:pt x="221456" y="90472"/>
                </a:lnTo>
                <a:cubicBezTo>
                  <a:pt x="221456" y="58909"/>
                  <a:pt x="195869" y="33322"/>
                  <a:pt x="164306" y="33322"/>
                </a:cubicBezTo>
                <a:cubicBezTo>
                  <a:pt x="132743" y="33322"/>
                  <a:pt x="107156" y="58909"/>
                  <a:pt x="107156" y="90472"/>
                </a:cubicBezTo>
                <a:lnTo>
                  <a:pt x="107156" y="197628"/>
                </a:lnTo>
                <a:moveTo>
                  <a:pt x="221456" y="197628"/>
                </a:moveTo>
                <a:lnTo>
                  <a:pt x="221456" y="180969"/>
                </a:lnTo>
                <a:moveTo>
                  <a:pt x="135731" y="166681"/>
                </a:moveTo>
                <a:lnTo>
                  <a:pt x="135731" y="183341"/>
                </a:lnTo>
                <a:moveTo>
                  <a:pt x="135731" y="138106"/>
                </a:moveTo>
                <a:lnTo>
                  <a:pt x="135731" y="90472"/>
                </a:lnTo>
                <a:cubicBezTo>
                  <a:pt x="135731" y="74690"/>
                  <a:pt x="148524" y="61897"/>
                  <a:pt x="164306" y="61897"/>
                </a:cubicBezTo>
                <a:cubicBezTo>
                  <a:pt x="180087" y="61897"/>
                  <a:pt x="192881" y="74690"/>
                  <a:pt x="192881" y="90472"/>
                </a:cubicBezTo>
                <a:lnTo>
                  <a:pt x="192881" y="183341"/>
                </a:lnTo>
                <a:moveTo>
                  <a:pt x="164306" y="95244"/>
                </a:moveTo>
                <a:lnTo>
                  <a:pt x="164306" y="171439"/>
                </a:lnTo>
                <a:moveTo>
                  <a:pt x="271462" y="4747"/>
                </a:moveTo>
                <a:lnTo>
                  <a:pt x="314325" y="4747"/>
                </a:lnTo>
                <a:cubicBezTo>
                  <a:pt x="322215" y="4747"/>
                  <a:pt x="328612" y="11144"/>
                  <a:pt x="328612" y="19034"/>
                </a:cubicBezTo>
                <a:lnTo>
                  <a:pt x="328612" y="254778"/>
                </a:lnTo>
                <a:cubicBezTo>
                  <a:pt x="328612" y="262669"/>
                  <a:pt x="322215" y="269066"/>
                  <a:pt x="314325" y="269066"/>
                </a:cubicBezTo>
                <a:lnTo>
                  <a:pt x="271462" y="269066"/>
                </a:lnTo>
                <a:moveTo>
                  <a:pt x="57150" y="269066"/>
                </a:moveTo>
                <a:lnTo>
                  <a:pt x="14287" y="269066"/>
                </a:lnTo>
                <a:cubicBezTo>
                  <a:pt x="6396" y="269066"/>
                  <a:pt x="0" y="262669"/>
                  <a:pt x="0" y="254778"/>
                </a:cubicBezTo>
                <a:lnTo>
                  <a:pt x="0" y="19034"/>
                </a:lnTo>
                <a:cubicBezTo>
                  <a:pt x="0" y="11144"/>
                  <a:pt x="6396" y="4747"/>
                  <a:pt x="14287" y="4747"/>
                </a:cubicBezTo>
                <a:lnTo>
                  <a:pt x="57150" y="4747"/>
                </a:lnTo>
                <a:moveTo>
                  <a:pt x="107156" y="276209"/>
                </a:moveTo>
                <a:cubicBezTo>
                  <a:pt x="107156" y="307773"/>
                  <a:pt x="132743" y="333359"/>
                  <a:pt x="164306" y="333359"/>
                </a:cubicBezTo>
                <a:cubicBezTo>
                  <a:pt x="195869" y="333359"/>
                  <a:pt x="221456" y="307773"/>
                  <a:pt x="221456" y="276209"/>
                </a:cubicBezTo>
                <a:cubicBezTo>
                  <a:pt x="221456" y="244646"/>
                  <a:pt x="195869" y="219059"/>
                  <a:pt x="164306" y="219059"/>
                </a:cubicBezTo>
                <a:cubicBezTo>
                  <a:pt x="132743" y="219059"/>
                  <a:pt x="107156" y="244646"/>
                  <a:pt x="107156" y="276209"/>
                </a:cubicBezTo>
                <a:close/>
                <a:moveTo>
                  <a:pt x="189780" y="259593"/>
                </a:moveTo>
                <a:lnTo>
                  <a:pt x="162105" y="296498"/>
                </a:lnTo>
                <a:cubicBezTo>
                  <a:pt x="160862" y="298156"/>
                  <a:pt x="158959" y="299191"/>
                  <a:pt x="156892" y="299337"/>
                </a:cubicBezTo>
                <a:cubicBezTo>
                  <a:pt x="154825" y="299482"/>
                  <a:pt x="152796" y="298722"/>
                  <a:pt x="151333" y="297255"/>
                </a:cubicBezTo>
                <a:lnTo>
                  <a:pt x="137045" y="282967"/>
                </a:lnTo>
              </a:path>
            </a:pathLst>
          </a:custGeom>
          <a:noFill/>
          <a:ln w="1428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63839" y="3792017"/>
            <a:ext cx="328612" cy="328383"/>
          </a:xfrm>
          <a:custGeom>
            <a:avLst/>
            <a:gdLst/>
            <a:ahLst/>
            <a:cxnLst/>
            <a:rect l="0" t="0" r="0" b="0"/>
            <a:pathLst>
              <a:path w="328612" h="328383">
                <a:moveTo>
                  <a:pt x="241758" y="328383"/>
                </a:moveTo>
                <a:cubicBezTo>
                  <a:pt x="289726" y="328383"/>
                  <a:pt x="328612" y="289498"/>
                  <a:pt x="328612" y="241530"/>
                </a:cubicBezTo>
                <a:cubicBezTo>
                  <a:pt x="328612" y="193562"/>
                  <a:pt x="289726" y="154676"/>
                  <a:pt x="241758" y="154676"/>
                </a:cubicBezTo>
                <a:cubicBezTo>
                  <a:pt x="193790" y="154676"/>
                  <a:pt x="154905" y="193562"/>
                  <a:pt x="154905" y="241530"/>
                </a:cubicBezTo>
                <a:cubicBezTo>
                  <a:pt x="154905" y="289498"/>
                  <a:pt x="193790" y="328383"/>
                  <a:pt x="241758" y="328383"/>
                </a:cubicBezTo>
                <a:close/>
                <a:moveTo>
                  <a:pt x="283406" y="241530"/>
                </a:moveTo>
                <a:lnTo>
                  <a:pt x="200025" y="241530"/>
                </a:lnTo>
                <a:moveTo>
                  <a:pt x="0" y="57721"/>
                </a:moveTo>
                <a:lnTo>
                  <a:pt x="281292" y="57721"/>
                </a:lnTo>
                <a:moveTo>
                  <a:pt x="0" y="180593"/>
                </a:moveTo>
                <a:lnTo>
                  <a:pt x="135759" y="180593"/>
                </a:lnTo>
                <a:moveTo>
                  <a:pt x="0" y="119257"/>
                </a:moveTo>
                <a:lnTo>
                  <a:pt x="281220" y="119257"/>
                </a:lnTo>
                <a:moveTo>
                  <a:pt x="114900" y="57721"/>
                </a:moveTo>
                <a:lnTo>
                  <a:pt x="114900" y="244173"/>
                </a:lnTo>
                <a:moveTo>
                  <a:pt x="197267" y="57721"/>
                </a:moveTo>
                <a:lnTo>
                  <a:pt x="197267" y="134888"/>
                </a:lnTo>
                <a:moveTo>
                  <a:pt x="125058" y="244201"/>
                </a:moveTo>
                <a:lnTo>
                  <a:pt x="29675" y="244201"/>
                </a:lnTo>
                <a:cubicBezTo>
                  <a:pt x="21816" y="244201"/>
                  <a:pt x="14279" y="241077"/>
                  <a:pt x="8726" y="235516"/>
                </a:cubicBezTo>
                <a:cubicBezTo>
                  <a:pt x="3173" y="229955"/>
                  <a:pt x="60" y="222414"/>
                  <a:pt x="71" y="214555"/>
                </a:cubicBezTo>
                <a:lnTo>
                  <a:pt x="71" y="29589"/>
                </a:lnTo>
                <a:cubicBezTo>
                  <a:pt x="79" y="13245"/>
                  <a:pt x="13331" y="0"/>
                  <a:pt x="29675" y="0"/>
                </a:cubicBezTo>
                <a:lnTo>
                  <a:pt x="251631" y="0"/>
                </a:lnTo>
                <a:cubicBezTo>
                  <a:pt x="267973" y="0"/>
                  <a:pt x="281220" y="13247"/>
                  <a:pt x="281220" y="29589"/>
                </a:cubicBezTo>
                <a:lnTo>
                  <a:pt x="281220" y="135859"/>
                </a:lnTo>
              </a:path>
            </a:pathLst>
          </a:custGeom>
          <a:noFill/>
          <a:ln w="14287">
            <a:solidFill>
              <a:srgbClr val="92BD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63839" y="4391977"/>
            <a:ext cx="328612" cy="271462"/>
          </a:xfrm>
          <a:custGeom>
            <a:avLst/>
            <a:gdLst/>
            <a:ahLst/>
            <a:cxnLst/>
            <a:rect l="0" t="0" r="0" b="0"/>
            <a:pathLst>
              <a:path w="328612" h="271462">
                <a:moveTo>
                  <a:pt x="14287" y="0"/>
                </a:moveTo>
                <a:lnTo>
                  <a:pt x="314325" y="0"/>
                </a:lnTo>
                <a:cubicBezTo>
                  <a:pt x="314325" y="0"/>
                  <a:pt x="328612" y="0"/>
                  <a:pt x="328612" y="14287"/>
                </a:cubicBezTo>
                <a:lnTo>
                  <a:pt x="328612" y="100012"/>
                </a:lnTo>
                <a:cubicBezTo>
                  <a:pt x="328612" y="100012"/>
                  <a:pt x="328612" y="114300"/>
                  <a:pt x="314325" y="114300"/>
                </a:cubicBezTo>
                <a:lnTo>
                  <a:pt x="14287" y="114300"/>
                </a:lnTo>
                <a:cubicBezTo>
                  <a:pt x="14287" y="114300"/>
                  <a:pt x="0" y="114300"/>
                  <a:pt x="0" y="100012"/>
                </a:cubicBezTo>
                <a:lnTo>
                  <a:pt x="0" y="14287"/>
                </a:lnTo>
                <a:cubicBezTo>
                  <a:pt x="0" y="14287"/>
                  <a:pt x="0" y="0"/>
                  <a:pt x="14287" y="0"/>
                </a:cubicBezTo>
                <a:moveTo>
                  <a:pt x="35718" y="28575"/>
                </a:moveTo>
                <a:lnTo>
                  <a:pt x="150018" y="28575"/>
                </a:lnTo>
                <a:moveTo>
                  <a:pt x="35718" y="57150"/>
                </a:moveTo>
                <a:lnTo>
                  <a:pt x="107156" y="57150"/>
                </a:lnTo>
                <a:moveTo>
                  <a:pt x="35718" y="85725"/>
                </a:moveTo>
                <a:lnTo>
                  <a:pt x="85725" y="85725"/>
                </a:lnTo>
                <a:moveTo>
                  <a:pt x="214312" y="0"/>
                </a:moveTo>
                <a:lnTo>
                  <a:pt x="214312" y="114300"/>
                </a:lnTo>
                <a:moveTo>
                  <a:pt x="292893" y="43433"/>
                </a:moveTo>
                <a:cubicBezTo>
                  <a:pt x="292889" y="40690"/>
                  <a:pt x="291315" y="38192"/>
                  <a:pt x="288842" y="37004"/>
                </a:cubicBezTo>
                <a:cubicBezTo>
                  <a:pt x="286370" y="35817"/>
                  <a:pt x="283435" y="36150"/>
                  <a:pt x="281292" y="37861"/>
                </a:cubicBezTo>
                <a:lnTo>
                  <a:pt x="264147" y="51577"/>
                </a:lnTo>
                <a:cubicBezTo>
                  <a:pt x="262457" y="52933"/>
                  <a:pt x="261473" y="54983"/>
                  <a:pt x="261473" y="57150"/>
                </a:cubicBezTo>
                <a:cubicBezTo>
                  <a:pt x="261473" y="59316"/>
                  <a:pt x="262457" y="61366"/>
                  <a:pt x="264147" y="62722"/>
                </a:cubicBezTo>
                <a:lnTo>
                  <a:pt x="281292" y="76438"/>
                </a:lnTo>
                <a:cubicBezTo>
                  <a:pt x="283435" y="78149"/>
                  <a:pt x="286370" y="78482"/>
                  <a:pt x="288842" y="77295"/>
                </a:cubicBezTo>
                <a:cubicBezTo>
                  <a:pt x="291315" y="76107"/>
                  <a:pt x="292889" y="73609"/>
                  <a:pt x="292893" y="70866"/>
                </a:cubicBezTo>
                <a:close/>
                <a:moveTo>
                  <a:pt x="14287" y="157162"/>
                </a:moveTo>
                <a:lnTo>
                  <a:pt x="314325" y="157162"/>
                </a:lnTo>
                <a:cubicBezTo>
                  <a:pt x="314325" y="157162"/>
                  <a:pt x="328612" y="157162"/>
                  <a:pt x="328612" y="171450"/>
                </a:cubicBezTo>
                <a:lnTo>
                  <a:pt x="328612" y="257175"/>
                </a:lnTo>
                <a:cubicBezTo>
                  <a:pt x="328612" y="257175"/>
                  <a:pt x="328612" y="271462"/>
                  <a:pt x="314325" y="271462"/>
                </a:cubicBezTo>
                <a:lnTo>
                  <a:pt x="14287" y="271462"/>
                </a:lnTo>
                <a:cubicBezTo>
                  <a:pt x="14287" y="271462"/>
                  <a:pt x="0" y="271462"/>
                  <a:pt x="0" y="257175"/>
                </a:cubicBezTo>
                <a:lnTo>
                  <a:pt x="0" y="171450"/>
                </a:lnTo>
                <a:cubicBezTo>
                  <a:pt x="0" y="171450"/>
                  <a:pt x="0" y="157162"/>
                  <a:pt x="14287" y="157162"/>
                </a:cubicBezTo>
                <a:moveTo>
                  <a:pt x="35718" y="185737"/>
                </a:moveTo>
                <a:lnTo>
                  <a:pt x="150018" y="185737"/>
                </a:lnTo>
                <a:moveTo>
                  <a:pt x="35718" y="214312"/>
                </a:moveTo>
                <a:lnTo>
                  <a:pt x="107156" y="214312"/>
                </a:lnTo>
                <a:moveTo>
                  <a:pt x="35718" y="242887"/>
                </a:moveTo>
                <a:lnTo>
                  <a:pt x="85725" y="242887"/>
                </a:lnTo>
                <a:moveTo>
                  <a:pt x="214312" y="157162"/>
                </a:moveTo>
                <a:lnTo>
                  <a:pt x="214312" y="271462"/>
                </a:lnTo>
                <a:moveTo>
                  <a:pt x="292893" y="200596"/>
                </a:moveTo>
                <a:cubicBezTo>
                  <a:pt x="292889" y="197853"/>
                  <a:pt x="291315" y="195354"/>
                  <a:pt x="288842" y="194167"/>
                </a:cubicBezTo>
                <a:cubicBezTo>
                  <a:pt x="286370" y="192979"/>
                  <a:pt x="283435" y="193312"/>
                  <a:pt x="281292" y="195024"/>
                </a:cubicBezTo>
                <a:lnTo>
                  <a:pt x="264147" y="208740"/>
                </a:lnTo>
                <a:cubicBezTo>
                  <a:pt x="262457" y="210096"/>
                  <a:pt x="261473" y="212145"/>
                  <a:pt x="261473" y="214312"/>
                </a:cubicBezTo>
                <a:cubicBezTo>
                  <a:pt x="261473" y="216479"/>
                  <a:pt x="262457" y="218528"/>
                  <a:pt x="264147" y="219884"/>
                </a:cubicBezTo>
                <a:lnTo>
                  <a:pt x="281292" y="233600"/>
                </a:lnTo>
                <a:cubicBezTo>
                  <a:pt x="283435" y="235312"/>
                  <a:pt x="286370" y="235645"/>
                  <a:pt x="288842" y="234457"/>
                </a:cubicBezTo>
                <a:cubicBezTo>
                  <a:pt x="291315" y="233270"/>
                  <a:pt x="292889" y="230771"/>
                  <a:pt x="292893" y="228028"/>
                </a:cubicBezTo>
                <a:close/>
              </a:path>
            </a:pathLst>
          </a:custGeom>
          <a:noFill/>
          <a:ln w="1428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28661" y="2890888"/>
            <a:ext cx="1668162" cy="2568311"/>
          </a:xfrm>
          <a:custGeom>
            <a:avLst/>
            <a:gdLst/>
            <a:ahLst/>
            <a:cxnLst/>
            <a:rect l="0" t="0" r="0" b="0"/>
            <a:pathLst>
              <a:path w="1668162" h="2568311">
                <a:moveTo>
                  <a:pt x="556054" y="0"/>
                </a:moveTo>
                <a:lnTo>
                  <a:pt x="1668162" y="642075"/>
                </a:lnTo>
                <a:lnTo>
                  <a:pt x="1668162" y="1926226"/>
                </a:lnTo>
                <a:lnTo>
                  <a:pt x="1112098" y="2247273"/>
                </a:lnTo>
                <a:lnTo>
                  <a:pt x="556054" y="2568311"/>
                </a:lnTo>
                <a:lnTo>
                  <a:pt x="9" y="2247264"/>
                </a:lnTo>
                <a:lnTo>
                  <a:pt x="556063" y="1926226"/>
                </a:lnTo>
                <a:lnTo>
                  <a:pt x="556063" y="642066"/>
                </a:lnTo>
                <a:lnTo>
                  <a:pt x="0" y="321037"/>
                </a:lnTo>
                <a:lnTo>
                  <a:pt x="556054" y="0"/>
                </a:ln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28661" y="2890888"/>
            <a:ext cx="1668164" cy="2568307"/>
          </a:xfrm>
          <a:custGeom>
            <a:avLst/>
            <a:gdLst/>
            <a:ahLst/>
            <a:cxnLst/>
            <a:rect l="0" t="0" r="0" b="0"/>
            <a:pathLst>
              <a:path w="1668164" h="2568307">
                <a:moveTo>
                  <a:pt x="556054" y="0"/>
                </a:moveTo>
                <a:lnTo>
                  <a:pt x="1668164" y="642076"/>
                </a:lnTo>
                <a:lnTo>
                  <a:pt x="1668164" y="1926229"/>
                </a:lnTo>
                <a:lnTo>
                  <a:pt x="1112099" y="2247278"/>
                </a:lnTo>
                <a:lnTo>
                  <a:pt x="556057" y="2568307"/>
                </a:lnTo>
                <a:lnTo>
                  <a:pt x="9" y="2247260"/>
                </a:lnTo>
                <a:lnTo>
                  <a:pt x="556063" y="1926223"/>
                </a:lnTo>
                <a:lnTo>
                  <a:pt x="556060" y="1284144"/>
                </a:lnTo>
                <a:lnTo>
                  <a:pt x="556060" y="642068"/>
                </a:lnTo>
                <a:lnTo>
                  <a:pt x="0" y="321037"/>
                </a:lnTo>
                <a:lnTo>
                  <a:pt x="556054" y="0"/>
                </a:lnTo>
                <a:close/>
              </a:path>
            </a:pathLst>
          </a:custGeom>
          <a:noFill/>
          <a:ln w="1390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60508" y="2890879"/>
            <a:ext cx="1668162" cy="2568311"/>
          </a:xfrm>
          <a:custGeom>
            <a:avLst/>
            <a:gdLst/>
            <a:ahLst/>
            <a:cxnLst/>
            <a:rect l="0" t="0" r="0" b="0"/>
            <a:pathLst>
              <a:path w="1668162" h="2568311">
                <a:moveTo>
                  <a:pt x="0" y="1926226"/>
                </a:moveTo>
                <a:lnTo>
                  <a:pt x="0" y="642075"/>
                </a:lnTo>
                <a:lnTo>
                  <a:pt x="1112108" y="0"/>
                </a:lnTo>
                <a:lnTo>
                  <a:pt x="1668152" y="321047"/>
                </a:lnTo>
                <a:lnTo>
                  <a:pt x="1112098" y="642084"/>
                </a:lnTo>
                <a:lnTo>
                  <a:pt x="1112098" y="1926245"/>
                </a:lnTo>
                <a:lnTo>
                  <a:pt x="1668162" y="2247273"/>
                </a:lnTo>
                <a:lnTo>
                  <a:pt x="1112108" y="2568311"/>
                </a:lnTo>
                <a:lnTo>
                  <a:pt x="556054" y="2247264"/>
                </a:lnTo>
                <a:lnTo>
                  <a:pt x="0" y="1926226"/>
                </a:ln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60508" y="2890879"/>
            <a:ext cx="1668160" cy="2568309"/>
          </a:xfrm>
          <a:custGeom>
            <a:avLst/>
            <a:gdLst/>
            <a:ahLst/>
            <a:cxnLst/>
            <a:rect l="0" t="0" r="0" b="0"/>
            <a:pathLst>
              <a:path w="1668160" h="2568309">
                <a:moveTo>
                  <a:pt x="0" y="1926229"/>
                </a:moveTo>
                <a:lnTo>
                  <a:pt x="0" y="642076"/>
                </a:lnTo>
                <a:lnTo>
                  <a:pt x="1112109" y="0"/>
                </a:lnTo>
                <a:lnTo>
                  <a:pt x="1668157" y="321046"/>
                </a:lnTo>
                <a:lnTo>
                  <a:pt x="1112103" y="642084"/>
                </a:lnTo>
                <a:lnTo>
                  <a:pt x="1112103" y="1284161"/>
                </a:lnTo>
                <a:lnTo>
                  <a:pt x="1112105" y="1926240"/>
                </a:lnTo>
                <a:lnTo>
                  <a:pt x="1668160" y="2247271"/>
                </a:lnTo>
                <a:lnTo>
                  <a:pt x="1112105" y="2568309"/>
                </a:lnTo>
                <a:lnTo>
                  <a:pt x="556054" y="2247267"/>
                </a:lnTo>
                <a:lnTo>
                  <a:pt x="0" y="1926229"/>
                </a:lnTo>
                <a:close/>
              </a:path>
            </a:pathLst>
          </a:custGeom>
          <a:noFill/>
          <a:ln w="1390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2606" y="3211922"/>
            <a:ext cx="1112117" cy="1926217"/>
          </a:xfrm>
          <a:custGeom>
            <a:avLst/>
            <a:gdLst/>
            <a:ahLst/>
            <a:cxnLst/>
            <a:rect l="0" t="0" r="0" b="0"/>
            <a:pathLst>
              <a:path w="1112117" h="1926217">
                <a:moveTo>
                  <a:pt x="0" y="321037"/>
                </a:moveTo>
                <a:lnTo>
                  <a:pt x="556054" y="0"/>
                </a:lnTo>
                <a:lnTo>
                  <a:pt x="1112117" y="321028"/>
                </a:lnTo>
                <a:lnTo>
                  <a:pt x="1112117" y="1605179"/>
                </a:lnTo>
                <a:lnTo>
                  <a:pt x="556063" y="1926217"/>
                </a:lnTo>
                <a:lnTo>
                  <a:pt x="9" y="1605189"/>
                </a:lnTo>
                <a:lnTo>
                  <a:pt x="9" y="321037"/>
                </a:ln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2606" y="3211922"/>
            <a:ext cx="1112114" cy="1926220"/>
          </a:xfrm>
          <a:custGeom>
            <a:avLst/>
            <a:gdLst/>
            <a:ahLst/>
            <a:cxnLst/>
            <a:rect l="0" t="0" r="0" b="0"/>
            <a:pathLst>
              <a:path w="1112114" h="1926220">
                <a:moveTo>
                  <a:pt x="0" y="321037"/>
                </a:moveTo>
                <a:lnTo>
                  <a:pt x="556054" y="0"/>
                </a:lnTo>
                <a:lnTo>
                  <a:pt x="1112114" y="321030"/>
                </a:lnTo>
                <a:lnTo>
                  <a:pt x="1112114" y="963106"/>
                </a:lnTo>
                <a:lnTo>
                  <a:pt x="1112114" y="1605182"/>
                </a:lnTo>
                <a:lnTo>
                  <a:pt x="556060" y="1926220"/>
                </a:lnTo>
                <a:lnTo>
                  <a:pt x="5" y="1605190"/>
                </a:lnTo>
                <a:lnTo>
                  <a:pt x="0" y="963114"/>
                </a:lnTo>
                <a:lnTo>
                  <a:pt x="0" y="321037"/>
                </a:lnTo>
                <a:close/>
              </a:path>
            </a:pathLst>
          </a:custGeom>
          <a:noFill/>
          <a:ln w="1390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0633" y="3901044"/>
            <a:ext cx="556054" cy="556054"/>
          </a:xfrm>
          <a:custGeom>
            <a:avLst/>
            <a:gdLst/>
            <a:ahLst/>
            <a:cxnLst/>
            <a:rect l="0" t="0" r="0" b="0"/>
            <a:pathLst>
              <a:path w="556054" h="556054">
                <a:moveTo>
                  <a:pt x="0" y="63714"/>
                </a:moveTo>
                <a:cubicBezTo>
                  <a:pt x="74" y="28553"/>
                  <a:pt x="28553" y="74"/>
                  <a:pt x="63714" y="0"/>
                </a:cubicBezTo>
                <a:lnTo>
                  <a:pt x="492339" y="0"/>
                </a:lnTo>
                <a:cubicBezTo>
                  <a:pt x="527500" y="74"/>
                  <a:pt x="555979" y="28553"/>
                  <a:pt x="556054" y="63714"/>
                </a:cubicBezTo>
                <a:lnTo>
                  <a:pt x="556054" y="492339"/>
                </a:lnTo>
                <a:cubicBezTo>
                  <a:pt x="555979" y="527500"/>
                  <a:pt x="527500" y="555979"/>
                  <a:pt x="492339" y="556054"/>
                </a:cubicBezTo>
                <a:lnTo>
                  <a:pt x="63714" y="556054"/>
                </a:lnTo>
                <a:cubicBezTo>
                  <a:pt x="28553" y="555979"/>
                  <a:pt x="74" y="527500"/>
                  <a:pt x="0" y="492339"/>
                </a:cubicBezTo>
                <a:lnTo>
                  <a:pt x="0" y="63714"/>
                </a:lnTo>
                <a:moveTo>
                  <a:pt x="251039" y="144323"/>
                </a:moveTo>
                <a:lnTo>
                  <a:pt x="251039" y="385808"/>
                </a:lnTo>
                <a:lnTo>
                  <a:pt x="204674" y="385808"/>
                </a:lnTo>
                <a:lnTo>
                  <a:pt x="204674" y="322279"/>
                </a:lnTo>
                <a:cubicBezTo>
                  <a:pt x="204674" y="319082"/>
                  <a:pt x="202079" y="316487"/>
                  <a:pt x="198881" y="316487"/>
                </a:cubicBezTo>
                <a:lnTo>
                  <a:pt x="157937" y="316487"/>
                </a:lnTo>
                <a:cubicBezTo>
                  <a:pt x="154740" y="316487"/>
                  <a:pt x="152145" y="319082"/>
                  <a:pt x="152145" y="322279"/>
                </a:cubicBezTo>
                <a:lnTo>
                  <a:pt x="152145" y="385855"/>
                </a:lnTo>
                <a:lnTo>
                  <a:pt x="120988" y="385855"/>
                </a:lnTo>
                <a:cubicBezTo>
                  <a:pt x="111386" y="385855"/>
                  <a:pt x="103611" y="393630"/>
                  <a:pt x="103611" y="403231"/>
                </a:cubicBezTo>
                <a:cubicBezTo>
                  <a:pt x="103611" y="412833"/>
                  <a:pt x="111386" y="420608"/>
                  <a:pt x="120988" y="420608"/>
                </a:cubicBezTo>
                <a:lnTo>
                  <a:pt x="435065" y="420608"/>
                </a:lnTo>
                <a:cubicBezTo>
                  <a:pt x="444667" y="420608"/>
                  <a:pt x="452442" y="412833"/>
                  <a:pt x="452442" y="403231"/>
                </a:cubicBezTo>
                <a:cubicBezTo>
                  <a:pt x="452442" y="393630"/>
                  <a:pt x="444667" y="385855"/>
                  <a:pt x="435065" y="385855"/>
                </a:cubicBezTo>
                <a:lnTo>
                  <a:pt x="403908" y="385855"/>
                </a:lnTo>
                <a:lnTo>
                  <a:pt x="403908" y="246053"/>
                </a:lnTo>
                <a:cubicBezTo>
                  <a:pt x="403908" y="242856"/>
                  <a:pt x="401313" y="240261"/>
                  <a:pt x="398116" y="240261"/>
                </a:cubicBezTo>
                <a:lnTo>
                  <a:pt x="357172" y="240261"/>
                </a:lnTo>
                <a:cubicBezTo>
                  <a:pt x="353974" y="240261"/>
                  <a:pt x="351379" y="242856"/>
                  <a:pt x="351379" y="246053"/>
                </a:cubicBezTo>
                <a:lnTo>
                  <a:pt x="351379" y="385808"/>
                </a:lnTo>
                <a:lnTo>
                  <a:pt x="303559" y="385808"/>
                </a:lnTo>
                <a:lnTo>
                  <a:pt x="303559" y="144342"/>
                </a:lnTo>
                <a:cubicBezTo>
                  <a:pt x="303559" y="141145"/>
                  <a:pt x="300964" y="138550"/>
                  <a:pt x="297766" y="138550"/>
                </a:cubicBezTo>
                <a:lnTo>
                  <a:pt x="256832" y="138550"/>
                </a:lnTo>
                <a:cubicBezTo>
                  <a:pt x="253625" y="138550"/>
                  <a:pt x="251039" y="141145"/>
                  <a:pt x="251039" y="144342"/>
                </a:cubicBezTo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04007" y="3998353"/>
            <a:ext cx="448031" cy="362584"/>
          </a:xfrm>
          <a:custGeom>
            <a:avLst/>
            <a:gdLst/>
            <a:ahLst/>
            <a:cxnLst/>
            <a:rect l="0" t="0" r="0" b="0"/>
            <a:pathLst>
              <a:path w="448031" h="362584">
                <a:moveTo>
                  <a:pt x="306978" y="113620"/>
                </a:moveTo>
                <a:cubicBezTo>
                  <a:pt x="307377" y="111145"/>
                  <a:pt x="306775" y="108606"/>
                  <a:pt x="305310" y="106577"/>
                </a:cubicBezTo>
                <a:cubicBezTo>
                  <a:pt x="303624" y="104102"/>
                  <a:pt x="300890" y="102527"/>
                  <a:pt x="297896" y="102313"/>
                </a:cubicBezTo>
                <a:lnTo>
                  <a:pt x="296043" y="102313"/>
                </a:lnTo>
                <a:cubicBezTo>
                  <a:pt x="292549" y="102295"/>
                  <a:pt x="289379" y="100275"/>
                  <a:pt x="287887" y="97124"/>
                </a:cubicBezTo>
                <a:lnTo>
                  <a:pt x="268425" y="58571"/>
                </a:lnTo>
                <a:cubicBezTo>
                  <a:pt x="264950" y="51713"/>
                  <a:pt x="256563" y="48969"/>
                  <a:pt x="249705" y="52454"/>
                </a:cubicBezTo>
                <a:cubicBezTo>
                  <a:pt x="242847" y="55929"/>
                  <a:pt x="240104" y="64316"/>
                  <a:pt x="243588" y="71174"/>
                </a:cubicBezTo>
                <a:lnTo>
                  <a:pt x="252485" y="89710"/>
                </a:lnTo>
                <a:cubicBezTo>
                  <a:pt x="254070" y="92527"/>
                  <a:pt x="254070" y="95974"/>
                  <a:pt x="252485" y="98792"/>
                </a:cubicBezTo>
                <a:cubicBezTo>
                  <a:pt x="250789" y="101572"/>
                  <a:pt x="247768" y="103259"/>
                  <a:pt x="244515" y="103240"/>
                </a:cubicBezTo>
                <a:lnTo>
                  <a:pt x="203552" y="103240"/>
                </a:lnTo>
                <a:cubicBezTo>
                  <a:pt x="199734" y="103778"/>
                  <a:pt x="195981" y="101896"/>
                  <a:pt x="194127" y="98523"/>
                </a:cubicBezTo>
                <a:cubicBezTo>
                  <a:pt x="192274" y="95140"/>
                  <a:pt x="192709" y="90970"/>
                  <a:pt x="195212" y="88041"/>
                </a:cubicBezTo>
                <a:lnTo>
                  <a:pt x="204108" y="69506"/>
                </a:lnTo>
                <a:cubicBezTo>
                  <a:pt x="205378" y="63121"/>
                  <a:pt x="202032" y="56708"/>
                  <a:pt x="196073" y="54085"/>
                </a:cubicBezTo>
                <a:cubicBezTo>
                  <a:pt x="190114" y="51453"/>
                  <a:pt x="183127" y="53325"/>
                  <a:pt x="179271" y="58571"/>
                </a:cubicBezTo>
                <a:lnTo>
                  <a:pt x="160736" y="97124"/>
                </a:lnTo>
                <a:cubicBezTo>
                  <a:pt x="159142" y="100275"/>
                  <a:pt x="155926" y="102276"/>
                  <a:pt x="152395" y="102313"/>
                </a:cubicBezTo>
                <a:lnTo>
                  <a:pt x="149615" y="102313"/>
                </a:lnTo>
                <a:cubicBezTo>
                  <a:pt x="146789" y="102304"/>
                  <a:pt x="144119" y="103574"/>
                  <a:pt x="142349" y="105780"/>
                </a:cubicBezTo>
                <a:cubicBezTo>
                  <a:pt x="140579" y="107976"/>
                  <a:pt x="139912" y="110867"/>
                  <a:pt x="140533" y="113620"/>
                </a:cubicBezTo>
                <a:lnTo>
                  <a:pt x="154620" y="178122"/>
                </a:lnTo>
                <a:cubicBezTo>
                  <a:pt x="156380" y="188205"/>
                  <a:pt x="165342" y="195425"/>
                  <a:pt x="175564" y="194989"/>
                </a:cubicBezTo>
                <a:lnTo>
                  <a:pt x="271947" y="194989"/>
                </a:lnTo>
                <a:cubicBezTo>
                  <a:pt x="282104" y="195323"/>
                  <a:pt x="290955" y="188131"/>
                  <a:pt x="292706" y="178122"/>
                </a:cubicBezTo>
                <a:lnTo>
                  <a:pt x="306978" y="113620"/>
                </a:lnTo>
                <a:moveTo>
                  <a:pt x="440802" y="304346"/>
                </a:moveTo>
                <a:lnTo>
                  <a:pt x="392425" y="243180"/>
                </a:lnTo>
                <a:cubicBezTo>
                  <a:pt x="391184" y="241522"/>
                  <a:pt x="390535" y="239501"/>
                  <a:pt x="390572" y="237435"/>
                </a:cubicBezTo>
                <a:lnTo>
                  <a:pt x="390572" y="37070"/>
                </a:lnTo>
                <a:cubicBezTo>
                  <a:pt x="390572" y="16598"/>
                  <a:pt x="373974" y="0"/>
                  <a:pt x="353502" y="0"/>
                </a:cubicBezTo>
                <a:lnTo>
                  <a:pt x="94010" y="0"/>
                </a:lnTo>
                <a:cubicBezTo>
                  <a:pt x="73538" y="0"/>
                  <a:pt x="56939" y="16598"/>
                  <a:pt x="56939" y="37070"/>
                </a:cubicBezTo>
                <a:lnTo>
                  <a:pt x="56939" y="237249"/>
                </a:lnTo>
                <a:cubicBezTo>
                  <a:pt x="56912" y="239334"/>
                  <a:pt x="56198" y="241355"/>
                  <a:pt x="54901" y="242995"/>
                </a:cubicBezTo>
                <a:lnTo>
                  <a:pt x="6524" y="304717"/>
                </a:lnTo>
                <a:cubicBezTo>
                  <a:pt x="0" y="316867"/>
                  <a:pt x="0" y="331491"/>
                  <a:pt x="6524" y="343641"/>
                </a:cubicBezTo>
                <a:cubicBezTo>
                  <a:pt x="12159" y="355318"/>
                  <a:pt x="24142" y="362584"/>
                  <a:pt x="37107" y="362176"/>
                </a:cubicBezTo>
                <a:lnTo>
                  <a:pt x="411146" y="362176"/>
                </a:lnTo>
                <a:cubicBezTo>
                  <a:pt x="424111" y="362584"/>
                  <a:pt x="436094" y="355318"/>
                  <a:pt x="441729" y="343641"/>
                </a:cubicBezTo>
                <a:cubicBezTo>
                  <a:pt x="448031" y="331213"/>
                  <a:pt x="447688" y="316459"/>
                  <a:pt x="440802" y="304346"/>
                </a:cubicBezTo>
                <a:moveTo>
                  <a:pt x="270093" y="310463"/>
                </a:moveTo>
                <a:lnTo>
                  <a:pt x="177418" y="310463"/>
                </a:lnTo>
                <a:cubicBezTo>
                  <a:pt x="169744" y="310463"/>
                  <a:pt x="163516" y="304235"/>
                  <a:pt x="163516" y="296562"/>
                </a:cubicBezTo>
                <a:cubicBezTo>
                  <a:pt x="163516" y="288888"/>
                  <a:pt x="169744" y="282660"/>
                  <a:pt x="177418" y="282660"/>
                </a:cubicBezTo>
                <a:lnTo>
                  <a:pt x="270093" y="282660"/>
                </a:lnTo>
                <a:cubicBezTo>
                  <a:pt x="277767" y="282660"/>
                  <a:pt x="283995" y="288888"/>
                  <a:pt x="283995" y="296562"/>
                </a:cubicBezTo>
                <a:cubicBezTo>
                  <a:pt x="283995" y="304235"/>
                  <a:pt x="277767" y="310463"/>
                  <a:pt x="270093" y="310463"/>
                </a:cubicBezTo>
                <a:moveTo>
                  <a:pt x="353502" y="213154"/>
                </a:moveTo>
                <a:cubicBezTo>
                  <a:pt x="353502" y="218269"/>
                  <a:pt x="349350" y="222421"/>
                  <a:pt x="344234" y="222421"/>
                </a:cubicBezTo>
                <a:lnTo>
                  <a:pt x="103277" y="222421"/>
                </a:lnTo>
                <a:cubicBezTo>
                  <a:pt x="98162" y="222421"/>
                  <a:pt x="94010" y="218269"/>
                  <a:pt x="94010" y="213154"/>
                </a:cubicBezTo>
                <a:lnTo>
                  <a:pt x="94010" y="46337"/>
                </a:lnTo>
                <a:cubicBezTo>
                  <a:pt x="94010" y="41222"/>
                  <a:pt x="98162" y="37070"/>
                  <a:pt x="103277" y="37070"/>
                </a:cubicBezTo>
                <a:lnTo>
                  <a:pt x="344234" y="37070"/>
                </a:lnTo>
                <a:cubicBezTo>
                  <a:pt x="349350" y="37070"/>
                  <a:pt x="353502" y="41222"/>
                  <a:pt x="353502" y="46337"/>
                </a:cubicBezTo>
                <a:lnTo>
                  <a:pt x="353502" y="213154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2725" y="3956649"/>
            <a:ext cx="449254" cy="449439"/>
          </a:xfrm>
          <a:custGeom>
            <a:avLst/>
            <a:gdLst/>
            <a:ahLst/>
            <a:cxnLst/>
            <a:rect l="0" t="0" r="0" b="0"/>
            <a:pathLst>
              <a:path w="449254" h="449439">
                <a:moveTo>
                  <a:pt x="393649" y="0"/>
                </a:moveTo>
                <a:cubicBezTo>
                  <a:pt x="362936" y="0"/>
                  <a:pt x="338043" y="24892"/>
                  <a:pt x="338043" y="55605"/>
                </a:cubicBezTo>
                <a:cubicBezTo>
                  <a:pt x="338155" y="70220"/>
                  <a:pt x="344012" y="84205"/>
                  <a:pt x="354354" y="94529"/>
                </a:cubicBezTo>
                <a:cubicBezTo>
                  <a:pt x="355670" y="95919"/>
                  <a:pt x="356032" y="97958"/>
                  <a:pt x="355281" y="99719"/>
                </a:cubicBezTo>
                <a:lnTo>
                  <a:pt x="305051" y="210929"/>
                </a:lnTo>
                <a:cubicBezTo>
                  <a:pt x="304309" y="212625"/>
                  <a:pt x="302632" y="213719"/>
                  <a:pt x="300788" y="213710"/>
                </a:cubicBezTo>
                <a:cubicBezTo>
                  <a:pt x="287563" y="213534"/>
                  <a:pt x="274737" y="218288"/>
                  <a:pt x="264830" y="227055"/>
                </a:cubicBezTo>
                <a:cubicBezTo>
                  <a:pt x="263245" y="228065"/>
                  <a:pt x="261224" y="228065"/>
                  <a:pt x="259640" y="227055"/>
                </a:cubicBezTo>
                <a:lnTo>
                  <a:pt x="210522" y="202403"/>
                </a:lnTo>
                <a:cubicBezTo>
                  <a:pt x="209104" y="201541"/>
                  <a:pt x="208251" y="199984"/>
                  <a:pt x="208297" y="198325"/>
                </a:cubicBezTo>
                <a:cubicBezTo>
                  <a:pt x="210003" y="173034"/>
                  <a:pt x="194396" y="149791"/>
                  <a:pt x="170337" y="141803"/>
                </a:cubicBezTo>
                <a:cubicBezTo>
                  <a:pt x="146279" y="133814"/>
                  <a:pt x="119866" y="143109"/>
                  <a:pt x="106113" y="164406"/>
                </a:cubicBezTo>
                <a:cubicBezTo>
                  <a:pt x="92360" y="185703"/>
                  <a:pt x="94742" y="213598"/>
                  <a:pt x="111915" y="232245"/>
                </a:cubicBezTo>
                <a:cubicBezTo>
                  <a:pt x="113027" y="233792"/>
                  <a:pt x="113027" y="235887"/>
                  <a:pt x="111915" y="237435"/>
                </a:cubicBezTo>
                <a:lnTo>
                  <a:pt x="66133" y="331408"/>
                </a:lnTo>
                <a:cubicBezTo>
                  <a:pt x="65225" y="332983"/>
                  <a:pt x="63501" y="333919"/>
                  <a:pt x="61684" y="333817"/>
                </a:cubicBezTo>
                <a:cubicBezTo>
                  <a:pt x="39034" y="333141"/>
                  <a:pt x="18247" y="346264"/>
                  <a:pt x="9119" y="367004"/>
                </a:cubicBezTo>
                <a:cubicBezTo>
                  <a:pt x="0" y="387745"/>
                  <a:pt x="4365" y="411943"/>
                  <a:pt x="20166" y="428180"/>
                </a:cubicBezTo>
                <a:cubicBezTo>
                  <a:pt x="35967" y="444416"/>
                  <a:pt x="60044" y="449439"/>
                  <a:pt x="81026" y="440885"/>
                </a:cubicBezTo>
                <a:cubicBezTo>
                  <a:pt x="101998" y="432322"/>
                  <a:pt x="115687" y="411897"/>
                  <a:pt x="115622" y="389237"/>
                </a:cubicBezTo>
                <a:cubicBezTo>
                  <a:pt x="115436" y="375475"/>
                  <a:pt x="110154" y="362259"/>
                  <a:pt x="100794" y="352167"/>
                </a:cubicBezTo>
                <a:cubicBezTo>
                  <a:pt x="99681" y="350619"/>
                  <a:pt x="99681" y="348525"/>
                  <a:pt x="100794" y="346977"/>
                </a:cubicBezTo>
                <a:lnTo>
                  <a:pt x="147317" y="253004"/>
                </a:lnTo>
                <a:cubicBezTo>
                  <a:pt x="148206" y="251382"/>
                  <a:pt x="149921" y="250391"/>
                  <a:pt x="151765" y="250409"/>
                </a:cubicBezTo>
                <a:cubicBezTo>
                  <a:pt x="165342" y="250882"/>
                  <a:pt x="178595" y="246174"/>
                  <a:pt x="188835" y="237249"/>
                </a:cubicBezTo>
                <a:cubicBezTo>
                  <a:pt x="190420" y="236239"/>
                  <a:pt x="192441" y="236239"/>
                  <a:pt x="194025" y="237249"/>
                </a:cubicBezTo>
                <a:lnTo>
                  <a:pt x="243143" y="261901"/>
                </a:lnTo>
                <a:cubicBezTo>
                  <a:pt x="244867" y="262679"/>
                  <a:pt x="245905" y="264468"/>
                  <a:pt x="245738" y="266349"/>
                </a:cubicBezTo>
                <a:cubicBezTo>
                  <a:pt x="244710" y="297062"/>
                  <a:pt x="268777" y="322789"/>
                  <a:pt x="299490" y="323818"/>
                </a:cubicBezTo>
                <a:cubicBezTo>
                  <a:pt x="330203" y="324837"/>
                  <a:pt x="355930" y="300769"/>
                  <a:pt x="356949" y="270056"/>
                </a:cubicBezTo>
                <a:cubicBezTo>
                  <a:pt x="356838" y="255441"/>
                  <a:pt x="350981" y="241457"/>
                  <a:pt x="340638" y="231133"/>
                </a:cubicBezTo>
                <a:cubicBezTo>
                  <a:pt x="339369" y="229715"/>
                  <a:pt x="339007" y="227713"/>
                  <a:pt x="339711" y="225943"/>
                </a:cubicBezTo>
                <a:lnTo>
                  <a:pt x="389942" y="114732"/>
                </a:lnTo>
                <a:cubicBezTo>
                  <a:pt x="390359" y="112925"/>
                  <a:pt x="391823" y="111535"/>
                  <a:pt x="393649" y="111210"/>
                </a:cubicBezTo>
                <a:cubicBezTo>
                  <a:pt x="424361" y="111210"/>
                  <a:pt x="449254" y="86318"/>
                  <a:pt x="449254" y="55605"/>
                </a:cubicBezTo>
                <a:cubicBezTo>
                  <a:pt x="449254" y="24892"/>
                  <a:pt x="424361" y="0"/>
                  <a:pt x="393649" y="0"/>
                </a:cubicBez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3365" y="1398801"/>
            <a:ext cx="5410591" cy="3243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El Poder de la Arquitectura Online Unificada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5446" y="1922418"/>
            <a:ext cx="2006502" cy="5449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EABDA"/>
                </a:solidFill>
                <a:latin typeface="Shantell Sans"/>
              </a:rPr>
              <a:t>Plataforma Sólida y
Reproducible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793" y="2469205"/>
            <a:ext cx="1769669" cy="3892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84848"/>
                </a:solidFill>
                <a:latin typeface="Shantell Sans"/>
              </a:rPr>
              <a:t>Sistema profesionalmente
estructurado y confiable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215" y="3813002"/>
            <a:ext cx="1686335" cy="5449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4E88E7"/>
                </a:solidFill>
                <a:latin typeface="Shantell Sans"/>
              </a:rPr>
              <a:t>Frontend (Cliente
Inteligente)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779" y="3701791"/>
            <a:ext cx="1049913" cy="8173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CC583"/>
                </a:solidFill>
                <a:latin typeface="Shantell Sans"/>
              </a:rPr>
              <a:t>Backend
(Supabase
Unificado)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28" y="4359789"/>
            <a:ext cx="1572595" cy="3892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84848"/>
                </a:solidFill>
                <a:latin typeface="Shantell Sans"/>
              </a:rPr>
              <a:t>Interfaz de usuario
interactiva y adaptable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779" y="4470999"/>
            <a:ext cx="1773006" cy="3892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Shantell Sans"/>
              </a:rPr>
              <a:t>Gestión de datos y lógica
centralizada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